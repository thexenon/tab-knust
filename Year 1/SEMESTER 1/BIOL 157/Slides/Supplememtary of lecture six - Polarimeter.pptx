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85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8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59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75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5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37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03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61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0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5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52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D97F2-C41F-4D72-A8A4-DC0DCF32CFC3}" type="datetimeFigureOut">
              <a:rPr lang="en-GB" smtClean="0"/>
              <a:t>16/03/2021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E1E81-DF30-461C-A79D-060E35B96C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57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435" y="326572"/>
            <a:ext cx="4931228" cy="4931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886" y="5570764"/>
            <a:ext cx="302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SODIUM LAMP POLARIMETER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78859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Optical Activity in Pharmaceutical Analysis : Pharmaceutical Guideli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028" y="0"/>
            <a:ext cx="6172202" cy="6141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23015" y="6245679"/>
            <a:ext cx="302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PARTS OF  POLARIMETER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64995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larimeter 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2" y="0"/>
            <a:ext cx="8803369" cy="660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89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Joben</dc:creator>
  <cp:lastModifiedBy>Joben</cp:lastModifiedBy>
  <cp:revision>1</cp:revision>
  <dcterms:created xsi:type="dcterms:W3CDTF">2021-03-16T08:47:22Z</dcterms:created>
  <dcterms:modified xsi:type="dcterms:W3CDTF">2021-03-16T09:24:49Z</dcterms:modified>
</cp:coreProperties>
</file>