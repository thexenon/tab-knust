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0"/>
  </p:notesMasterIdLst>
  <p:sldIdLst>
    <p:sldId id="256" r:id="rId2"/>
    <p:sldId id="266" r:id="rId3"/>
    <p:sldId id="260" r:id="rId4"/>
    <p:sldId id="261" r:id="rId5"/>
    <p:sldId id="262" r:id="rId6"/>
    <p:sldId id="263" r:id="rId7"/>
    <p:sldId id="264" r:id="rId8"/>
    <p:sldId id="265"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8013" autoAdjust="0"/>
    <p:restoredTop sz="94660"/>
  </p:normalViewPr>
  <p:slideViewPr>
    <p:cSldViewPr snapToGrid="0">
      <p:cViewPr varScale="1">
        <p:scale>
          <a:sx n="103" d="100"/>
          <a:sy n="103" d="100"/>
        </p:scale>
        <p:origin x="144" y="27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48659" name="Rectangle 2"/>
          <p:cNvSpPr>
            <a:spLocks noGrp="1" noChangeArrowheads="1"/>
          </p:cNvSpPr>
          <p:nvPr>
            <p:ph type="hdr" sz="quarter"/>
          </p:nvPr>
        </p:nvSpPr>
        <p:spPr bwMode="auto">
          <a:xfrm>
            <a:off x="2" y="1"/>
            <a:ext cx="3076575" cy="512763"/>
          </a:xfrm>
          <a:prstGeom prst="rect">
            <a:avLst/>
          </a:prstGeom>
          <a:noFill/>
          <a:ln w="9525">
            <a:noFill/>
            <a:miter lim="800000"/>
            <a:headEnd/>
            <a:tailEnd/>
          </a:ln>
          <a:effectLst/>
        </p:spPr>
        <p:txBody>
          <a:bodyPr vert="horz" wrap="square" lIns="91492" tIns="45745" rIns="91492" bIns="45745" numCol="1" anchor="t" anchorCtr="0" compatLnSpc="1">
            <a:prstTxWarp prst="textNoShape">
              <a:avLst/>
            </a:prstTxWarp>
          </a:bodyPr>
          <a:lstStyle>
            <a:lvl1pPr algn="l">
              <a:defRPr sz="1100"/>
            </a:lvl1pPr>
          </a:lstStyle>
          <a:p>
            <a:endParaRPr lang="en-US"/>
          </a:p>
        </p:txBody>
      </p:sp>
      <p:sp>
        <p:nvSpPr>
          <p:cNvPr id="1048660" name="Rectangle 3"/>
          <p:cNvSpPr>
            <a:spLocks noGrp="1" noChangeArrowheads="1"/>
          </p:cNvSpPr>
          <p:nvPr>
            <p:ph type="dt" idx="1"/>
          </p:nvPr>
        </p:nvSpPr>
        <p:spPr bwMode="auto">
          <a:xfrm>
            <a:off x="4021139" y="1"/>
            <a:ext cx="3076575" cy="512763"/>
          </a:xfrm>
          <a:prstGeom prst="rect">
            <a:avLst/>
          </a:prstGeom>
          <a:noFill/>
          <a:ln w="9525">
            <a:noFill/>
            <a:miter lim="800000"/>
            <a:headEnd/>
            <a:tailEnd/>
          </a:ln>
          <a:effectLst/>
        </p:spPr>
        <p:txBody>
          <a:bodyPr vert="horz" wrap="square" lIns="91492" tIns="45745" rIns="91492" bIns="45745" numCol="1" anchor="t" anchorCtr="0" compatLnSpc="1">
            <a:prstTxWarp prst="textNoShape">
              <a:avLst/>
            </a:prstTxWarp>
          </a:bodyPr>
          <a:lstStyle>
            <a:lvl1pPr algn="r">
              <a:defRPr sz="1100"/>
            </a:lvl1pPr>
          </a:lstStyle>
          <a:p>
            <a:endParaRPr lang="en-US"/>
          </a:p>
        </p:txBody>
      </p:sp>
      <p:sp>
        <p:nvSpPr>
          <p:cNvPr id="1048661" name="Rectangle 4"/>
          <p:cNvSpPr>
            <a:spLocks noGrp="1" noRot="1" noChangeAspect="1" noChangeArrowheads="1" noTextEdit="1"/>
          </p:cNvSpPr>
          <p:nvPr>
            <p:ph type="sldImg" idx="2"/>
          </p:nvPr>
        </p:nvSpPr>
        <p:spPr bwMode="auto">
          <a:xfrm>
            <a:off x="990600" y="766763"/>
            <a:ext cx="5118100" cy="3838575"/>
          </a:xfrm>
          <a:prstGeom prst="rect">
            <a:avLst/>
          </a:prstGeom>
          <a:noFill/>
          <a:ln w="9525">
            <a:solidFill>
              <a:srgbClr val="000000"/>
            </a:solidFill>
            <a:miter lim="800000"/>
            <a:headEnd/>
            <a:tailEnd/>
          </a:ln>
          <a:effectLst/>
        </p:spPr>
      </p:sp>
      <p:sp>
        <p:nvSpPr>
          <p:cNvPr id="1048662" name="Rectangle 5"/>
          <p:cNvSpPr>
            <a:spLocks noGrp="1" noChangeArrowheads="1"/>
          </p:cNvSpPr>
          <p:nvPr>
            <p:ph type="body" sz="quarter" idx="3"/>
          </p:nvPr>
        </p:nvSpPr>
        <p:spPr bwMode="auto">
          <a:xfrm>
            <a:off x="709614" y="4862514"/>
            <a:ext cx="5680075" cy="4605337"/>
          </a:xfrm>
          <a:prstGeom prst="rect">
            <a:avLst/>
          </a:prstGeom>
          <a:noFill/>
          <a:ln w="9525">
            <a:noFill/>
            <a:miter lim="800000"/>
            <a:headEnd/>
            <a:tailEnd/>
          </a:ln>
          <a:effectLst/>
        </p:spPr>
        <p:txBody>
          <a:bodyPr vert="horz" wrap="square" lIns="91492" tIns="45745" rIns="91492" bIns="45745"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663" name="Rectangle 6"/>
          <p:cNvSpPr>
            <a:spLocks noGrp="1" noChangeArrowheads="1"/>
          </p:cNvSpPr>
          <p:nvPr>
            <p:ph type="ftr" sz="quarter" idx="4"/>
          </p:nvPr>
        </p:nvSpPr>
        <p:spPr bwMode="auto">
          <a:xfrm>
            <a:off x="2" y="9720264"/>
            <a:ext cx="3076575" cy="512762"/>
          </a:xfrm>
          <a:prstGeom prst="rect">
            <a:avLst/>
          </a:prstGeom>
          <a:noFill/>
          <a:ln w="9525">
            <a:noFill/>
            <a:miter lim="800000"/>
            <a:headEnd/>
            <a:tailEnd/>
          </a:ln>
          <a:effectLst/>
        </p:spPr>
        <p:txBody>
          <a:bodyPr vert="horz" wrap="square" lIns="91492" tIns="45745" rIns="91492" bIns="45745" numCol="1" anchor="b" anchorCtr="0" compatLnSpc="1">
            <a:prstTxWarp prst="textNoShape">
              <a:avLst/>
            </a:prstTxWarp>
          </a:bodyPr>
          <a:lstStyle>
            <a:lvl1pPr algn="l">
              <a:defRPr sz="1100"/>
            </a:lvl1pPr>
          </a:lstStyle>
          <a:p>
            <a:endParaRPr lang="en-US"/>
          </a:p>
        </p:txBody>
      </p:sp>
      <p:sp>
        <p:nvSpPr>
          <p:cNvPr id="1048664" name="Rectangle 7"/>
          <p:cNvSpPr>
            <a:spLocks noGrp="1" noChangeArrowheads="1"/>
          </p:cNvSpPr>
          <p:nvPr>
            <p:ph type="sldNum" sz="quarter" idx="5"/>
          </p:nvPr>
        </p:nvSpPr>
        <p:spPr bwMode="auto">
          <a:xfrm>
            <a:off x="4021139" y="9720264"/>
            <a:ext cx="3076575" cy="512762"/>
          </a:xfrm>
          <a:prstGeom prst="rect">
            <a:avLst/>
          </a:prstGeom>
          <a:noFill/>
          <a:ln w="9525">
            <a:noFill/>
            <a:miter lim="800000"/>
            <a:headEnd/>
            <a:tailEnd/>
          </a:ln>
          <a:effectLst/>
        </p:spPr>
        <p:txBody>
          <a:bodyPr vert="horz" wrap="square" lIns="91492" tIns="45745" rIns="91492" bIns="45745" numCol="1" anchor="b" anchorCtr="0" compatLnSpc="1">
            <a:prstTxWarp prst="textNoShape">
              <a:avLst/>
            </a:prstTxWarp>
          </a:bodyPr>
          <a:lstStyle>
            <a:lvl1pPr algn="r">
              <a:defRPr sz="1100"/>
            </a:lvl1pPr>
          </a:lstStyle>
          <a:p>
            <a:fld id="{A9A0EA98-5831-4853-B862-C702E6EB345C}" type="slidenum">
              <a:rPr lang="en-US"/>
              <a:t>‹#›</a:t>
            </a:fld>
            <a:endParaRPr lang="en-US"/>
          </a:p>
        </p:txBody>
      </p:sp>
    </p:spTree>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Arial" charset="0"/>
        <a:ea typeface="+mn-ea"/>
        <a:cs typeface="+mn-cs"/>
      </a:defRPr>
    </a:lvl1pPr>
    <a:lvl2pPr marL="457200" algn="l" rtl="0" fontAlgn="base">
      <a:spcBef>
        <a:spcPct val="30000"/>
      </a:spcBef>
      <a:spcAft>
        <a:spcPct val="0"/>
      </a:spcAft>
      <a:defRPr sz="1200" kern="1200">
        <a:solidFill>
          <a:schemeClr val="tx1"/>
        </a:solidFill>
        <a:latin typeface="Arial" charset="0"/>
        <a:ea typeface="+mn-ea"/>
        <a:cs typeface="+mn-cs"/>
      </a:defRPr>
    </a:lvl2pPr>
    <a:lvl3pPr marL="914400" algn="l" rtl="0" fontAlgn="base">
      <a:spcBef>
        <a:spcPct val="30000"/>
      </a:spcBef>
      <a:spcAft>
        <a:spcPct val="0"/>
      </a:spcAft>
      <a:defRPr sz="1200" kern="1200">
        <a:solidFill>
          <a:schemeClr val="tx1"/>
        </a:solidFill>
        <a:latin typeface="Arial" charset="0"/>
        <a:ea typeface="+mn-ea"/>
        <a:cs typeface="+mn-cs"/>
      </a:defRPr>
    </a:lvl3pPr>
    <a:lvl4pPr marL="1371600" algn="l" rtl="0" fontAlgn="base">
      <a:spcBef>
        <a:spcPct val="30000"/>
      </a:spcBef>
      <a:spcAft>
        <a:spcPct val="0"/>
      </a:spcAft>
      <a:defRPr sz="1200" kern="1200">
        <a:solidFill>
          <a:schemeClr val="tx1"/>
        </a:solidFill>
        <a:latin typeface="Arial" charset="0"/>
        <a:ea typeface="+mn-ea"/>
        <a:cs typeface="+mn-cs"/>
      </a:defRPr>
    </a:lvl4pPr>
    <a:lvl5pPr marL="1828800" algn="l" rtl="0" fontAlgn="base">
      <a:spcBef>
        <a:spcPct val="30000"/>
      </a:spcBef>
      <a:spcAft>
        <a:spcPct val="0"/>
      </a:spcAft>
      <a:defRPr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1048581"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1048582"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1048583" name="Date Placeholder 3"/>
          <p:cNvSpPr>
            <a:spLocks noGrp="1"/>
          </p:cNvSpPr>
          <p:nvPr>
            <p:ph type="dt" sz="half" idx="10"/>
          </p:nvPr>
        </p:nvSpPr>
        <p:spPr/>
        <p:txBody>
          <a:bodyPr/>
          <a:lstStyle/>
          <a:p>
            <a:fld id="{8458FC07-391D-42B6-8600-3B5646B16C67}" type="datetimeFigureOut">
              <a:rPr lang="en-US" smtClean="0"/>
              <a:t>2/21/2021</a:t>
            </a:fld>
            <a:endParaRPr lang="en-US"/>
          </a:p>
        </p:txBody>
      </p:sp>
      <p:sp>
        <p:nvSpPr>
          <p:cNvPr id="1048584" name="Footer Placeholder 4"/>
          <p:cNvSpPr>
            <a:spLocks noGrp="1"/>
          </p:cNvSpPr>
          <p:nvPr>
            <p:ph type="ftr" sz="quarter" idx="11"/>
          </p:nvPr>
        </p:nvSpPr>
        <p:spPr/>
        <p:txBody>
          <a:bodyPr/>
          <a:lstStyle/>
          <a:p>
            <a:endParaRPr lang="en-US"/>
          </a:p>
        </p:txBody>
      </p:sp>
      <p:sp>
        <p:nvSpPr>
          <p:cNvPr id="1048585" name="Slide Number Placeholder 5"/>
          <p:cNvSpPr>
            <a:spLocks noGrp="1"/>
          </p:cNvSpPr>
          <p:nvPr>
            <p:ph type="sldNum" sz="quarter" idx="12"/>
          </p:nvPr>
        </p:nvSpPr>
        <p:spPr/>
        <p:txBody>
          <a:bodyPr/>
          <a:lstStyle/>
          <a:p>
            <a:fld id="{1526DE7E-7851-4591-BA2C-26D074E92981}"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1048588" name="Title 1"/>
          <p:cNvSpPr>
            <a:spLocks noGrp="1"/>
          </p:cNvSpPr>
          <p:nvPr>
            <p:ph type="title"/>
          </p:nvPr>
        </p:nvSpPr>
        <p:spPr/>
        <p:txBody>
          <a:bodyPr/>
          <a:lstStyle/>
          <a:p>
            <a:r>
              <a:rPr lang="en-US"/>
              <a:t>Click to edit Master title style</a:t>
            </a:r>
          </a:p>
        </p:txBody>
      </p:sp>
      <p:sp>
        <p:nvSpPr>
          <p:cNvPr id="1048589"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590" name="Date Placeholder 3"/>
          <p:cNvSpPr>
            <a:spLocks noGrp="1"/>
          </p:cNvSpPr>
          <p:nvPr>
            <p:ph type="dt" sz="half" idx="10"/>
          </p:nvPr>
        </p:nvSpPr>
        <p:spPr/>
        <p:txBody>
          <a:bodyPr/>
          <a:lstStyle/>
          <a:p>
            <a:fld id="{8458FC07-391D-42B6-8600-3B5646B16C67}" type="datetimeFigureOut">
              <a:rPr lang="en-US" smtClean="0"/>
              <a:t>2/21/2021</a:t>
            </a:fld>
            <a:endParaRPr lang="en-US"/>
          </a:p>
        </p:txBody>
      </p:sp>
      <p:sp>
        <p:nvSpPr>
          <p:cNvPr id="1048591" name="Footer Placeholder 4"/>
          <p:cNvSpPr>
            <a:spLocks noGrp="1"/>
          </p:cNvSpPr>
          <p:nvPr>
            <p:ph type="ftr" sz="quarter" idx="11"/>
          </p:nvPr>
        </p:nvSpPr>
        <p:spPr/>
        <p:txBody>
          <a:bodyPr/>
          <a:lstStyle/>
          <a:p>
            <a:endParaRPr lang="en-US"/>
          </a:p>
        </p:txBody>
      </p:sp>
      <p:sp>
        <p:nvSpPr>
          <p:cNvPr id="1048592" name="Slide Number Placeholder 5"/>
          <p:cNvSpPr>
            <a:spLocks noGrp="1"/>
          </p:cNvSpPr>
          <p:nvPr>
            <p:ph type="sldNum" sz="quarter" idx="12"/>
          </p:nvPr>
        </p:nvSpPr>
        <p:spPr/>
        <p:txBody>
          <a:bodyPr/>
          <a:lstStyle/>
          <a:p>
            <a:fld id="{1526DE7E-7851-4591-BA2C-26D074E92981}"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1048643"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1048644"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1048645" name="Date Placeholder 3"/>
          <p:cNvSpPr>
            <a:spLocks noGrp="1"/>
          </p:cNvSpPr>
          <p:nvPr>
            <p:ph type="dt" sz="half" idx="10"/>
          </p:nvPr>
        </p:nvSpPr>
        <p:spPr/>
        <p:txBody>
          <a:bodyPr/>
          <a:lstStyle/>
          <a:p>
            <a:fld id="{8458FC07-391D-42B6-8600-3B5646B16C67}" type="datetimeFigureOut">
              <a:rPr lang="en-US" smtClean="0"/>
              <a:t>2/21/2021</a:t>
            </a:fld>
            <a:endParaRPr lang="en-US"/>
          </a:p>
        </p:txBody>
      </p:sp>
      <p:sp>
        <p:nvSpPr>
          <p:cNvPr id="1048646" name="Footer Placeholder 4"/>
          <p:cNvSpPr>
            <a:spLocks noGrp="1"/>
          </p:cNvSpPr>
          <p:nvPr>
            <p:ph type="ftr" sz="quarter" idx="11"/>
          </p:nvPr>
        </p:nvSpPr>
        <p:spPr/>
        <p:txBody>
          <a:bodyPr/>
          <a:lstStyle/>
          <a:p>
            <a:endParaRPr lang="en-US"/>
          </a:p>
        </p:txBody>
      </p:sp>
      <p:sp>
        <p:nvSpPr>
          <p:cNvPr id="1048647" name="Slide Number Placeholder 5"/>
          <p:cNvSpPr>
            <a:spLocks noGrp="1"/>
          </p:cNvSpPr>
          <p:nvPr>
            <p:ph type="sldNum" sz="quarter" idx="12"/>
          </p:nvPr>
        </p:nvSpPr>
        <p:spPr/>
        <p:txBody>
          <a:bodyPr/>
          <a:lstStyle/>
          <a:p>
            <a:fld id="{1526DE7E-7851-4591-BA2C-26D074E92981}"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1048611" name="Title 1"/>
          <p:cNvSpPr>
            <a:spLocks noGrp="1"/>
          </p:cNvSpPr>
          <p:nvPr>
            <p:ph type="title"/>
          </p:nvPr>
        </p:nvSpPr>
        <p:spPr/>
        <p:txBody>
          <a:bodyPr/>
          <a:lstStyle/>
          <a:p>
            <a:r>
              <a:rPr lang="en-US"/>
              <a:t>Click to edit Master title style</a:t>
            </a:r>
          </a:p>
        </p:txBody>
      </p:sp>
      <p:sp>
        <p:nvSpPr>
          <p:cNvPr id="1048612"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613"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614" name="Date Placeholder 4"/>
          <p:cNvSpPr>
            <a:spLocks noGrp="1"/>
          </p:cNvSpPr>
          <p:nvPr>
            <p:ph type="dt" sz="half" idx="10"/>
          </p:nvPr>
        </p:nvSpPr>
        <p:spPr/>
        <p:txBody>
          <a:bodyPr/>
          <a:lstStyle/>
          <a:p>
            <a:fld id="{8458FC07-391D-42B6-8600-3B5646B16C67}" type="datetimeFigureOut">
              <a:rPr lang="en-US" smtClean="0"/>
              <a:t>2/21/2021</a:t>
            </a:fld>
            <a:endParaRPr lang="en-US"/>
          </a:p>
        </p:txBody>
      </p:sp>
      <p:sp>
        <p:nvSpPr>
          <p:cNvPr id="1048615" name="Footer Placeholder 5"/>
          <p:cNvSpPr>
            <a:spLocks noGrp="1"/>
          </p:cNvSpPr>
          <p:nvPr>
            <p:ph type="ftr" sz="quarter" idx="11"/>
          </p:nvPr>
        </p:nvSpPr>
        <p:spPr/>
        <p:txBody>
          <a:bodyPr/>
          <a:lstStyle/>
          <a:p>
            <a:endParaRPr lang="en-US"/>
          </a:p>
        </p:txBody>
      </p:sp>
      <p:sp>
        <p:nvSpPr>
          <p:cNvPr id="1048616" name="Slide Number Placeholder 6"/>
          <p:cNvSpPr>
            <a:spLocks noGrp="1"/>
          </p:cNvSpPr>
          <p:nvPr>
            <p:ph type="sldNum" sz="quarter" idx="12"/>
          </p:nvPr>
        </p:nvSpPr>
        <p:spPr/>
        <p:txBody>
          <a:bodyPr/>
          <a:lstStyle/>
          <a:p>
            <a:fld id="{1526DE7E-7851-4591-BA2C-26D074E92981}"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48617" name="Title 1"/>
          <p:cNvSpPr>
            <a:spLocks noGrp="1"/>
          </p:cNvSpPr>
          <p:nvPr>
            <p:ph type="title"/>
          </p:nvPr>
        </p:nvSpPr>
        <p:spPr>
          <a:xfrm>
            <a:off x="839788" y="365125"/>
            <a:ext cx="10515600" cy="1325563"/>
          </a:xfrm>
        </p:spPr>
        <p:txBody>
          <a:bodyPr/>
          <a:lstStyle/>
          <a:p>
            <a:r>
              <a:rPr lang="en-US"/>
              <a:t>Click to edit Master title style</a:t>
            </a:r>
          </a:p>
        </p:txBody>
      </p:sp>
      <p:sp>
        <p:nvSpPr>
          <p:cNvPr id="1048618"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48619"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620"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48621"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622" name="Date Placeholder 6"/>
          <p:cNvSpPr>
            <a:spLocks noGrp="1"/>
          </p:cNvSpPr>
          <p:nvPr>
            <p:ph type="dt" sz="half" idx="10"/>
          </p:nvPr>
        </p:nvSpPr>
        <p:spPr/>
        <p:txBody>
          <a:bodyPr/>
          <a:lstStyle/>
          <a:p>
            <a:fld id="{8458FC07-391D-42B6-8600-3B5646B16C67}" type="datetimeFigureOut">
              <a:rPr lang="en-US" smtClean="0"/>
              <a:t>2/21/2021</a:t>
            </a:fld>
            <a:endParaRPr lang="en-US"/>
          </a:p>
        </p:txBody>
      </p:sp>
      <p:sp>
        <p:nvSpPr>
          <p:cNvPr id="1048623" name="Footer Placeholder 7"/>
          <p:cNvSpPr>
            <a:spLocks noGrp="1"/>
          </p:cNvSpPr>
          <p:nvPr>
            <p:ph type="ftr" sz="quarter" idx="11"/>
          </p:nvPr>
        </p:nvSpPr>
        <p:spPr/>
        <p:txBody>
          <a:bodyPr/>
          <a:lstStyle/>
          <a:p>
            <a:endParaRPr lang="en-US"/>
          </a:p>
        </p:txBody>
      </p:sp>
      <p:sp>
        <p:nvSpPr>
          <p:cNvPr id="1048624" name="Slide Number Placeholder 8"/>
          <p:cNvSpPr>
            <a:spLocks noGrp="1"/>
          </p:cNvSpPr>
          <p:nvPr>
            <p:ph type="sldNum" sz="quarter" idx="12"/>
          </p:nvPr>
        </p:nvSpPr>
        <p:spPr/>
        <p:txBody>
          <a:bodyPr/>
          <a:lstStyle/>
          <a:p>
            <a:fld id="{1526DE7E-7851-4591-BA2C-26D074E92981}"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1048625" name="Title 1"/>
          <p:cNvSpPr>
            <a:spLocks noGrp="1"/>
          </p:cNvSpPr>
          <p:nvPr>
            <p:ph type="title"/>
          </p:nvPr>
        </p:nvSpPr>
        <p:spPr/>
        <p:txBody>
          <a:bodyPr/>
          <a:lstStyle/>
          <a:p>
            <a:r>
              <a:rPr lang="en-US"/>
              <a:t>Click to edit Master title style</a:t>
            </a:r>
          </a:p>
        </p:txBody>
      </p:sp>
      <p:sp>
        <p:nvSpPr>
          <p:cNvPr id="1048626" name="Date Placeholder 2"/>
          <p:cNvSpPr>
            <a:spLocks noGrp="1"/>
          </p:cNvSpPr>
          <p:nvPr>
            <p:ph type="dt" sz="half" idx="10"/>
          </p:nvPr>
        </p:nvSpPr>
        <p:spPr/>
        <p:txBody>
          <a:bodyPr/>
          <a:lstStyle/>
          <a:p>
            <a:fld id="{8458FC07-391D-42B6-8600-3B5646B16C67}" type="datetimeFigureOut">
              <a:rPr lang="en-US" smtClean="0"/>
              <a:t>2/21/2021</a:t>
            </a:fld>
            <a:endParaRPr lang="en-US"/>
          </a:p>
        </p:txBody>
      </p:sp>
      <p:sp>
        <p:nvSpPr>
          <p:cNvPr id="1048627" name="Footer Placeholder 3"/>
          <p:cNvSpPr>
            <a:spLocks noGrp="1"/>
          </p:cNvSpPr>
          <p:nvPr>
            <p:ph type="ftr" sz="quarter" idx="11"/>
          </p:nvPr>
        </p:nvSpPr>
        <p:spPr/>
        <p:txBody>
          <a:bodyPr/>
          <a:lstStyle/>
          <a:p>
            <a:endParaRPr lang="en-US"/>
          </a:p>
        </p:txBody>
      </p:sp>
      <p:sp>
        <p:nvSpPr>
          <p:cNvPr id="1048628" name="Slide Number Placeholder 4"/>
          <p:cNvSpPr>
            <a:spLocks noGrp="1"/>
          </p:cNvSpPr>
          <p:nvPr>
            <p:ph type="sldNum" sz="quarter" idx="12"/>
          </p:nvPr>
        </p:nvSpPr>
        <p:spPr/>
        <p:txBody>
          <a:bodyPr/>
          <a:lstStyle/>
          <a:p>
            <a:fld id="{1526DE7E-7851-4591-BA2C-26D074E92981}"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1048634" name="Date Placeholder 1"/>
          <p:cNvSpPr>
            <a:spLocks noGrp="1"/>
          </p:cNvSpPr>
          <p:nvPr>
            <p:ph type="dt" sz="half" idx="10"/>
          </p:nvPr>
        </p:nvSpPr>
        <p:spPr/>
        <p:txBody>
          <a:bodyPr/>
          <a:lstStyle/>
          <a:p>
            <a:fld id="{8458FC07-391D-42B6-8600-3B5646B16C67}" type="datetimeFigureOut">
              <a:rPr lang="en-US" smtClean="0"/>
              <a:t>2/21/2021</a:t>
            </a:fld>
            <a:endParaRPr lang="en-US"/>
          </a:p>
        </p:txBody>
      </p:sp>
      <p:sp>
        <p:nvSpPr>
          <p:cNvPr id="1048635" name="Footer Placeholder 2"/>
          <p:cNvSpPr>
            <a:spLocks noGrp="1"/>
          </p:cNvSpPr>
          <p:nvPr>
            <p:ph type="ftr" sz="quarter" idx="11"/>
          </p:nvPr>
        </p:nvSpPr>
        <p:spPr/>
        <p:txBody>
          <a:bodyPr/>
          <a:lstStyle/>
          <a:p>
            <a:endParaRPr lang="en-US"/>
          </a:p>
        </p:txBody>
      </p:sp>
      <p:sp>
        <p:nvSpPr>
          <p:cNvPr id="1048636" name="Slide Number Placeholder 3"/>
          <p:cNvSpPr>
            <a:spLocks noGrp="1"/>
          </p:cNvSpPr>
          <p:nvPr>
            <p:ph type="sldNum" sz="quarter" idx="12"/>
          </p:nvPr>
        </p:nvSpPr>
        <p:spPr/>
        <p:txBody>
          <a:bodyPr/>
          <a:lstStyle/>
          <a:p>
            <a:fld id="{1526DE7E-7851-4591-BA2C-26D074E92981}"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1048653"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1048654"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655"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1048656" name="Date Placeholder 4"/>
          <p:cNvSpPr>
            <a:spLocks noGrp="1"/>
          </p:cNvSpPr>
          <p:nvPr>
            <p:ph type="dt" sz="half" idx="10"/>
          </p:nvPr>
        </p:nvSpPr>
        <p:spPr/>
        <p:txBody>
          <a:bodyPr/>
          <a:lstStyle/>
          <a:p>
            <a:fld id="{8458FC07-391D-42B6-8600-3B5646B16C67}" type="datetimeFigureOut">
              <a:rPr lang="en-US" smtClean="0"/>
              <a:t>2/21/2021</a:t>
            </a:fld>
            <a:endParaRPr lang="en-US"/>
          </a:p>
        </p:txBody>
      </p:sp>
      <p:sp>
        <p:nvSpPr>
          <p:cNvPr id="1048657" name="Footer Placeholder 5"/>
          <p:cNvSpPr>
            <a:spLocks noGrp="1"/>
          </p:cNvSpPr>
          <p:nvPr>
            <p:ph type="ftr" sz="quarter" idx="11"/>
          </p:nvPr>
        </p:nvSpPr>
        <p:spPr/>
        <p:txBody>
          <a:bodyPr/>
          <a:lstStyle/>
          <a:p>
            <a:endParaRPr lang="en-US"/>
          </a:p>
        </p:txBody>
      </p:sp>
      <p:sp>
        <p:nvSpPr>
          <p:cNvPr id="1048658" name="Slide Number Placeholder 6"/>
          <p:cNvSpPr>
            <a:spLocks noGrp="1"/>
          </p:cNvSpPr>
          <p:nvPr>
            <p:ph type="sldNum" sz="quarter" idx="12"/>
          </p:nvPr>
        </p:nvSpPr>
        <p:spPr/>
        <p:txBody>
          <a:bodyPr/>
          <a:lstStyle/>
          <a:p>
            <a:fld id="{1526DE7E-7851-4591-BA2C-26D074E92981}"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1048637"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1048638"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1048639"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1048640" name="Date Placeholder 4"/>
          <p:cNvSpPr>
            <a:spLocks noGrp="1"/>
          </p:cNvSpPr>
          <p:nvPr>
            <p:ph type="dt" sz="half" idx="10"/>
          </p:nvPr>
        </p:nvSpPr>
        <p:spPr/>
        <p:txBody>
          <a:bodyPr/>
          <a:lstStyle/>
          <a:p>
            <a:fld id="{8458FC07-391D-42B6-8600-3B5646B16C67}" type="datetimeFigureOut">
              <a:rPr lang="en-US" smtClean="0"/>
              <a:t>2/21/2021</a:t>
            </a:fld>
            <a:endParaRPr lang="en-US"/>
          </a:p>
        </p:txBody>
      </p:sp>
      <p:sp>
        <p:nvSpPr>
          <p:cNvPr id="1048641" name="Footer Placeholder 5"/>
          <p:cNvSpPr>
            <a:spLocks noGrp="1"/>
          </p:cNvSpPr>
          <p:nvPr>
            <p:ph type="ftr" sz="quarter" idx="11"/>
          </p:nvPr>
        </p:nvSpPr>
        <p:spPr/>
        <p:txBody>
          <a:bodyPr/>
          <a:lstStyle/>
          <a:p>
            <a:endParaRPr lang="en-US"/>
          </a:p>
        </p:txBody>
      </p:sp>
      <p:sp>
        <p:nvSpPr>
          <p:cNvPr id="1048642" name="Slide Number Placeholder 6"/>
          <p:cNvSpPr>
            <a:spLocks noGrp="1"/>
          </p:cNvSpPr>
          <p:nvPr>
            <p:ph type="sldNum" sz="quarter" idx="12"/>
          </p:nvPr>
        </p:nvSpPr>
        <p:spPr/>
        <p:txBody>
          <a:bodyPr/>
          <a:lstStyle/>
          <a:p>
            <a:fld id="{1526DE7E-7851-4591-BA2C-26D074E92981}"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1048648" name="Title 1"/>
          <p:cNvSpPr>
            <a:spLocks noGrp="1"/>
          </p:cNvSpPr>
          <p:nvPr>
            <p:ph type="title"/>
          </p:nvPr>
        </p:nvSpPr>
        <p:spPr/>
        <p:txBody>
          <a:bodyPr/>
          <a:lstStyle/>
          <a:p>
            <a:r>
              <a:rPr lang="en-US"/>
              <a:t>Click to edit Master title style</a:t>
            </a:r>
          </a:p>
        </p:txBody>
      </p:sp>
      <p:sp>
        <p:nvSpPr>
          <p:cNvPr id="1048649"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650" name="Date Placeholder 3"/>
          <p:cNvSpPr>
            <a:spLocks noGrp="1"/>
          </p:cNvSpPr>
          <p:nvPr>
            <p:ph type="dt" sz="half" idx="10"/>
          </p:nvPr>
        </p:nvSpPr>
        <p:spPr/>
        <p:txBody>
          <a:bodyPr/>
          <a:lstStyle/>
          <a:p>
            <a:fld id="{8458FC07-391D-42B6-8600-3B5646B16C67}" type="datetimeFigureOut">
              <a:rPr lang="en-US" smtClean="0"/>
              <a:t>2/21/2021</a:t>
            </a:fld>
            <a:endParaRPr lang="en-US"/>
          </a:p>
        </p:txBody>
      </p:sp>
      <p:sp>
        <p:nvSpPr>
          <p:cNvPr id="1048651" name="Footer Placeholder 4"/>
          <p:cNvSpPr>
            <a:spLocks noGrp="1"/>
          </p:cNvSpPr>
          <p:nvPr>
            <p:ph type="ftr" sz="quarter" idx="11"/>
          </p:nvPr>
        </p:nvSpPr>
        <p:spPr/>
        <p:txBody>
          <a:bodyPr/>
          <a:lstStyle/>
          <a:p>
            <a:endParaRPr lang="en-US"/>
          </a:p>
        </p:txBody>
      </p:sp>
      <p:sp>
        <p:nvSpPr>
          <p:cNvPr id="1048652" name="Slide Number Placeholder 5"/>
          <p:cNvSpPr>
            <a:spLocks noGrp="1"/>
          </p:cNvSpPr>
          <p:nvPr>
            <p:ph type="sldNum" sz="quarter" idx="12"/>
          </p:nvPr>
        </p:nvSpPr>
        <p:spPr/>
        <p:txBody>
          <a:bodyPr/>
          <a:lstStyle/>
          <a:p>
            <a:fld id="{1526DE7E-7851-4591-BA2C-26D074E92981}"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1048629"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1048630"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631" name="Date Placeholder 3"/>
          <p:cNvSpPr>
            <a:spLocks noGrp="1"/>
          </p:cNvSpPr>
          <p:nvPr>
            <p:ph type="dt" sz="half" idx="10"/>
          </p:nvPr>
        </p:nvSpPr>
        <p:spPr/>
        <p:txBody>
          <a:bodyPr/>
          <a:lstStyle/>
          <a:p>
            <a:fld id="{8458FC07-391D-42B6-8600-3B5646B16C67}" type="datetimeFigureOut">
              <a:rPr lang="en-US" smtClean="0"/>
              <a:t>2/21/2021</a:t>
            </a:fld>
            <a:endParaRPr lang="en-US"/>
          </a:p>
        </p:txBody>
      </p:sp>
      <p:sp>
        <p:nvSpPr>
          <p:cNvPr id="1048632" name="Footer Placeholder 4"/>
          <p:cNvSpPr>
            <a:spLocks noGrp="1"/>
          </p:cNvSpPr>
          <p:nvPr>
            <p:ph type="ftr" sz="quarter" idx="11"/>
          </p:nvPr>
        </p:nvSpPr>
        <p:spPr/>
        <p:txBody>
          <a:bodyPr/>
          <a:lstStyle/>
          <a:p>
            <a:endParaRPr lang="en-US"/>
          </a:p>
        </p:txBody>
      </p:sp>
      <p:sp>
        <p:nvSpPr>
          <p:cNvPr id="1048633" name="Slide Number Placeholder 5"/>
          <p:cNvSpPr>
            <a:spLocks noGrp="1"/>
          </p:cNvSpPr>
          <p:nvPr>
            <p:ph type="sldNum" sz="quarter" idx="12"/>
          </p:nvPr>
        </p:nvSpPr>
        <p:spPr/>
        <p:txBody>
          <a:bodyPr/>
          <a:lstStyle/>
          <a:p>
            <a:fld id="{1526DE7E-7851-4591-BA2C-26D074E92981}"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48576"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1048577"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578"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458FC07-391D-42B6-8600-3B5646B16C67}" type="datetimeFigureOut">
              <a:rPr lang="en-US" smtClean="0"/>
              <a:t>2/21/2021</a:t>
            </a:fld>
            <a:endParaRPr lang="en-US"/>
          </a:p>
        </p:txBody>
      </p:sp>
      <p:sp>
        <p:nvSpPr>
          <p:cNvPr id="1048579"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1048580"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526DE7E-7851-4591-BA2C-26D074E92981}"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hyperlink" Target="https://en.wikipedia.org/wiki/West_African_Pilot" TargetMode="Externa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586" name="Title 1"/>
          <p:cNvSpPr>
            <a:spLocks noGrp="1"/>
          </p:cNvSpPr>
          <p:nvPr>
            <p:ph type="ctrTitle"/>
          </p:nvPr>
        </p:nvSpPr>
        <p:spPr/>
        <p:txBody>
          <a:bodyPr/>
          <a:lstStyle/>
          <a:p>
            <a:r>
              <a:rPr lang="en-US" b="1" dirty="0">
                <a:latin typeface="Arial" panose="020B0604020202020204" pitchFamily="34" charset="0"/>
                <a:cs typeface="Arial" panose="020B0604020202020204" pitchFamily="34" charset="0"/>
              </a:rPr>
              <a:t>“YOUNG AFRICA’S PLEA”</a:t>
            </a:r>
            <a:endParaRPr lang="en-US" dirty="0"/>
          </a:p>
        </p:txBody>
      </p:sp>
      <p:sp>
        <p:nvSpPr>
          <p:cNvPr id="1048587" name="Subtitle 2"/>
          <p:cNvSpPr>
            <a:spLocks noGrp="1"/>
          </p:cNvSpPr>
          <p:nvPr>
            <p:ph type="subTitle" idx="1"/>
          </p:nvPr>
        </p:nvSpPr>
        <p:spPr/>
        <p:txBody>
          <a:bodyPr>
            <a:normAutofit/>
          </a:bodyPr>
          <a:lstStyle/>
          <a:p>
            <a:r>
              <a:rPr lang="en-US" b="1" dirty="0">
                <a:latin typeface="Arial" panose="020B0604020202020204" pitchFamily="34" charset="0"/>
                <a:cs typeface="Arial" panose="020B0604020202020204" pitchFamily="34" charset="0"/>
              </a:rPr>
              <a:t>DENNIS OSADEBAY</a:t>
            </a:r>
          </a:p>
          <a:p>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C47496-F411-40EF-AD89-A09932B71EF3}"/>
              </a:ext>
            </a:extLst>
          </p:cNvPr>
          <p:cNvSpPr>
            <a:spLocks noGrp="1"/>
          </p:cNvSpPr>
          <p:nvPr>
            <p:ph type="title"/>
          </p:nvPr>
        </p:nvSpPr>
        <p:spPr/>
        <p:txBody>
          <a:bodyPr/>
          <a:lstStyle/>
          <a:p>
            <a:pPr algn="ctr"/>
            <a:r>
              <a:rPr lang="en-US" b="1" dirty="0">
                <a:latin typeface="Arial" panose="020B0604020202020204" pitchFamily="34" charset="0"/>
                <a:cs typeface="Arial" panose="020B0604020202020204" pitchFamily="34" charset="0"/>
              </a:rPr>
              <a:t>THE AUTHOR</a:t>
            </a:r>
            <a:endParaRPr lang="en-GB" b="1" dirty="0">
              <a:latin typeface="Arial" panose="020B0604020202020204" pitchFamily="34" charset="0"/>
              <a:cs typeface="Arial" panose="020B0604020202020204" pitchFamily="34" charset="0"/>
            </a:endParaRPr>
          </a:p>
        </p:txBody>
      </p:sp>
      <p:sp>
        <p:nvSpPr>
          <p:cNvPr id="3" name="Content Placeholder 2">
            <a:extLst>
              <a:ext uri="{FF2B5EF4-FFF2-40B4-BE49-F238E27FC236}">
                <a16:creationId xmlns:a16="http://schemas.microsoft.com/office/drawing/2014/main" id="{523E9C56-7D48-413E-81BC-554F75262F29}"/>
              </a:ext>
            </a:extLst>
          </p:cNvPr>
          <p:cNvSpPr>
            <a:spLocks noGrp="1"/>
          </p:cNvSpPr>
          <p:nvPr>
            <p:ph idx="1"/>
          </p:nvPr>
        </p:nvSpPr>
        <p:spPr/>
        <p:txBody>
          <a:bodyPr>
            <a:normAutofit fontScale="92500" lnSpcReduction="10000"/>
          </a:bodyPr>
          <a:lstStyle/>
          <a:p>
            <a:r>
              <a:rPr lang="en-US" dirty="0"/>
              <a:t>He was born in </a:t>
            </a:r>
            <a:r>
              <a:rPr lang="en-US" dirty="0" err="1"/>
              <a:t>Asaba</a:t>
            </a:r>
            <a:r>
              <a:rPr lang="en-US" dirty="0"/>
              <a:t>, Delta State in Nigeria in 1911.</a:t>
            </a:r>
          </a:p>
          <a:p>
            <a:r>
              <a:rPr lang="en-US" dirty="0"/>
              <a:t>He died in December 1994. </a:t>
            </a:r>
          </a:p>
          <a:p>
            <a:r>
              <a:rPr lang="en-US" dirty="0"/>
              <a:t>He was an author, a poet, a politician and a lawyer. </a:t>
            </a:r>
          </a:p>
          <a:p>
            <a:r>
              <a:rPr lang="en-US" dirty="0"/>
              <a:t>His first collection of poems entitled </a:t>
            </a:r>
            <a:r>
              <a:rPr lang="en-US" i="1" dirty="0"/>
              <a:t>Africa Sings</a:t>
            </a:r>
            <a:r>
              <a:rPr lang="en-US" dirty="0"/>
              <a:t> was published when he was studying law in the United Kingdom. </a:t>
            </a:r>
          </a:p>
          <a:p>
            <a:r>
              <a:rPr lang="en-GB" dirty="0"/>
              <a:t>He was then known as a newspaper poet, as most of his writings were published in the </a:t>
            </a:r>
            <a:r>
              <a:rPr lang="en-GB" i="1" dirty="0">
                <a:hlinkClick r:id="rId2" tooltip="West African Pilot"/>
              </a:rPr>
              <a:t>West African Pilot</a:t>
            </a:r>
            <a:r>
              <a:rPr lang="en-GB" dirty="0"/>
              <a:t> and a few other newspapers. </a:t>
            </a:r>
          </a:p>
          <a:p>
            <a:r>
              <a:rPr lang="en-US" dirty="0"/>
              <a:t>He entered politics and later became the Premier of the Mid-Western Region in Nigeria’s first Republic.  </a:t>
            </a:r>
          </a:p>
          <a:p>
            <a:r>
              <a:rPr lang="en-US" dirty="0"/>
              <a:t>Some of the poems published by </a:t>
            </a:r>
            <a:r>
              <a:rPr lang="en-US" dirty="0" err="1"/>
              <a:t>Osadebay</a:t>
            </a:r>
            <a:r>
              <a:rPr lang="en-US" dirty="0"/>
              <a:t>  include “Young Africa’s Resolve” and “Who Buys My Thoughts”.</a:t>
            </a:r>
          </a:p>
          <a:p>
            <a:endParaRPr lang="en-GB" dirty="0"/>
          </a:p>
        </p:txBody>
      </p:sp>
    </p:spTree>
    <p:extLst>
      <p:ext uri="{BB962C8B-B14F-4D97-AF65-F5344CB8AC3E}">
        <p14:creationId xmlns:p14="http://schemas.microsoft.com/office/powerpoint/2010/main" val="369483801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599" name="Title 1"/>
          <p:cNvSpPr>
            <a:spLocks noGrp="1"/>
          </p:cNvSpPr>
          <p:nvPr>
            <p:ph type="title"/>
          </p:nvPr>
        </p:nvSpPr>
        <p:spPr/>
        <p:txBody>
          <a:bodyPr/>
          <a:lstStyle/>
          <a:p>
            <a:pPr algn="ctr"/>
            <a:r>
              <a:rPr lang="en-US" b="1" dirty="0">
                <a:latin typeface="Arial" panose="020B0604020202020204" pitchFamily="34" charset="0"/>
                <a:cs typeface="Arial" panose="020B0604020202020204" pitchFamily="34" charset="0"/>
              </a:rPr>
              <a:t>THE POEM</a:t>
            </a:r>
          </a:p>
        </p:txBody>
      </p:sp>
      <p:sp>
        <p:nvSpPr>
          <p:cNvPr id="1048600" name="Content Placeholder 2"/>
          <p:cNvSpPr>
            <a:spLocks noGrp="1"/>
          </p:cNvSpPr>
          <p:nvPr>
            <p:ph idx="1"/>
          </p:nvPr>
        </p:nvSpPr>
        <p:spPr/>
        <p:txBody>
          <a:bodyPr>
            <a:normAutofit fontScale="78214" lnSpcReduction="10000"/>
          </a:bodyPr>
          <a:lstStyle/>
          <a:p>
            <a:pPr algn="just"/>
            <a:r>
              <a:rPr lang="en-US" dirty="0" err="1">
                <a:latin typeface="Arial" panose="020B0604020202020204" pitchFamily="34" charset="0"/>
                <a:cs typeface="Arial" panose="020B0604020202020204" pitchFamily="34" charset="0"/>
              </a:rPr>
              <a:t>Osadebay</a:t>
            </a:r>
            <a:r>
              <a:rPr lang="en-US" dirty="0">
                <a:latin typeface="Arial" panose="020B0604020202020204" pitchFamily="34" charset="0"/>
                <a:cs typeface="Arial" panose="020B0604020202020204" pitchFamily="34" charset="0"/>
              </a:rPr>
              <a:t> is a pioneer poet who wrote in the 1940s. </a:t>
            </a:r>
          </a:p>
          <a:p>
            <a:pPr algn="just"/>
            <a:r>
              <a:rPr lang="en-US" dirty="0">
                <a:latin typeface="Arial" panose="020B0604020202020204" pitchFamily="34" charset="0"/>
                <a:cs typeface="Arial" panose="020B0604020202020204" pitchFamily="34" charset="0"/>
              </a:rPr>
              <a:t>He was a politician and adopted a reconciliatory tone in “Young Africa’s Plea”. </a:t>
            </a:r>
          </a:p>
          <a:p>
            <a:pPr algn="just"/>
            <a:r>
              <a:rPr lang="en-US" dirty="0">
                <a:latin typeface="Arial" panose="020B0604020202020204" pitchFamily="34" charset="0"/>
                <a:cs typeface="Arial" panose="020B0604020202020204" pitchFamily="34" charset="0"/>
              </a:rPr>
              <a:t>He did not pass critical judgment on colonialism and the colonialist in this poem. </a:t>
            </a:r>
          </a:p>
          <a:p>
            <a:pPr algn="just"/>
            <a:r>
              <a:rPr lang="en-US" dirty="0">
                <a:latin typeface="Arial" panose="020B0604020202020204" pitchFamily="34" charset="0"/>
                <a:cs typeface="Arial" panose="020B0604020202020204" pitchFamily="34" charset="0"/>
              </a:rPr>
              <a:t>The poem is plea for young Africa to be allowed to determine its own course in maintaining its culture in its natural and dynamic form instead of preserving it as if culture were an artefact. </a:t>
            </a:r>
          </a:p>
          <a:p>
            <a:pPr algn="just"/>
            <a:r>
              <a:rPr lang="en-US" dirty="0">
                <a:latin typeface="Arial" panose="020B0604020202020204" pitchFamily="34" charset="0"/>
                <a:cs typeface="Arial" panose="020B0604020202020204" pitchFamily="34" charset="0"/>
              </a:rPr>
              <a:t>Culture is dynamic and should be studied in its lived form not preserved; he also pleads for Africa to be allowed to synthesize its culture with the western one so Africa can come out better. </a:t>
            </a:r>
          </a:p>
          <a:p>
            <a:pPr algn="just"/>
            <a:r>
              <a:rPr lang="en-US" dirty="0">
                <a:latin typeface="Arial" panose="020B0604020202020204" pitchFamily="34" charset="0"/>
                <a:cs typeface="Arial" panose="020B0604020202020204" pitchFamily="34" charset="0"/>
              </a:rPr>
              <a:t>Finally, the persona promises the whites they will not regret it if they allow young Africa to grow independently without imposing a foreign culture on her. The African is no less human than the white and the whites themselves are aware of the potential of the African. </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01" name="Title 1"/>
          <p:cNvSpPr>
            <a:spLocks noGrp="1"/>
          </p:cNvSpPr>
          <p:nvPr>
            <p:ph type="title"/>
          </p:nvPr>
        </p:nvSpPr>
        <p:spPr/>
        <p:txBody>
          <a:bodyPr/>
          <a:lstStyle/>
          <a:p>
            <a:pPr algn="ctr"/>
            <a:r>
              <a:rPr lang="en-US" b="1" dirty="0">
                <a:latin typeface="Arial" panose="020B0604020202020204" pitchFamily="34" charset="0"/>
                <a:cs typeface="Arial" panose="020B0604020202020204" pitchFamily="34" charset="0"/>
              </a:rPr>
              <a:t>THEMES</a:t>
            </a:r>
          </a:p>
        </p:txBody>
      </p:sp>
      <p:sp>
        <p:nvSpPr>
          <p:cNvPr id="1048602" name="Content Placeholder 2"/>
          <p:cNvSpPr>
            <a:spLocks noGrp="1"/>
          </p:cNvSpPr>
          <p:nvPr>
            <p:ph idx="1"/>
          </p:nvPr>
        </p:nvSpPr>
        <p:spPr/>
        <p:txBody>
          <a:bodyPr/>
          <a:lstStyle/>
          <a:p>
            <a:r>
              <a:rPr lang="en-US" dirty="0">
                <a:latin typeface="Arial" panose="020B0604020202020204" pitchFamily="34" charset="0"/>
                <a:cs typeface="Arial" panose="020B0604020202020204" pitchFamily="34" charset="0"/>
              </a:rPr>
              <a:t>The poem is a culture clash poem. It is a poem which deals with the effects of traditional African culture clashing with Western culture.</a:t>
            </a:r>
          </a:p>
          <a:p>
            <a:r>
              <a:rPr lang="en-US" dirty="0">
                <a:latin typeface="Arial" panose="020B0604020202020204" pitchFamily="34" charset="0"/>
                <a:cs typeface="Arial" panose="020B0604020202020204" pitchFamily="34" charset="0"/>
              </a:rPr>
              <a:t>The  poem is about African culture and identity.</a:t>
            </a:r>
          </a:p>
          <a:p>
            <a:r>
              <a:rPr lang="en-US" dirty="0">
                <a:latin typeface="Arial" panose="020B0604020202020204" pitchFamily="34" charset="0"/>
                <a:cs typeface="Arial" panose="020B0604020202020204" pitchFamily="34" charset="0"/>
              </a:rPr>
              <a:t>The dynamic nature of culture. </a:t>
            </a:r>
          </a:p>
          <a:p>
            <a:r>
              <a:rPr lang="en-US" dirty="0">
                <a:latin typeface="Arial" panose="020B0604020202020204" pitchFamily="34" charset="0"/>
                <a:cs typeface="Arial" panose="020B0604020202020204" pitchFamily="34" charset="0"/>
              </a:rPr>
              <a:t>The need to synthesize African culture with the Western one. </a:t>
            </a:r>
          </a:p>
          <a:p>
            <a:r>
              <a:rPr lang="en-US" dirty="0">
                <a:latin typeface="Arial" panose="020B0604020202020204" pitchFamily="34" charset="0"/>
                <a:cs typeface="Arial" panose="020B0604020202020204" pitchFamily="34" charset="0"/>
              </a:rPr>
              <a:t>African identity and the theme of reconciliation.</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03" name="Title 1"/>
          <p:cNvSpPr>
            <a:spLocks noGrp="1"/>
          </p:cNvSpPr>
          <p:nvPr>
            <p:ph type="title"/>
          </p:nvPr>
        </p:nvSpPr>
        <p:spPr/>
        <p:txBody>
          <a:bodyPr/>
          <a:lstStyle/>
          <a:p>
            <a:pPr algn="ctr"/>
            <a:r>
              <a:rPr lang="en-US" b="1" dirty="0">
                <a:latin typeface="Arial" panose="020B0604020202020204" pitchFamily="34" charset="0"/>
                <a:cs typeface="Arial" panose="020B0604020202020204" pitchFamily="34" charset="0"/>
              </a:rPr>
              <a:t>THE FIRST STANZA</a:t>
            </a:r>
          </a:p>
        </p:txBody>
      </p:sp>
      <p:sp>
        <p:nvSpPr>
          <p:cNvPr id="1048604" name="Content Placeholder 2"/>
          <p:cNvSpPr>
            <a:spLocks noGrp="1"/>
          </p:cNvSpPr>
          <p:nvPr>
            <p:ph idx="1"/>
          </p:nvPr>
        </p:nvSpPr>
        <p:spPr/>
        <p:txBody>
          <a:bodyPr>
            <a:normAutofit fontScale="93571"/>
          </a:bodyPr>
          <a:lstStyle/>
          <a:p>
            <a:pPr algn="just"/>
            <a:r>
              <a:rPr lang="en-GB" dirty="0">
                <a:latin typeface="Arial" panose="020B0604020202020204" pitchFamily="34" charset="0"/>
                <a:cs typeface="Arial" panose="020B0604020202020204" pitchFamily="34" charset="0"/>
              </a:rPr>
              <a:t>The persona is pleading with Africa and her leaders that the culture of the continent should not be preserved as if it were some cultural artefacts in a museum to please some white tourists. </a:t>
            </a:r>
          </a:p>
          <a:p>
            <a:pPr algn="just"/>
            <a:r>
              <a:rPr lang="en-GB" dirty="0">
                <a:latin typeface="Arial" panose="020B0604020202020204" pitchFamily="34" charset="0"/>
                <a:cs typeface="Arial" panose="020B0604020202020204" pitchFamily="34" charset="0"/>
              </a:rPr>
              <a:t>Culture is dynamic and its preserved form cannot encapsulate the changes it undergoes on daily bases. </a:t>
            </a:r>
          </a:p>
          <a:p>
            <a:pPr algn="just"/>
            <a:r>
              <a:rPr lang="en-GB" dirty="0">
                <a:latin typeface="Arial" panose="020B0604020202020204" pitchFamily="34" charset="0"/>
                <a:cs typeface="Arial" panose="020B0604020202020204" pitchFamily="34" charset="0"/>
              </a:rPr>
              <a:t>It  should be lived in its natural state since what is natural cannot be compared to the artificial one. </a:t>
            </a:r>
          </a:p>
          <a:p>
            <a:pPr algn="just"/>
            <a:r>
              <a:rPr lang="en-GB" dirty="0">
                <a:latin typeface="Arial" panose="020B0604020202020204" pitchFamily="34" charset="0"/>
                <a:cs typeface="Arial" panose="020B0604020202020204" pitchFamily="34" charset="0"/>
              </a:rPr>
              <a:t>It is the whites who think that that they can understand a culture by arresting it in its development at a stage and placing it in a museum to study.</a:t>
            </a:r>
            <a:endParaRPr lang="en-US" dirty="0">
              <a:latin typeface="Arial" panose="020B0604020202020204" pitchFamily="34" charset="0"/>
              <a:cs typeface="Arial" panose="020B0604020202020204" pitchFamily="34"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05" name="Title 1"/>
          <p:cNvSpPr>
            <a:spLocks noGrp="1"/>
          </p:cNvSpPr>
          <p:nvPr>
            <p:ph type="title"/>
          </p:nvPr>
        </p:nvSpPr>
        <p:spPr/>
        <p:txBody>
          <a:bodyPr/>
          <a:lstStyle/>
          <a:p>
            <a:pPr algn="ctr"/>
            <a:r>
              <a:rPr lang="en-US" b="1" dirty="0">
                <a:latin typeface="Arial" panose="020B0604020202020204" pitchFamily="34" charset="0"/>
                <a:cs typeface="Arial" panose="020B0604020202020204" pitchFamily="34" charset="0"/>
              </a:rPr>
              <a:t>THE SECOND STANZA</a:t>
            </a:r>
          </a:p>
        </p:txBody>
      </p:sp>
      <p:sp>
        <p:nvSpPr>
          <p:cNvPr id="1048606" name="Content Placeholder 2"/>
          <p:cNvSpPr>
            <a:spLocks noGrp="1"/>
          </p:cNvSpPr>
          <p:nvPr>
            <p:ph idx="1"/>
          </p:nvPr>
        </p:nvSpPr>
        <p:spPr/>
        <p:txBody>
          <a:bodyPr>
            <a:normAutofit fontScale="93214"/>
          </a:bodyPr>
          <a:lstStyle/>
          <a:p>
            <a:pPr algn="just"/>
            <a:r>
              <a:rPr lang="en-US" dirty="0">
                <a:latin typeface="Arial" panose="020B0604020202020204" pitchFamily="34" charset="0"/>
                <a:cs typeface="Arial" panose="020B0604020202020204" pitchFamily="34" charset="0"/>
              </a:rPr>
              <a:t>The persona makes a plea for Africa to be allowed to synthesis its culture with Western culture under no duress. </a:t>
            </a:r>
          </a:p>
          <a:p>
            <a:pPr algn="just"/>
            <a:r>
              <a:rPr lang="en-US" dirty="0">
                <a:latin typeface="Arial" panose="020B0604020202020204" pitchFamily="34" charset="0"/>
                <a:cs typeface="Arial" panose="020B0604020202020204" pitchFamily="34" charset="0"/>
              </a:rPr>
              <a:t>Africa knows what is good for her and she can  decide which aspects of her culture to marry with the innovations from the West; cultural imposition is not desirable. </a:t>
            </a:r>
          </a:p>
          <a:p>
            <a:pPr algn="just"/>
            <a:r>
              <a:rPr lang="en-US" dirty="0">
                <a:latin typeface="Arial" panose="020B0604020202020204" pitchFamily="34" charset="0"/>
                <a:cs typeface="Arial" panose="020B0604020202020204" pitchFamily="34" charset="0"/>
              </a:rPr>
              <a:t>By marrying good aspects of her culture with what is good from the West, Africa will come out a better continent in terms of culture and identity.</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07" name="Title 1"/>
          <p:cNvSpPr>
            <a:spLocks noGrp="1"/>
          </p:cNvSpPr>
          <p:nvPr>
            <p:ph type="title"/>
          </p:nvPr>
        </p:nvSpPr>
        <p:spPr/>
        <p:txBody>
          <a:bodyPr/>
          <a:lstStyle/>
          <a:p>
            <a:pPr algn="ctr"/>
            <a:r>
              <a:rPr lang="en-US" b="1" dirty="0">
                <a:latin typeface="Arial" panose="020B0604020202020204" pitchFamily="34" charset="0"/>
                <a:cs typeface="Arial" panose="020B0604020202020204" pitchFamily="34" charset="0"/>
              </a:rPr>
              <a:t>THE THIRD STANZA</a:t>
            </a:r>
          </a:p>
        </p:txBody>
      </p:sp>
      <p:sp>
        <p:nvSpPr>
          <p:cNvPr id="1048608" name="Content Placeholder 2"/>
          <p:cNvSpPr>
            <a:spLocks noGrp="1"/>
          </p:cNvSpPr>
          <p:nvPr>
            <p:ph idx="1"/>
          </p:nvPr>
        </p:nvSpPr>
        <p:spPr/>
        <p:txBody>
          <a:bodyPr>
            <a:normAutofit fontScale="93571"/>
          </a:bodyPr>
          <a:lstStyle/>
          <a:p>
            <a:pPr algn="just"/>
            <a:r>
              <a:rPr lang="en-GB" dirty="0">
                <a:latin typeface="Arial" panose="020B0604020202020204" pitchFamily="34" charset="0"/>
                <a:cs typeface="Arial" panose="020B0604020202020204" pitchFamily="34" charset="0"/>
              </a:rPr>
              <a:t>The persona continues the argument on the reasons why nothing must be imposed on Africans. </a:t>
            </a:r>
          </a:p>
          <a:p>
            <a:pPr algn="just"/>
            <a:r>
              <a:rPr lang="en-GB" dirty="0">
                <a:latin typeface="Arial" panose="020B0604020202020204" pitchFamily="34" charset="0"/>
                <a:cs typeface="Arial" panose="020B0604020202020204" pitchFamily="34" charset="0"/>
              </a:rPr>
              <a:t>He indicates that the whites themselves are much aware of the potential of the African though they pretend the latter is incapable of managing his own affairs. </a:t>
            </a:r>
          </a:p>
          <a:p>
            <a:pPr algn="just"/>
            <a:r>
              <a:rPr lang="en-GB" dirty="0">
                <a:latin typeface="Arial" panose="020B0604020202020204" pitchFamily="34" charset="0"/>
                <a:cs typeface="Arial" panose="020B0604020202020204" pitchFamily="34" charset="0"/>
              </a:rPr>
              <a:t>In this part of the poem, the persona pleads with the whites to for once be noble by admitting the potential of the African and by allowing him to charter his own course in the choice of cultural synthesis in complete freedom.</a:t>
            </a:r>
          </a:p>
          <a:p>
            <a:pPr algn="just"/>
            <a:r>
              <a:rPr lang="en-GB" dirty="0">
                <a:latin typeface="Arial" panose="020B0604020202020204" pitchFamily="34" charset="0"/>
                <a:cs typeface="Arial" panose="020B0604020202020204" pitchFamily="34" charset="0"/>
              </a:rPr>
              <a:t>If this is done both the African and the white will never regret.</a:t>
            </a:r>
            <a:endParaRPr lang="en-US" dirty="0">
              <a:latin typeface="Arial" panose="020B0604020202020204" pitchFamily="34" charset="0"/>
              <a:cs typeface="Arial" panose="020B0604020202020204" pitchFamily="34"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09" name="Title 1"/>
          <p:cNvSpPr>
            <a:spLocks noGrp="1"/>
          </p:cNvSpPr>
          <p:nvPr>
            <p:ph type="title"/>
          </p:nvPr>
        </p:nvSpPr>
        <p:spPr/>
        <p:txBody>
          <a:bodyPr/>
          <a:lstStyle/>
          <a:p>
            <a:pPr algn="ctr"/>
            <a:r>
              <a:rPr lang="en-US" b="1" dirty="0">
                <a:latin typeface="Arial" panose="020B0604020202020204" pitchFamily="34" charset="0"/>
                <a:cs typeface="Arial" panose="020B0604020202020204" pitchFamily="34" charset="0"/>
              </a:rPr>
              <a:t>LANGUAGE</a:t>
            </a:r>
          </a:p>
        </p:txBody>
      </p:sp>
      <p:sp>
        <p:nvSpPr>
          <p:cNvPr id="1048610" name="Content Placeholder 2"/>
          <p:cNvSpPr>
            <a:spLocks noGrp="1"/>
          </p:cNvSpPr>
          <p:nvPr>
            <p:ph idx="1"/>
          </p:nvPr>
        </p:nvSpPr>
        <p:spPr/>
        <p:txBody>
          <a:bodyPr>
            <a:normAutofit fontScale="70714" lnSpcReduction="20000"/>
          </a:bodyPr>
          <a:lstStyle/>
          <a:p>
            <a:pPr algn="just"/>
            <a:r>
              <a:rPr lang="en-US" dirty="0">
                <a:latin typeface="Arial" panose="020B0604020202020204" pitchFamily="34" charset="0"/>
                <a:cs typeface="Arial" panose="020B0604020202020204" pitchFamily="34" charset="0"/>
              </a:rPr>
              <a:t>The poem is written in very simple language with very few unfamiliar words or expressions. </a:t>
            </a:r>
          </a:p>
          <a:p>
            <a:pPr algn="just"/>
            <a:r>
              <a:rPr lang="en-US" dirty="0">
                <a:latin typeface="Arial" panose="020B0604020202020204" pitchFamily="34" charset="0"/>
                <a:cs typeface="Arial" panose="020B0604020202020204" pitchFamily="34" charset="0"/>
              </a:rPr>
              <a:t>“Curios” and “</a:t>
            </a:r>
            <a:r>
              <a:rPr lang="en-US" dirty="0" err="1">
                <a:latin typeface="Arial" panose="020B0604020202020204" pitchFamily="34" charset="0"/>
                <a:cs typeface="Arial" panose="020B0604020202020204" pitchFamily="34" charset="0"/>
              </a:rPr>
              <a:t>untrammelled</a:t>
            </a:r>
            <a:r>
              <a:rPr lang="en-US" dirty="0">
                <a:latin typeface="Arial" panose="020B0604020202020204" pitchFamily="34" charset="0"/>
                <a:cs typeface="Arial" panose="020B0604020202020204" pitchFamily="34" charset="0"/>
              </a:rPr>
              <a:t>” are the two words that may appear unfamiliar in the poem. Curios are rare, unusual objects and “</a:t>
            </a:r>
            <a:r>
              <a:rPr lang="en-US" dirty="0" err="1">
                <a:latin typeface="Arial" panose="020B0604020202020204" pitchFamily="34" charset="0"/>
                <a:cs typeface="Arial" panose="020B0604020202020204" pitchFamily="34" charset="0"/>
              </a:rPr>
              <a:t>untrammelled</a:t>
            </a:r>
            <a:r>
              <a:rPr lang="en-US" dirty="0">
                <a:latin typeface="Arial" panose="020B0604020202020204" pitchFamily="34" charset="0"/>
                <a:cs typeface="Arial" panose="020B0604020202020204" pitchFamily="34" charset="0"/>
              </a:rPr>
              <a:t>” simply means under no rules or influence. </a:t>
            </a:r>
          </a:p>
          <a:p>
            <a:pPr algn="just"/>
            <a:r>
              <a:rPr lang="en-US" dirty="0">
                <a:latin typeface="Arial" panose="020B0604020202020204" pitchFamily="34" charset="0"/>
                <a:cs typeface="Arial" panose="020B0604020202020204" pitchFamily="34" charset="0"/>
              </a:rPr>
              <a:t>In  “</a:t>
            </a:r>
            <a:r>
              <a:rPr lang="en-GB" dirty="0">
                <a:latin typeface="Arial" panose="020B0604020202020204" pitchFamily="34" charset="0"/>
                <a:cs typeface="Arial" panose="020B0604020202020204" pitchFamily="34" charset="0"/>
              </a:rPr>
              <a:t>Don’t preserve my customs/As some fine curios” the persona uses simile to protest the treatment given to African culture. It is a culture like any other with its weaknesses and strengths that should not be treated as if it were some old relics that has to be preserved in museums to satisfy some white man’s curiosity. It is a culture full of life and dynamism that Africans and the rest of the world should be proud of. </a:t>
            </a:r>
          </a:p>
          <a:p>
            <a:pPr algn="just"/>
            <a:r>
              <a:rPr lang="en-GB" dirty="0">
                <a:latin typeface="Arial" panose="020B0604020202020204" pitchFamily="34" charset="0"/>
                <a:cs typeface="Arial" panose="020B0604020202020204" pitchFamily="34" charset="0"/>
              </a:rPr>
              <a:t>The poem is set in Africa, Nigeria to be precise in the early twentieth century before the struggle for independence started. </a:t>
            </a:r>
          </a:p>
          <a:p>
            <a:pPr algn="just"/>
            <a:r>
              <a:rPr lang="en-GB" dirty="0">
                <a:latin typeface="Arial" panose="020B0604020202020204" pitchFamily="34" charset="0"/>
                <a:cs typeface="Arial" panose="020B0604020202020204" pitchFamily="34" charset="0"/>
              </a:rPr>
              <a:t>It is directed to “young” Africa. It may be to the emerging Africa or to the young people </a:t>
            </a:r>
            <a:r>
              <a:rPr lang="en-GB">
                <a:latin typeface="Arial" panose="020B0604020202020204" pitchFamily="34" charset="0"/>
                <a:cs typeface="Arial" panose="020B0604020202020204" pitchFamily="34" charset="0"/>
              </a:rPr>
              <a:t>of the continent</a:t>
            </a:r>
            <a:r>
              <a:rPr lang="en-GB" dirty="0">
                <a:latin typeface="Arial" panose="020B0604020202020204" pitchFamily="34" charset="0"/>
                <a:cs typeface="Arial" panose="020B0604020202020204" pitchFamily="34" charset="0"/>
              </a:rPr>
              <a:t>.  </a:t>
            </a:r>
            <a:br>
              <a:rPr lang="en-GB" dirty="0">
                <a:latin typeface="Arial" panose="020B0604020202020204" pitchFamily="34" charset="0"/>
                <a:cs typeface="Arial" panose="020B0604020202020204" pitchFamily="34" charset="0"/>
              </a:rPr>
            </a:br>
            <a:endParaRPr lang="en-US" dirty="0">
              <a:latin typeface="Arial" panose="020B0604020202020204" pitchFamily="34" charset="0"/>
              <a:cs typeface="Arial" panose="020B0604020202020204" pitchFamily="34" charset="0"/>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34</TotalTime>
  <Words>836</Words>
  <Application>Microsoft Office PowerPoint</Application>
  <PresentationFormat>Widescreen</PresentationFormat>
  <Paragraphs>43</Paragraphs>
  <Slides>8</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8</vt:i4>
      </vt:variant>
    </vt:vector>
  </HeadingPairs>
  <TitlesOfParts>
    <vt:vector size="12" baseType="lpstr">
      <vt:lpstr>Arial</vt:lpstr>
      <vt:lpstr>Calibri</vt:lpstr>
      <vt:lpstr>Calibri Light</vt:lpstr>
      <vt:lpstr>Office Theme</vt:lpstr>
      <vt:lpstr>“YOUNG AFRICA’S PLEA”</vt:lpstr>
      <vt:lpstr>THE AUTHOR</vt:lpstr>
      <vt:lpstr>THE POEM</vt:lpstr>
      <vt:lpstr>THEMES</vt:lpstr>
      <vt:lpstr>THE FIRST STANZA</vt:lpstr>
      <vt:lpstr>THE SECOND STANZA</vt:lpstr>
      <vt:lpstr>THE THIRD STANZA</vt:lpstr>
      <vt:lpstr>LANGUAGE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Young Africa Plea by Denis Osadebe</dc:title>
  <dc:creator>DR SANKA</dc:creator>
  <cp:lastModifiedBy>johnaning53@outlook.com</cp:lastModifiedBy>
  <cp:revision>8</cp:revision>
  <dcterms:created xsi:type="dcterms:W3CDTF">2021-02-17T08:56:45Z</dcterms:created>
  <dcterms:modified xsi:type="dcterms:W3CDTF">2021-02-21T22:29:24Z</dcterms:modified>
</cp:coreProperties>
</file>