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93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87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2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24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9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02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2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3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8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2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1BB7F-CDD7-49EC-ABC6-ADF1B3BFD599}" type="datetimeFigureOut">
              <a:rPr lang="en-US" smtClean="0"/>
              <a:t>10/17/2019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FDBE2-2374-46D1-A9CD-6DC43D388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2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AND 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Learning objectives:</a:t>
            </a:r>
          </a:p>
          <a:p>
            <a:pPr lvl="1"/>
            <a:r>
              <a:rPr lang="en-NZ" dirty="0" smtClean="0"/>
              <a:t>Explain various theories that explain the origin of society</a:t>
            </a:r>
          </a:p>
          <a:p>
            <a:pPr lvl="1"/>
            <a:r>
              <a:rPr lang="en-NZ" dirty="0" smtClean="0"/>
              <a:t>Describe the relationship between individual and society</a:t>
            </a:r>
          </a:p>
          <a:p>
            <a:pPr lvl="1"/>
            <a:r>
              <a:rPr lang="en-NZ" dirty="0" smtClean="0"/>
              <a:t>Describe the various views that explain the relationship between individual and society </a:t>
            </a:r>
          </a:p>
          <a:p>
            <a:pPr lvl="1"/>
            <a:endParaRPr lang="en-NZ" dirty="0" smtClean="0"/>
          </a:p>
          <a:p>
            <a:pPr lvl="1"/>
            <a:endParaRPr lang="en-NZ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96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and Society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cannot survive without society and societies cannot exist without members. </a:t>
            </a:r>
            <a:endParaRPr lang="en-NZ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Society has become an essential condition for human life to arise and to continue.</a:t>
            </a:r>
          </a:p>
        </p:txBody>
      </p:sp>
    </p:spTree>
    <p:extLst>
      <p:ext uri="{BB962C8B-B14F-4D97-AF65-F5344CB8AC3E}">
        <p14:creationId xmlns:p14="http://schemas.microsoft.com/office/powerpoint/2010/main" val="1929070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4C006A7-95C3-4B09-97DF-C24A55B7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492875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origins of society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93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Contract Theory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social contract theory throws light on the origin of the society.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men are born free and equal.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came into existence because of the agreement entered into by individuals.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classical representatives of this school of thought are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Hobbes,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Locke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Rousseau.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48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Hobbes: The Leviathan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state of nature was in perpetual conflict with his neighbours on account of his essentially selfish nature.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was an enemy to every other man.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mutual agreement they decided to surrender their natural rights into the hands of a few or one with authority to command. </a:t>
            </a:r>
          </a:p>
        </p:txBody>
      </p:sp>
    </p:spTree>
    <p:extLst>
      <p:ext uri="{BB962C8B-B14F-4D97-AF65-F5344CB8AC3E}">
        <p14:creationId xmlns:p14="http://schemas.microsoft.com/office/powerpoint/2010/main" val="258893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Locke: Social Contract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in the state of nature was enjoying an ideal liberty free from all sorts of rules and regulations.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of nature was a state of peace, goodwill, mutual assistance and preservation. But there was no recognized system of law and justice.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 were forced to live in fear and continual danger. In order to escape from this and to gain certainty and security men made a contract to enter into civil society or the state.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social contract was no more than a surrender of rights and powers so that man’s remaining rights would be protected and preserved.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06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J. Rousseau: Le Contract Social.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in the state of nature was a noble savage who led a life of primitive simplicity and idyllic happiness.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Independent, contented, self-sufficient, healthy, fearless and good.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knew neither right nor wrong and was free from all notions of virtue and vice.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enjoyed a pure, unsophisticated, innocent life of perfect freedom and equality in the state of nature. But these conditions did not last long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43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J. Rousseau: Le Contract Social Cont.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increased and reason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emerged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Simplicity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idyllic happiness disappeared.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Families were established, institution of property emerged and human equality was ended. Man began to think in terms of mine and yours.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equality and happiness of the early state were lost, war, murder, conflicts became the order of the day. The escape from this was found in the formation of a civil society.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freedom gave place to civil freedom by a social contract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98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J. Rousseau: Le Contract Social Cont.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individual surrendered himself completely and unconditionally to the will of the body of which he became a member.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so created was a moral and collective body and Rousseau called it the general will.</a:t>
            </a:r>
          </a:p>
        </p:txBody>
      </p:sp>
    </p:spTree>
    <p:extLst>
      <p:ext uri="{BB962C8B-B14F-4D97-AF65-F5344CB8AC3E}">
        <p14:creationId xmlns:p14="http://schemas.microsoft.com/office/powerpoint/2010/main" val="237337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F9C0C8-1637-420C-89B4-9210644A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Individual as a Person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9925D9-90F0-4FAC-A457-6715E6B18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refers to the human rather than the original nature of man.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Language, for example, is an attribute of the person, not of the individual.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person is a social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product.</a:t>
            </a:r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person is used when reference is laid to the qualities and attributes that are results of social life. 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66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6AF552-ADC0-4BCD-B924-C20ED7D02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Individual within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E89E26-BD95-46D8-B990-129FB61F0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 of society implies a mutual give and take by the individual. Takes several varied forms: mutual glances, waving of hands, greeting,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handshake and conversation.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49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31DCA2-6ACF-4F1D-B73F-D1E9C4E70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b/n Individual and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052AC9-8535-4E89-890A-29A665C83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between individual and society can be viewed from three angles: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Functionalist view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Interactionist view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Culture and personality view </a:t>
            </a:r>
          </a:p>
          <a:p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470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7276D4-D087-4217-BD82-0D4648242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Functionalist View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society (Structure) affect Individual?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83A987-01C8-493E-B938-E9A2C4023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makes man.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process of socialization in institutions/social structure(s) e.g. the family, school and work place.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is a reality, sui generis.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Spencer and Durkheim examined society as existing apart from the individual.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in origin and importance to the individual. </a:t>
            </a:r>
          </a:p>
        </p:txBody>
      </p:sp>
    </p:spTree>
    <p:extLst>
      <p:ext uri="{BB962C8B-B14F-4D97-AF65-F5344CB8AC3E}">
        <p14:creationId xmlns:p14="http://schemas.microsoft.com/office/powerpoint/2010/main" val="181767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DE7B85-6669-4D87-BAD8-603934DF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Functionalist View Cont.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A75F28-A086-4447-B007-7DD446431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and indispensability of society in the formation of the individual’s personality clearly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clearly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in the cases of feral children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Anna, Isabella, Kamal,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3895971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34CD8C-B030-4156-A938-03DC882FB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Interactionist View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society constructed (Agency)?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14B36A-E0F6-4624-9D90-FD36ED995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makes society.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process of interaction, individuals build society.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are endowed with the capacity to think, reason, interpret, act, etc.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champion of this approach was Max Weber (social action theorist).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are W. I. Thomas, Herbert Mead, Herbert Blumer, C. H. Cooley, etc.</a:t>
            </a:r>
          </a:p>
        </p:txBody>
      </p:sp>
    </p:spTree>
    <p:extLst>
      <p:ext uri="{BB962C8B-B14F-4D97-AF65-F5344CB8AC3E}">
        <p14:creationId xmlns:p14="http://schemas.microsoft.com/office/powerpoint/2010/main" val="2401425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27D66F-15C9-4B01-A049-FB5BC8F2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Interactionist View Cont.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F4B5F4-D473-4AF7-B0F0-A454011C1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perspective is sometimes referred to as symbolic interactionism.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emphasizes the importance of symbolic means of communication – language,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gestures and dressing, etc.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Interactionists agree that society constrains and forms individuals.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They, however, insist that individuals have the ability to be creative, manipulate symbols, maneuver rules and regulations, etc.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600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DE0FFD-C7A2-4D7B-B051-0FA9DD947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Culture and Personality View: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individual and society interact?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895E0B-36EF-402F-81EB-92E836EE9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Considered separately, both the functionalist and interactionist views are incomplete.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reality, not society or individual but it is society and individual which help in understanding the total reality.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view was laid down mainly by Margret Mead, Abram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Kardiner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Anthony Giddens, etc.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maintain that society’s culture affects personality (individual) and in turn, personality helps in the formation of society’s culture. </a:t>
            </a:r>
          </a:p>
        </p:txBody>
      </p:sp>
    </p:spTree>
    <p:extLst>
      <p:ext uri="{BB962C8B-B14F-4D97-AF65-F5344CB8AC3E}">
        <p14:creationId xmlns:p14="http://schemas.microsoft.com/office/powerpoint/2010/main" val="3230004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910</Words>
  <Application>Microsoft Office PowerPoint</Application>
  <PresentationFormat>On-screen Show (4:3)</PresentationFormat>
  <Paragraphs>77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INDIVIDUAL AND SOCIETY</vt:lpstr>
      <vt:lpstr>Individual and Society</vt:lpstr>
      <vt:lpstr>The origins of society</vt:lpstr>
      <vt:lpstr> Social Contract Theory </vt:lpstr>
      <vt:lpstr>  Thomas Hobbes: The Leviathan   </vt:lpstr>
      <vt:lpstr> John Locke: Social Contract  </vt:lpstr>
      <vt:lpstr> J. J. Rousseau: Le Contract Social. </vt:lpstr>
      <vt:lpstr> J. J. Rousseau: Le Contract Social Cont. </vt:lpstr>
      <vt:lpstr> J. J. Rousseau: Le Contract Social Cont. </vt:lpstr>
      <vt:lpstr>The Individual as a Person</vt:lpstr>
      <vt:lpstr>The Individual within Society</vt:lpstr>
      <vt:lpstr>Relationship b/n Individual and Society</vt:lpstr>
      <vt:lpstr>Functionalist View How does society (Structure) affect Individual? </vt:lpstr>
      <vt:lpstr>Functionalist View Cont. </vt:lpstr>
      <vt:lpstr>Interactionist View How is society constructed (Agency)?</vt:lpstr>
      <vt:lpstr>Interactionist View Cont. </vt:lpstr>
      <vt:lpstr>Culture and Personality View: How individual and society interact? 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AND SOCIETY</dc:title>
  <dc:creator>Microsoft</dc:creator>
  <cp:lastModifiedBy>Microsoft</cp:lastModifiedBy>
  <cp:revision>17</cp:revision>
  <dcterms:created xsi:type="dcterms:W3CDTF">2019-10-17T06:58:42Z</dcterms:created>
  <dcterms:modified xsi:type="dcterms:W3CDTF">2019-10-17T12:46:56Z</dcterms:modified>
</cp:coreProperties>
</file>