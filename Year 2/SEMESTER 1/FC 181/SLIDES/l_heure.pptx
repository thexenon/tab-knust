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0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9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6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72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2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8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00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9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2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4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4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0F3A7-9DC1-4382-BE2B-8FD2968037F2}" type="datetimeFigureOut">
              <a:rPr lang="en-US" smtClean="0"/>
              <a:t>11/1/2016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499DB-A1EC-4F1B-A06D-76F10049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52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302883"/>
            <a:ext cx="123942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L’heure en Français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1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736055"/>
            <a:ext cx="11206977" cy="484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716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86829" y="0"/>
            <a:ext cx="2141034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Activités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Quelle heure est-il?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1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659" y="1115122"/>
            <a:ext cx="2520176" cy="20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67268" y="-960901"/>
            <a:ext cx="22068263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 smtClean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………………………………………………………………………………….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906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1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234" y="780586"/>
            <a:ext cx="2330605" cy="198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-1821171"/>
            <a:ext cx="7571303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……………………………………………………………………………………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097" name="Picture 1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189" y="1485057"/>
            <a:ext cx="2163337" cy="179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-2255718"/>
            <a:ext cx="8084264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……………………………………………………………………………………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150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1" name="Picture 1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238" y="1103971"/>
            <a:ext cx="2475572" cy="188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-2532716"/>
            <a:ext cx="8468985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……………………………………………………………………………………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50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145" name="Picture 1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389" y="1315844"/>
            <a:ext cx="2386362" cy="179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-2246193"/>
            <a:ext cx="8340745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……………………………………………………………………………………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450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169" name="Picture 1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771" y="1694985"/>
            <a:ext cx="2832409" cy="167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-2255718"/>
            <a:ext cx="9225602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……………………………………………………………………………….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17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</Words>
  <Application>Microsoft Office PowerPoint</Application>
  <PresentationFormat>Widescreen</PresentationFormat>
  <Paragraphs>144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DML1 PC</dc:creator>
  <cp:lastModifiedBy>DML1 PC</cp:lastModifiedBy>
  <cp:revision>2</cp:revision>
  <dcterms:created xsi:type="dcterms:W3CDTF">2016-11-01T14:39:34Z</dcterms:created>
  <dcterms:modified xsi:type="dcterms:W3CDTF">2016-11-01T14:57:10Z</dcterms:modified>
</cp:coreProperties>
</file>