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84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GB" dirty="0" err="1" smtClean="0"/>
              <a:t>Parler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Je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parle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Tu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parles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Il /Elle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parle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Nous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parlons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Vous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parlez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Ils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Elles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parlent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français</a:t>
            </a:r>
            <a:endParaRPr lang="en-GB" sz="4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Manger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algn="just"/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Je </a:t>
            </a:r>
            <a:r>
              <a:rPr lang="en-GB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mange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du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riz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Tu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manges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du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riz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Il/ Elle </a:t>
            </a:r>
            <a:r>
              <a:rPr lang="en-GB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mange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du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riz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Nous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mangeons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du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riz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Vous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mangez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du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riz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Ils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Elles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mangent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du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riz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dirty="0" err="1" smtClean="0"/>
              <a:t>Aller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algn="just"/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Je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vais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à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l’école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Tu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vas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à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l’école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Il / Elle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à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l’école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Nous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allons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à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l’école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Vous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allez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à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l’école</a:t>
            </a:r>
            <a:endParaRPr lang="en-GB" sz="4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Ils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Elles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vont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400" dirty="0" smtClean="0">
                <a:latin typeface="Times New Roman" pitchFamily="18" charset="0"/>
                <a:cs typeface="Times New Roman" pitchFamily="18" charset="0"/>
              </a:rPr>
              <a:t>à </a:t>
            </a:r>
            <a:r>
              <a:rPr lang="en-GB" sz="4400" dirty="0" err="1" smtClean="0">
                <a:latin typeface="Times New Roman" pitchFamily="18" charset="0"/>
                <a:cs typeface="Times New Roman" pitchFamily="18" charset="0"/>
              </a:rPr>
              <a:t>l’école</a:t>
            </a:r>
            <a:endParaRPr lang="en-GB" sz="4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On-screen Show (4:3)</PresentationFormat>
  <Paragraphs>21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Parler</vt:lpstr>
      <vt:lpstr>Manger </vt:lpstr>
      <vt:lpstr>Aller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Parler</dc:title>
  <dc:creator>Makafui</dc:creator>
  <cp:lastModifiedBy>Makafui</cp:lastModifiedBy>
  <cp:revision>1</cp:revision>
  <dcterms:created xsi:type="dcterms:W3CDTF">2006-08-16T00:00:00Z</dcterms:created>
  <dcterms:modified xsi:type="dcterms:W3CDTF">2015-10-05T11:57:24Z</dcterms:modified>
</cp:coreProperties>
</file>