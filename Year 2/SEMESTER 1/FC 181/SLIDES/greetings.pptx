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8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3A3AC-03A4-43B5-83C8-0E9C76640AB6}" type="datetimeFigureOut">
              <a:rPr lang="en-US" smtClean="0"/>
              <a:t>10/3/2016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020FB-E143-4B1B-9A98-B35348D84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876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3A3AC-03A4-43B5-83C8-0E9C76640AB6}" type="datetimeFigureOut">
              <a:rPr lang="en-US" smtClean="0"/>
              <a:t>10/3/2016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020FB-E143-4B1B-9A98-B35348D84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928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3A3AC-03A4-43B5-83C8-0E9C76640AB6}" type="datetimeFigureOut">
              <a:rPr lang="en-US" smtClean="0"/>
              <a:t>10/3/2016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020FB-E143-4B1B-9A98-B35348D84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644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3A3AC-03A4-43B5-83C8-0E9C76640AB6}" type="datetimeFigureOut">
              <a:rPr lang="en-US" smtClean="0"/>
              <a:t>10/3/2016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020FB-E143-4B1B-9A98-B35348D84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432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3A3AC-03A4-43B5-83C8-0E9C76640AB6}" type="datetimeFigureOut">
              <a:rPr lang="en-US" smtClean="0"/>
              <a:t>10/3/2016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020FB-E143-4B1B-9A98-B35348D84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737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3A3AC-03A4-43B5-83C8-0E9C76640AB6}" type="datetimeFigureOut">
              <a:rPr lang="en-US" smtClean="0"/>
              <a:t>10/3/2016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020FB-E143-4B1B-9A98-B35348D84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570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3A3AC-03A4-43B5-83C8-0E9C76640AB6}" type="datetimeFigureOut">
              <a:rPr lang="en-US" smtClean="0"/>
              <a:t>10/3/2016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020FB-E143-4B1B-9A98-B35348D84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080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3A3AC-03A4-43B5-83C8-0E9C76640AB6}" type="datetimeFigureOut">
              <a:rPr lang="en-US" smtClean="0"/>
              <a:t>10/3/2016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020FB-E143-4B1B-9A98-B35348D84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159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3A3AC-03A4-43B5-83C8-0E9C76640AB6}" type="datetimeFigureOut">
              <a:rPr lang="en-US" smtClean="0"/>
              <a:t>10/3/2016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020FB-E143-4B1B-9A98-B35348D84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940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3A3AC-03A4-43B5-83C8-0E9C76640AB6}" type="datetimeFigureOut">
              <a:rPr lang="en-US" smtClean="0"/>
              <a:t>10/3/2016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020FB-E143-4B1B-9A98-B35348D84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349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3A3AC-03A4-43B5-83C8-0E9C76640AB6}" type="datetimeFigureOut">
              <a:rPr lang="en-US" smtClean="0"/>
              <a:t>10/3/2016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020FB-E143-4B1B-9A98-B35348D84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749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03A3AC-03A4-43B5-83C8-0E9C76640AB6}" type="datetimeFigureOut">
              <a:rPr lang="en-US" smtClean="0"/>
              <a:t>10/3/2016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3020FB-E143-4B1B-9A98-B35348D84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961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Daily French Greetings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0" y="-6452693"/>
            <a:ext cx="10885993" cy="133625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200" b="1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200" b="1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200" b="1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200" b="1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200" b="1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200" b="1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200" b="1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200" b="1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200" b="1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200" b="1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200" b="1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200" b="1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200" b="1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200" b="1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200" b="1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200" b="1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8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Bonjour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Hello, Good Morning, Good Afternoon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Bonsoir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Good Evening 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Salut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Hi (informal. Mainly used by under 20 year olds)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Bon après-midi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Have a nice afternoon (</a:t>
            </a:r>
            <a:r>
              <a:rPr kumimoji="0" lang="en-US" sz="2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NOT: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Good afternoon)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Bonne </a:t>
            </a:r>
            <a:r>
              <a:rPr kumimoji="0" lang="en-US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journée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Have a nice day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Bonne soirée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Have a nice evening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Bonne </a:t>
            </a:r>
            <a:r>
              <a:rPr kumimoji="0" lang="en-US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nuit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Good night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À la prochaine!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kumimoji="0" lang="fr-FR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Until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fr-FR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next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time! 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À </a:t>
            </a:r>
            <a:r>
              <a:rPr kumimoji="0" lang="en-US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bientôt</a:t>
            </a: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See you soon!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Top Tip :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When entering into a public place such as a shop, office, lift 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always greet people with a </a:t>
            </a:r>
            <a:r>
              <a:rPr kumimoji="0" lang="en-US" sz="2800" b="1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Bonjour / Bonsoir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even if you don't know them.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0" y="45720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055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Seasonal Greetings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Joyeux</a:t>
            </a:r>
            <a:r>
              <a:rPr lang="en-US" b="1" dirty="0"/>
              <a:t> Noël et bonne </a:t>
            </a:r>
            <a:r>
              <a:rPr lang="en-US" b="1" dirty="0" err="1"/>
              <a:t>Année</a:t>
            </a:r>
            <a:r>
              <a:rPr lang="en-US" dirty="0"/>
              <a:t> - Seasons Greetings</a:t>
            </a:r>
          </a:p>
          <a:p>
            <a:r>
              <a:rPr lang="en-US" b="1" dirty="0" err="1"/>
              <a:t>Joyeux</a:t>
            </a:r>
            <a:r>
              <a:rPr lang="en-US" b="1" dirty="0"/>
              <a:t> Noël</a:t>
            </a:r>
            <a:r>
              <a:rPr lang="en-US" dirty="0"/>
              <a:t> - Merry Christmas</a:t>
            </a:r>
          </a:p>
          <a:p>
            <a:r>
              <a:rPr lang="en-US" b="1" dirty="0"/>
              <a:t>Bonne </a:t>
            </a:r>
            <a:r>
              <a:rPr lang="en-US" b="1" dirty="0" err="1"/>
              <a:t>Année</a:t>
            </a:r>
            <a:r>
              <a:rPr lang="en-US" dirty="0"/>
              <a:t> - Happy New Year</a:t>
            </a:r>
          </a:p>
          <a:p>
            <a:r>
              <a:rPr lang="en-US" b="1" dirty="0"/>
              <a:t>Bonne Santé</a:t>
            </a:r>
            <a:r>
              <a:rPr lang="en-US" dirty="0"/>
              <a:t> - Good Health (also said at New Year)</a:t>
            </a:r>
          </a:p>
          <a:p>
            <a:r>
              <a:rPr lang="en-US" b="1" dirty="0" err="1"/>
              <a:t>Joyeux</a:t>
            </a:r>
            <a:r>
              <a:rPr lang="en-US" b="1" dirty="0"/>
              <a:t> </a:t>
            </a:r>
            <a:r>
              <a:rPr lang="en-US" b="1" dirty="0" err="1"/>
              <a:t>quatorze</a:t>
            </a:r>
            <a:r>
              <a:rPr lang="en-US" b="1" dirty="0"/>
              <a:t> </a:t>
            </a:r>
            <a:r>
              <a:rPr lang="en-US" b="1" dirty="0" err="1"/>
              <a:t>juillet</a:t>
            </a:r>
            <a:r>
              <a:rPr lang="en-US" b="1" dirty="0"/>
              <a:t>!</a:t>
            </a:r>
            <a:r>
              <a:rPr lang="en-US" dirty="0"/>
              <a:t> - Happy Bastille Day! (PS it's July 14th)</a:t>
            </a:r>
          </a:p>
          <a:p>
            <a:r>
              <a:rPr lang="en-US" b="1" dirty="0"/>
              <a:t>Bonne fête (Saint)</a:t>
            </a:r>
            <a:r>
              <a:rPr lang="en-US" dirty="0"/>
              <a:t> - Happy (Saint's Day) </a:t>
            </a:r>
          </a:p>
          <a:p>
            <a:r>
              <a:rPr lang="en-US" b="1" dirty="0" err="1"/>
              <a:t>Joyeuses</a:t>
            </a:r>
            <a:r>
              <a:rPr lang="en-US" b="1" dirty="0"/>
              <a:t> </a:t>
            </a:r>
            <a:r>
              <a:rPr lang="en-US" b="1" dirty="0" err="1"/>
              <a:t>Pâques</a:t>
            </a:r>
            <a:r>
              <a:rPr lang="en-US" dirty="0"/>
              <a:t> - Happy Easter</a:t>
            </a:r>
          </a:p>
          <a:p>
            <a:r>
              <a:rPr lang="en-US" b="1" dirty="0" err="1"/>
              <a:t>Joyeuses</a:t>
            </a:r>
            <a:r>
              <a:rPr lang="en-US" b="1" dirty="0"/>
              <a:t> Fêtes</a:t>
            </a:r>
            <a:r>
              <a:rPr lang="en-US" dirty="0"/>
              <a:t> - Happy Holidays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306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Special </a:t>
            </a:r>
            <a:r>
              <a:rPr lang="en-US" b="1" dirty="0" err="1"/>
              <a:t>Occcasions</a:t>
            </a:r>
            <a:r>
              <a:rPr lang="en-US" b="1" dirty="0"/>
              <a:t> Greetings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err="1"/>
              <a:t>Meilleurs</a:t>
            </a:r>
            <a:r>
              <a:rPr lang="en-US" b="1" dirty="0"/>
              <a:t> </a:t>
            </a:r>
            <a:r>
              <a:rPr lang="en-US" b="1" dirty="0" err="1"/>
              <a:t>Voeux</a:t>
            </a:r>
            <a:r>
              <a:rPr lang="en-US" dirty="0"/>
              <a:t> - Best Wishes</a:t>
            </a:r>
          </a:p>
          <a:p>
            <a:r>
              <a:rPr lang="en-US" b="1" dirty="0"/>
              <a:t>Bon </a:t>
            </a:r>
            <a:r>
              <a:rPr lang="en-US" b="1" dirty="0" err="1"/>
              <a:t>Anniversaire</a:t>
            </a:r>
            <a:r>
              <a:rPr lang="en-US" dirty="0"/>
              <a:t> - Happy Birthday</a:t>
            </a:r>
          </a:p>
          <a:p>
            <a:r>
              <a:rPr lang="en-US" b="1" dirty="0" err="1"/>
              <a:t>Joyeux</a:t>
            </a:r>
            <a:r>
              <a:rPr lang="en-US" b="1" dirty="0"/>
              <a:t> </a:t>
            </a:r>
            <a:r>
              <a:rPr lang="en-US" b="1" dirty="0" err="1"/>
              <a:t>Anniversaire</a:t>
            </a:r>
            <a:r>
              <a:rPr lang="en-US" dirty="0"/>
              <a:t> - Happy Birthday to You</a:t>
            </a:r>
          </a:p>
          <a:p>
            <a:r>
              <a:rPr lang="en-US" b="1" dirty="0"/>
              <a:t>Bonne Santé</a:t>
            </a:r>
            <a:r>
              <a:rPr lang="en-US" dirty="0"/>
              <a:t> - Good Health (also said at New Year)</a:t>
            </a:r>
          </a:p>
          <a:p>
            <a:r>
              <a:rPr lang="fr-FR" b="1" dirty="0"/>
              <a:t>Mes/Nos Meilleurs </a:t>
            </a:r>
            <a:r>
              <a:rPr lang="fr-FR" b="1" dirty="0" err="1"/>
              <a:t>Voeux</a:t>
            </a:r>
            <a:r>
              <a:rPr lang="fr-FR" dirty="0"/>
              <a:t> - Best </a:t>
            </a:r>
            <a:r>
              <a:rPr lang="fr-FR" dirty="0" err="1"/>
              <a:t>wishes</a:t>
            </a:r>
            <a:endParaRPr lang="en-US" dirty="0"/>
          </a:p>
          <a:p>
            <a:r>
              <a:rPr lang="fr-FR" b="1" dirty="0"/>
              <a:t>Santé! - À ta/votre santé! - À la tienne/vôtre! - Tchin-tchin!</a:t>
            </a:r>
            <a:r>
              <a:rPr lang="fr-FR" dirty="0"/>
              <a:t> - </a:t>
            </a:r>
            <a:r>
              <a:rPr lang="fr-FR" dirty="0" err="1"/>
              <a:t>Cheers</a:t>
            </a:r>
            <a:r>
              <a:rPr lang="fr-FR" dirty="0"/>
              <a:t>!</a:t>
            </a:r>
            <a:endParaRPr lang="en-US" dirty="0"/>
          </a:p>
          <a:p>
            <a:r>
              <a:rPr lang="fr-FR" b="1" dirty="0"/>
              <a:t>Félicitations!</a:t>
            </a:r>
            <a:r>
              <a:rPr lang="fr-FR" dirty="0"/>
              <a:t> - Congratulations! </a:t>
            </a:r>
            <a:endParaRPr lang="en-US" dirty="0"/>
          </a:p>
          <a:p>
            <a:r>
              <a:rPr lang="fr-FR" b="1" dirty="0"/>
              <a:t>Bon Courage!</a:t>
            </a:r>
            <a:r>
              <a:rPr lang="fr-FR" dirty="0"/>
              <a:t> - Good </a:t>
            </a:r>
            <a:r>
              <a:rPr lang="fr-FR" dirty="0" err="1"/>
              <a:t>luck</a:t>
            </a:r>
            <a:r>
              <a:rPr lang="fr-FR" dirty="0"/>
              <a:t>!</a:t>
            </a:r>
            <a:endParaRPr lang="en-US" dirty="0"/>
          </a:p>
          <a:p>
            <a:r>
              <a:rPr lang="fr-FR" b="1" dirty="0"/>
              <a:t>À la famille Privat. </a:t>
            </a:r>
            <a:r>
              <a:rPr lang="en-US" b="1" dirty="0"/>
              <a:t>À ta nouvelle </a:t>
            </a:r>
            <a:r>
              <a:rPr lang="en-US" b="1" dirty="0" err="1"/>
              <a:t>maison</a:t>
            </a:r>
            <a:r>
              <a:rPr lang="en-US" b="1" dirty="0"/>
              <a:t>!</a:t>
            </a:r>
            <a:r>
              <a:rPr lang="en-US" dirty="0"/>
              <a:t> - To the </a:t>
            </a:r>
            <a:r>
              <a:rPr lang="en-US" dirty="0" err="1"/>
              <a:t>Privat</a:t>
            </a:r>
            <a:r>
              <a:rPr lang="en-US" dirty="0"/>
              <a:t> family. To your new house!</a:t>
            </a:r>
          </a:p>
          <a:p>
            <a:r>
              <a:rPr lang="en-US"/>
              <a:t>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366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271</Words>
  <Application>Microsoft Office PowerPoint</Application>
  <PresentationFormat>Widescreen</PresentationFormat>
  <Paragraphs>68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Daily French Greetings </vt:lpstr>
      <vt:lpstr>Seasonal Greetings </vt:lpstr>
      <vt:lpstr>Special Occcasions Greetings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Daily French Greetings </dc:title>
  <dc:creator>DML1 PC</dc:creator>
  <cp:lastModifiedBy>DML1 PC</cp:lastModifiedBy>
  <cp:revision>1</cp:revision>
  <dcterms:created xsi:type="dcterms:W3CDTF">2016-10-03T17:15:12Z</dcterms:created>
  <dcterms:modified xsi:type="dcterms:W3CDTF">2016-10-03T17:23:00Z</dcterms:modified>
</cp:coreProperties>
</file>