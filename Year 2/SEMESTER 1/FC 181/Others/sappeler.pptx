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Tubular" pitchFamily="2" charset="0"/>
              </a:rPr>
              <a:t>The Present Tense</a:t>
            </a:r>
            <a:br>
              <a:rPr lang="en-US" sz="4000" dirty="0" smtClean="0">
                <a:latin typeface="Tubular" pitchFamily="2" charset="0"/>
              </a:rPr>
            </a:br>
            <a:r>
              <a:rPr lang="en-US" sz="4000" dirty="0" smtClean="0">
                <a:latin typeface="Tubular" pitchFamily="2" charset="0"/>
              </a:rPr>
              <a:t>of</a:t>
            </a:r>
            <a:r>
              <a:rPr lang="en-US" dirty="0" smtClean="0">
                <a:latin typeface="Tubular" pitchFamily="2" charset="0"/>
              </a:rPr>
              <a:t/>
            </a:r>
            <a:br>
              <a:rPr lang="en-US" dirty="0" smtClean="0">
                <a:latin typeface="Tubular" pitchFamily="2" charset="0"/>
              </a:rPr>
            </a:br>
            <a:r>
              <a:rPr lang="en-US" sz="7300" b="1" dirty="0" err="1" smtClean="0">
                <a:latin typeface="Tubular" pitchFamily="2" charset="0"/>
              </a:rPr>
              <a:t>s’appeler</a:t>
            </a:r>
            <a:r>
              <a:rPr lang="en-US" dirty="0" smtClean="0">
                <a:latin typeface="Tubular" pitchFamily="2" charset="0"/>
              </a:rPr>
              <a:t/>
            </a:r>
            <a:br>
              <a:rPr lang="en-US" dirty="0" smtClean="0">
                <a:latin typeface="Tubular" pitchFamily="2" charset="0"/>
              </a:rPr>
            </a:br>
            <a:r>
              <a:rPr lang="en-US" sz="4000" dirty="0" smtClean="0">
                <a:latin typeface="Tubular" pitchFamily="2" charset="0"/>
              </a:rPr>
              <a:t>(to be called)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GB" dirty="0" err="1" smtClean="0"/>
              <a:t>S’appeler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1.  Je </a:t>
            </a:r>
            <a:r>
              <a:rPr lang="fr-FR" b="1" dirty="0" smtClean="0">
                <a:solidFill>
                  <a:srgbClr val="FF0000"/>
                </a:solidFill>
              </a:rPr>
              <a:t>m</a:t>
            </a:r>
            <a:r>
              <a:rPr lang="fr-FR" b="1" dirty="0" smtClean="0"/>
              <a:t>’appelle</a:t>
            </a:r>
            <a:r>
              <a:rPr lang="fr-FR" dirty="0" smtClean="0"/>
              <a:t> </a:t>
            </a:r>
            <a:r>
              <a:rPr lang="fr-FR" dirty="0" err="1" smtClean="0"/>
              <a:t>Ama</a:t>
            </a:r>
            <a:r>
              <a:rPr lang="fr-FR" dirty="0" smtClean="0"/>
              <a:t>.</a:t>
            </a:r>
          </a:p>
          <a:p>
            <a:pPr>
              <a:buNone/>
            </a:pPr>
            <a:endParaRPr lang="fr-FR" sz="1100" dirty="0" smtClean="0"/>
          </a:p>
          <a:p>
            <a:r>
              <a:rPr lang="fr-FR" dirty="0" smtClean="0"/>
              <a:t>2.  Tu 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/>
              <a:t>’appelles</a:t>
            </a:r>
            <a:r>
              <a:rPr lang="fr-FR" dirty="0" smtClean="0"/>
              <a:t> Céline?</a:t>
            </a:r>
          </a:p>
          <a:p>
            <a:endParaRPr lang="fr-FR" sz="1000" dirty="0" smtClean="0"/>
          </a:p>
          <a:p>
            <a:r>
              <a:rPr lang="fr-FR" dirty="0" smtClean="0"/>
              <a:t>3.  Il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dirty="0" smtClean="0"/>
              <a:t>’appelle</a:t>
            </a:r>
            <a:r>
              <a:rPr lang="fr-FR" dirty="0" smtClean="0"/>
              <a:t> Jean</a:t>
            </a:r>
          </a:p>
          <a:p>
            <a:pPr>
              <a:buNone/>
            </a:pPr>
            <a:r>
              <a:rPr lang="fr-FR" dirty="0" smtClean="0"/>
              <a:t>          Elle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dirty="0" smtClean="0"/>
              <a:t>’appelle</a:t>
            </a:r>
            <a:r>
              <a:rPr lang="fr-FR" dirty="0" smtClean="0"/>
              <a:t> Jeanne</a:t>
            </a:r>
          </a:p>
          <a:p>
            <a:pPr>
              <a:buNone/>
            </a:pPr>
            <a:endParaRPr lang="fr-FR" sz="1100" dirty="0" smtClean="0"/>
          </a:p>
          <a:p>
            <a:r>
              <a:rPr lang="fr-FR" dirty="0" smtClean="0"/>
              <a:t>4. Nous </a:t>
            </a:r>
            <a:r>
              <a:rPr lang="fr-FR" b="1" dirty="0" smtClean="0">
                <a:solidFill>
                  <a:srgbClr val="FF0000"/>
                </a:solidFill>
              </a:rPr>
              <a:t>nous</a:t>
            </a:r>
            <a:r>
              <a:rPr lang="fr-FR" b="1" dirty="0" smtClean="0"/>
              <a:t> appelons </a:t>
            </a:r>
            <a:r>
              <a:rPr lang="fr-FR" dirty="0" smtClean="0"/>
              <a:t>Kofi et </a:t>
            </a:r>
            <a:r>
              <a:rPr lang="fr-FR" dirty="0" err="1" smtClean="0"/>
              <a:t>Ama</a:t>
            </a:r>
            <a:endParaRPr lang="fr-FR" dirty="0" smtClean="0"/>
          </a:p>
          <a:p>
            <a:pPr>
              <a:buNone/>
            </a:pPr>
            <a:endParaRPr lang="fr-FR" sz="1000" dirty="0" smtClean="0"/>
          </a:p>
          <a:p>
            <a:r>
              <a:rPr lang="fr-FR" dirty="0" smtClean="0"/>
              <a:t>5.  Vous </a:t>
            </a:r>
            <a:r>
              <a:rPr lang="fr-FR" b="1" dirty="0" smtClean="0">
                <a:solidFill>
                  <a:srgbClr val="FF0000"/>
                </a:solidFill>
              </a:rPr>
              <a:t>vous</a:t>
            </a:r>
            <a:r>
              <a:rPr lang="fr-FR" b="1" dirty="0" smtClean="0"/>
              <a:t> appelez </a:t>
            </a:r>
            <a:r>
              <a:rPr lang="fr-FR" dirty="0" smtClean="0"/>
              <a:t>Kofi et </a:t>
            </a:r>
            <a:r>
              <a:rPr lang="fr-FR" dirty="0" err="1" smtClean="0"/>
              <a:t>Ama</a:t>
            </a:r>
            <a:r>
              <a:rPr lang="fr-FR" dirty="0" smtClean="0"/>
              <a:t>?</a:t>
            </a:r>
          </a:p>
          <a:p>
            <a:pPr>
              <a:buNone/>
            </a:pPr>
            <a:r>
              <a:rPr lang="fr-FR" dirty="0" smtClean="0"/>
              <a:t>	     Vous </a:t>
            </a:r>
            <a:r>
              <a:rPr lang="fr-FR" b="1" dirty="0" smtClean="0">
                <a:solidFill>
                  <a:srgbClr val="FF0000"/>
                </a:solidFill>
              </a:rPr>
              <a:t>vous</a:t>
            </a:r>
            <a:r>
              <a:rPr lang="fr-FR" b="1" dirty="0" smtClean="0"/>
              <a:t> appelez </a:t>
            </a:r>
            <a:r>
              <a:rPr lang="fr-FR" dirty="0" smtClean="0"/>
              <a:t>Monsieur Annan?</a:t>
            </a:r>
          </a:p>
          <a:p>
            <a:pPr>
              <a:buNone/>
            </a:pPr>
            <a:endParaRPr lang="fr-FR" sz="1000" dirty="0" smtClean="0"/>
          </a:p>
          <a:p>
            <a:r>
              <a:rPr lang="fr-FR" dirty="0" smtClean="0"/>
              <a:t>6.Ils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dirty="0" smtClean="0"/>
              <a:t>’appellent</a:t>
            </a:r>
            <a:r>
              <a:rPr lang="fr-FR" dirty="0" smtClean="0"/>
              <a:t> </a:t>
            </a:r>
            <a:r>
              <a:rPr lang="fr-FR" dirty="0" err="1" smtClean="0"/>
              <a:t>Opoku</a:t>
            </a:r>
            <a:r>
              <a:rPr lang="fr-FR" dirty="0" smtClean="0"/>
              <a:t> et </a:t>
            </a:r>
            <a:r>
              <a:rPr lang="fr-FR" dirty="0" err="1" smtClean="0"/>
              <a:t>Nii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        Elles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dirty="0" smtClean="0"/>
              <a:t>’appellent</a:t>
            </a:r>
            <a:r>
              <a:rPr lang="fr-FR" dirty="0" smtClean="0"/>
              <a:t> </a:t>
            </a:r>
            <a:r>
              <a:rPr lang="fr-FR" dirty="0" err="1" smtClean="0"/>
              <a:t>Afua</a:t>
            </a:r>
            <a:r>
              <a:rPr lang="fr-FR" dirty="0" smtClean="0"/>
              <a:t> et </a:t>
            </a:r>
            <a:r>
              <a:rPr lang="fr-FR" dirty="0" err="1" smtClean="0"/>
              <a:t>Asantewaa</a:t>
            </a:r>
            <a:r>
              <a:rPr lang="fr-FR" dirty="0" smtClean="0"/>
              <a:t>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Time to try </a:t>
            </a:r>
            <a:r>
              <a:rPr lang="en-GB" smtClean="0"/>
              <a:t>it yourself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914400" y="1066800"/>
            <a:ext cx="4800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latin typeface="Times New Roman" pitchFamily="18" charset="0"/>
              </a:rPr>
              <a:t>Ils</a:t>
            </a:r>
            <a:r>
              <a:rPr lang="en-US" sz="3600" dirty="0" smtClean="0">
                <a:latin typeface="Times New Roman" pitchFamily="18" charset="0"/>
              </a:rPr>
              <a:t> 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057400" y="1066800"/>
            <a:ext cx="2743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err="1" smtClean="0">
                <a:solidFill>
                  <a:schemeClr val="tx2"/>
                </a:solidFill>
                <a:latin typeface="Times New Roman" pitchFamily="18" charset="0"/>
              </a:rPr>
              <a:t>s’appellent</a:t>
            </a:r>
            <a:endParaRPr lang="en-US" sz="32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876800" y="1828800"/>
            <a:ext cx="838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smtClean="0">
                <a:latin typeface="Times New Roman" pitchFamily="18" charset="0"/>
              </a:rPr>
              <a:t>Je</a:t>
            </a:r>
            <a:r>
              <a:rPr lang="en-US" dirty="0" smtClean="0">
                <a:latin typeface="Times New Roman" pitchFamily="18" charset="0"/>
              </a:rPr>
              <a:t> 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5943600" y="1828800"/>
            <a:ext cx="228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m’appelle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127125" y="3057524"/>
            <a:ext cx="39782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</a:rPr>
              <a:t>Mon frère et </a:t>
            </a:r>
            <a:r>
              <a:rPr lang="en-US" sz="3200" dirty="0" err="1" smtClean="0">
                <a:latin typeface="Times New Roman" pitchFamily="18" charset="0"/>
              </a:rPr>
              <a:t>moi</a:t>
            </a:r>
            <a:r>
              <a:rPr lang="en-US" sz="3200" dirty="0" smtClean="0">
                <a:latin typeface="Times New Roman" pitchFamily="18" charset="0"/>
              </a:rPr>
              <a:t>, nous</a:t>
            </a:r>
            <a:endParaRPr lang="en-US" sz="3200" dirty="0">
              <a:latin typeface="Times New Roman" pitchFamily="18" charset="0"/>
            </a:endParaRP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5334000" y="3048000"/>
            <a:ext cx="2743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smtClean="0">
                <a:solidFill>
                  <a:schemeClr val="tx2"/>
                </a:solidFill>
                <a:latin typeface="Times New Roman" pitchFamily="18" charset="0"/>
              </a:rPr>
              <a:t>nous </a:t>
            </a:r>
            <a:r>
              <a:rPr lang="en-US" sz="2800" dirty="0" err="1" smtClean="0">
                <a:solidFill>
                  <a:schemeClr val="tx2"/>
                </a:solidFill>
                <a:latin typeface="Times New Roman" pitchFamily="18" charset="0"/>
              </a:rPr>
              <a:t>appelons</a:t>
            </a:r>
            <a:r>
              <a:rPr lang="en-US" sz="2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endParaRPr lang="en-US" sz="2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685800" y="4267200"/>
            <a:ext cx="1371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>
                <a:latin typeface="Times New Roman" pitchFamily="18" charset="0"/>
              </a:rPr>
              <a:t>Vous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2286000" y="4267200"/>
            <a:ext cx="297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vous</a:t>
            </a: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appelez</a:t>
            </a: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286000" y="5181600"/>
            <a:ext cx="2743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itchFamily="18" charset="0"/>
              </a:rPr>
              <a:t>Ma </a:t>
            </a:r>
            <a:r>
              <a:rPr lang="en-US" sz="3600" dirty="0" err="1">
                <a:latin typeface="Times New Roman" pitchFamily="18" charset="0"/>
              </a:rPr>
              <a:t>copine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4724400" y="5105400"/>
            <a:ext cx="1905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s’appelle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  <p:bldP spid="5129" grpId="0" autoUpdateAnimBg="0"/>
      <p:bldP spid="5130" grpId="0" autoUpdateAnimBg="0"/>
      <p:bldP spid="513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143000" y="1219200"/>
            <a:ext cx="2819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mtClean="0">
                <a:latin typeface="Times New Roman" pitchFamily="18" charset="0"/>
              </a:rPr>
              <a:t> </a:t>
            </a:r>
            <a:r>
              <a:rPr lang="en-US" sz="3600" smtClean="0">
                <a:latin typeface="Times New Roman" pitchFamily="18" charset="0"/>
              </a:rPr>
              <a:t>Comment </a:t>
            </a:r>
            <a:r>
              <a:rPr lang="en-US" sz="3600" dirty="0" err="1" smtClean="0">
                <a:latin typeface="Times New Roman" pitchFamily="18" charset="0"/>
              </a:rPr>
              <a:t>tu</a:t>
            </a:r>
            <a:r>
              <a:rPr lang="en-US" sz="3600" dirty="0" smtClean="0">
                <a:latin typeface="Times New Roman" pitchFamily="18" charset="0"/>
              </a:rPr>
              <a:t> 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267200" y="1219200"/>
            <a:ext cx="2667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t’appelles</a:t>
            </a: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?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85800" y="4267200"/>
            <a:ext cx="3657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latin typeface="Times New Roman" pitchFamily="18" charset="0"/>
              </a:rPr>
              <a:t>Cette</a:t>
            </a:r>
            <a:r>
              <a:rPr lang="en-US" sz="3600" dirty="0" smtClean="0">
                <a:latin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</a:rPr>
              <a:t>jeune</a:t>
            </a:r>
            <a:r>
              <a:rPr lang="en-US" sz="3600" dirty="0" smtClean="0">
                <a:latin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</a:rPr>
              <a:t>fille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4038600" y="4191000"/>
            <a:ext cx="2438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s’appelle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85800" y="2286000"/>
            <a:ext cx="3276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smtClean="0">
                <a:latin typeface="Times New Roman" pitchFamily="18" charset="0"/>
              </a:rPr>
              <a:t>Comment </a:t>
            </a:r>
            <a:r>
              <a:rPr lang="en-US" sz="3600" dirty="0" err="1" smtClean="0">
                <a:latin typeface="Times New Roman" pitchFamily="18" charset="0"/>
              </a:rPr>
              <a:t>vous</a:t>
            </a:r>
            <a:endParaRPr lang="en-US" sz="3600" dirty="0">
              <a:latin typeface="Times New Roman" pitchFamily="18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962400" y="2286000"/>
            <a:ext cx="297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vous</a:t>
            </a: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3600" dirty="0" err="1" smtClean="0">
                <a:solidFill>
                  <a:schemeClr val="tx2"/>
                </a:solidFill>
                <a:latin typeface="Times New Roman" pitchFamily="18" charset="0"/>
              </a:rPr>
              <a:t>appelez</a:t>
            </a:r>
            <a:r>
              <a:rPr lang="en-US" sz="3600" dirty="0" smtClean="0">
                <a:solidFill>
                  <a:schemeClr val="tx2"/>
                </a:solidFill>
                <a:latin typeface="Times New Roman" pitchFamily="18" charset="0"/>
              </a:rPr>
              <a:t>?</a:t>
            </a:r>
            <a:endParaRPr lang="en-US" sz="3600" dirty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14" grpId="0" autoUpdateAnimBg="0"/>
      <p:bldP spid="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 err="1" smtClean="0">
                <a:solidFill>
                  <a:srgbClr val="00B0F0"/>
                </a:solidFill>
                <a:latin typeface="AR BLANCA" pitchFamily="2" charset="0"/>
              </a:rPr>
              <a:t>Félicitations</a:t>
            </a:r>
            <a:r>
              <a:rPr lang="en-GB" sz="6000" dirty="0" smtClean="0">
                <a:solidFill>
                  <a:srgbClr val="00B0F0"/>
                </a:solidFill>
                <a:latin typeface="AR BLANCA" pitchFamily="2" charset="0"/>
              </a:rPr>
              <a:t>!!!</a:t>
            </a:r>
            <a:endParaRPr lang="en-GB" sz="6000" dirty="0">
              <a:solidFill>
                <a:srgbClr val="00B0F0"/>
              </a:solidFill>
              <a:latin typeface="AR BLANC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</TotalTime>
  <Words>82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The Present Tense of s’appeler (to be called)</vt:lpstr>
      <vt:lpstr>S’appeler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Present Tense of s’appeler (to be called)</dc:title>
  <dc:creator>Makafui</dc:creator>
  <cp:lastModifiedBy>BRIAN</cp:lastModifiedBy>
  <cp:revision>3</cp:revision>
  <dcterms:created xsi:type="dcterms:W3CDTF">2006-08-16T00:00:00Z</dcterms:created>
  <dcterms:modified xsi:type="dcterms:W3CDTF">2015-10-17T20:16:55Z</dcterms:modified>
</cp:coreProperties>
</file>