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2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769BA-AEA0-4801-AC22-9A3E6913E592}" type="datetimeFigureOut">
              <a:rPr lang="en-US" smtClean="0"/>
              <a:t>11/14/2016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EC4D-D853-47F2-B35F-9747E4839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75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769BA-AEA0-4801-AC22-9A3E6913E592}" type="datetimeFigureOut">
              <a:rPr lang="en-US" smtClean="0"/>
              <a:t>11/14/2016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EC4D-D853-47F2-B35F-9747E4839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700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769BA-AEA0-4801-AC22-9A3E6913E592}" type="datetimeFigureOut">
              <a:rPr lang="en-US" smtClean="0"/>
              <a:t>11/14/2016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EC4D-D853-47F2-B35F-9747E4839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950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769BA-AEA0-4801-AC22-9A3E6913E592}" type="datetimeFigureOut">
              <a:rPr lang="en-US" smtClean="0"/>
              <a:t>11/14/2016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EC4D-D853-47F2-B35F-9747E4839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45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769BA-AEA0-4801-AC22-9A3E6913E592}" type="datetimeFigureOut">
              <a:rPr lang="en-US" smtClean="0"/>
              <a:t>11/14/2016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EC4D-D853-47F2-B35F-9747E4839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769BA-AEA0-4801-AC22-9A3E6913E592}" type="datetimeFigureOut">
              <a:rPr lang="en-US" smtClean="0"/>
              <a:t>11/14/2016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EC4D-D853-47F2-B35F-9747E4839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49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769BA-AEA0-4801-AC22-9A3E6913E592}" type="datetimeFigureOut">
              <a:rPr lang="en-US" smtClean="0"/>
              <a:t>11/14/2016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EC4D-D853-47F2-B35F-9747E4839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00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769BA-AEA0-4801-AC22-9A3E6913E592}" type="datetimeFigureOut">
              <a:rPr lang="en-US" smtClean="0"/>
              <a:t>11/14/2016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EC4D-D853-47F2-B35F-9747E4839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40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769BA-AEA0-4801-AC22-9A3E6913E592}" type="datetimeFigureOut">
              <a:rPr lang="en-US" smtClean="0"/>
              <a:t>11/14/2016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EC4D-D853-47F2-B35F-9747E4839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10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769BA-AEA0-4801-AC22-9A3E6913E592}" type="datetimeFigureOut">
              <a:rPr lang="en-US" smtClean="0"/>
              <a:t>11/14/2016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EC4D-D853-47F2-B35F-9747E4839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06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769BA-AEA0-4801-AC22-9A3E6913E592}" type="datetimeFigureOut">
              <a:rPr lang="en-US" smtClean="0"/>
              <a:t>11/14/2016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EC4D-D853-47F2-B35F-9747E4839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96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769BA-AEA0-4801-AC22-9A3E6913E592}" type="datetimeFigureOut">
              <a:rPr lang="en-US" smtClean="0"/>
              <a:t>11/14/2016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9EC4D-D853-47F2-B35F-9747E4839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8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87829" y="225415"/>
            <a:ext cx="10624457" cy="6632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fr-FR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 me lève tous les matins à six heures trente, puis je nourris mon chat, enfin vers six heures trente-cinq, quarante, je vais prendre ma douche. Je m'habille ensuite, puis je déjeune, je petit déjeune, pardon. Vers les sept heures et demi, euh, j'ai fini de petit déjeuner. Je pars au travail.</a:t>
            </a:r>
            <a:endParaRPr lang="en-US" sz="20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fr-FR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fr-FR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J'arrive au travail à huit heures. Je travaille jusqu'à midi. A midi, je fais une pause déjeuner jusqu'à une heure quinze, treize heures quinze. Je reprends le travail à treize heures quinze jusqu'à dix-sept heures... quinze.</a:t>
            </a:r>
            <a:endParaRPr lang="en-US" sz="20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fr-FR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fr-FR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dix-sept heures quinze, je sors et je n'habite pas très loin de chez moi, donc à dix-sept heures vingt-cinq, je suis chez moi. Puis, euh, avec mon amie, on dîne le soir vers dix-huit heures trente, dix-neuf heures. On... On dîne tôt.</a:t>
            </a:r>
            <a:endParaRPr lang="en-US" sz="20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fr-FR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fr-FR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 ensuite, soit je vais sur l'ordinateur ou regarde la télé. Je me couche vers vingt-trois heures trente.</a:t>
            </a:r>
            <a:endParaRPr lang="en-US" sz="20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fr-FR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671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65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DML1 PC</dc:creator>
  <cp:lastModifiedBy>DML1 PC</cp:lastModifiedBy>
  <cp:revision>1</cp:revision>
  <dcterms:created xsi:type="dcterms:W3CDTF">2016-11-14T17:23:47Z</dcterms:created>
  <dcterms:modified xsi:type="dcterms:W3CDTF">2016-11-14T17:29:58Z</dcterms:modified>
</cp:coreProperties>
</file>