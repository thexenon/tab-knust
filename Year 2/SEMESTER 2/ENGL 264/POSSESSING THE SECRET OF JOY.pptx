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B682-4423-4FC6-B637-73113B73CBB8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1726-2CD8-45FA-BD9E-4158725F3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99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B682-4423-4FC6-B637-73113B73CBB8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1726-2CD8-45FA-BD9E-4158725F3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3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B682-4423-4FC6-B637-73113B73CBB8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1726-2CD8-45FA-BD9E-4158725F3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453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B682-4423-4FC6-B637-73113B73CBB8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1726-2CD8-45FA-BD9E-4158725F3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908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B682-4423-4FC6-B637-73113B73CBB8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1726-2CD8-45FA-BD9E-4158725F3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890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B682-4423-4FC6-B637-73113B73CBB8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1726-2CD8-45FA-BD9E-4158725F3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707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B682-4423-4FC6-B637-73113B73CBB8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1726-2CD8-45FA-BD9E-4158725F3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5289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B682-4423-4FC6-B637-73113B73CBB8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1726-2CD8-45FA-BD9E-4158725F3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737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B682-4423-4FC6-B637-73113B73CBB8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1726-2CD8-45FA-BD9E-4158725F3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121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B682-4423-4FC6-B637-73113B73CBB8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1726-2CD8-45FA-BD9E-4158725F3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431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B682-4423-4FC6-B637-73113B73CBB8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1726-2CD8-45FA-BD9E-4158725F3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192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3B682-4423-4FC6-B637-73113B73CBB8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A1726-2CD8-45FA-BD9E-4158725F3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36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ENGL 264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POSSESSING THE SECRET OF JOY</a:t>
            </a:r>
          </a:p>
        </p:txBody>
      </p:sp>
    </p:spTree>
    <p:extLst>
      <p:ext uri="{BB962C8B-B14F-4D97-AF65-F5344CB8AC3E}">
        <p14:creationId xmlns:p14="http://schemas.microsoft.com/office/powerpoint/2010/main" val="1837939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WHAT THE STORY IS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story is about a seventeen-year old girl who is forced to marry a man who said he was forty-six.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Even though the man had money, provided sufficiently for her and her mother and showed her love and affection, the girl was not happy.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What changed the way she felt was when she delivered a baby-boy.</a:t>
            </a:r>
          </a:p>
        </p:txBody>
      </p:sp>
    </p:spTree>
    <p:extLst>
      <p:ext uri="{BB962C8B-B14F-4D97-AF65-F5344CB8AC3E}">
        <p14:creationId xmlns:p14="http://schemas.microsoft.com/office/powerpoint/2010/main" val="173558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THE THEMES OF THE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Arranged or forced marriages. It is painful for a young girl to marry an old man she does not love.</a:t>
            </a: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patriarchal system in the society.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and her mother were thrown out of her late husband’s rooms because she did not have a son.</a:t>
            </a: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Women are their own worst enemies. Papa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Uju’s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sister accused the wife of being responsible for his death.</a:t>
            </a: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Poverty has very serious effects on the people in the community.</a:t>
            </a: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Poor health facilities probably caused by ineffective political leadership.</a:t>
            </a: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joys of motherhood.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experienced pride, joy and love for the baby and probably the husband</a:t>
            </a:r>
          </a:p>
        </p:txBody>
      </p:sp>
    </p:spTree>
    <p:extLst>
      <p:ext uri="{BB962C8B-B14F-4D97-AF65-F5344CB8AC3E}">
        <p14:creationId xmlns:p14="http://schemas.microsoft.com/office/powerpoint/2010/main" val="693670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UJU’S 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pain of poverty. The food she ate was sometimes very poor.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pain of being married to Chief. Chief was ugly and snored heavily when he slept.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pain of childbirth. It was so painful that she insulted her husband and cursed the baby inside her.</a:t>
            </a:r>
          </a:p>
        </p:txBody>
      </p:sp>
    </p:spTree>
    <p:extLst>
      <p:ext uri="{BB962C8B-B14F-4D97-AF65-F5344CB8AC3E}">
        <p14:creationId xmlns:p14="http://schemas.microsoft.com/office/powerpoint/2010/main" val="3343681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THE SETTING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First the family lived in a modest three-bedroom flat in a place called New Lay Out.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When they were thrown out they went to live in a single room on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Obiagu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Road.</a:t>
            </a: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story ends when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is the mistress in the big mansion of Chief with all the amenities that made life pleasant.</a:t>
            </a:r>
          </a:p>
        </p:txBody>
      </p:sp>
    </p:spTree>
    <p:extLst>
      <p:ext uri="{BB962C8B-B14F-4D97-AF65-F5344CB8AC3E}">
        <p14:creationId xmlns:p14="http://schemas.microsoft.com/office/powerpoint/2010/main" val="2296299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POINT OF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story is told from the omniscient point of view.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This is interspersed with dialogue.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 many instances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bares her mind to the reader.</a:t>
            </a:r>
          </a:p>
        </p:txBody>
      </p:sp>
    </p:spTree>
    <p:extLst>
      <p:ext uri="{BB962C8B-B14F-4D97-AF65-F5344CB8AC3E}">
        <p14:creationId xmlns:p14="http://schemas.microsoft.com/office/powerpoint/2010/main" val="4207724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CONTRASTS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and her husband.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beginning and the end of the story.</a:t>
            </a: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and her mother are a study in contrast.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Wealth and poverty and their stark effects.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Public and private health facilities.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073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two major characters in the story are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and her mother.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There are a number of minor characters including Chief,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Uju’s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husband,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Uju’s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child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Ifunanya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 string of professionals: Chief’s driver, a number of nurses and doctors.</a:t>
            </a:r>
          </a:p>
        </p:txBody>
      </p:sp>
    </p:spTree>
    <p:extLst>
      <p:ext uri="{BB962C8B-B14F-4D97-AF65-F5344CB8AC3E}">
        <p14:creationId xmlns:p14="http://schemas.microsoft.com/office/powerpoint/2010/main" val="3192026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SATIRE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 literary composition which holds up vice and folly to ridicule and scorn through humour, sarcasm, irony and exaggeration.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Chief,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Uju’s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husband, is presented in a humorous manner to hold up teenage marriage to scorn.</a:t>
            </a: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Uju’s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mother is also ridiculed.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lack of health infrastructure is also presented here seriously.</a:t>
            </a: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Uju’s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baby is described as ‘an angry geriatric’ and the irony is that it is this baby that made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Uju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so happy.</a:t>
            </a:r>
          </a:p>
        </p:txBody>
      </p:sp>
    </p:spTree>
    <p:extLst>
      <p:ext uri="{BB962C8B-B14F-4D97-AF65-F5344CB8AC3E}">
        <p14:creationId xmlns:p14="http://schemas.microsoft.com/office/powerpoint/2010/main" val="1222639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Direct simple words and sentences.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mixture of Ibo and English words.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many similes in the story.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Apt descriptions in the story.</a:t>
            </a: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Another style of the story is that it begins in the middle and the other details are then supplied. This technique is </a:t>
            </a:r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called Flashback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343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555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ENGL 264</vt:lpstr>
      <vt:lpstr>WHAT THE STORY IS ABOUT</vt:lpstr>
      <vt:lpstr>THE THEMES OF THE STORY</vt:lpstr>
      <vt:lpstr>UJU’S PAIN</vt:lpstr>
      <vt:lpstr>THE SETTING</vt:lpstr>
      <vt:lpstr>POINT OF VIEW</vt:lpstr>
      <vt:lpstr>CONTRASTS</vt:lpstr>
      <vt:lpstr>CHARACTERS</vt:lpstr>
      <vt:lpstr>SATIRE</vt:lpstr>
      <vt:lpstr>LANGUAGE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 264</dc:title>
  <dc:creator>John Aning</dc:creator>
  <cp:lastModifiedBy>johnaning53@outlook.com</cp:lastModifiedBy>
  <cp:revision>27</cp:revision>
  <dcterms:created xsi:type="dcterms:W3CDTF">2020-02-07T22:02:31Z</dcterms:created>
  <dcterms:modified xsi:type="dcterms:W3CDTF">2021-05-25T10:42:04Z</dcterms:modified>
</cp:coreProperties>
</file>