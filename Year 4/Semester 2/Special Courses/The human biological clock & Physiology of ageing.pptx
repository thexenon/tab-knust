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01" r:id="rId1"/>
  </p:sldMasterIdLst>
  <p:notesMasterIdLst>
    <p:notesMasterId r:id="rId190"/>
  </p:notesMasterIdLst>
  <p:handoutMasterIdLst>
    <p:handoutMasterId r:id="rId191"/>
  </p:handoutMasterIdLst>
  <p:sldIdLst>
    <p:sldId id="1247" r:id="rId2"/>
    <p:sldId id="1401" r:id="rId3"/>
    <p:sldId id="1669" r:id="rId4"/>
    <p:sldId id="1677" r:id="rId5"/>
    <p:sldId id="1678" r:id="rId6"/>
    <p:sldId id="1670" r:id="rId7"/>
    <p:sldId id="1671" r:id="rId8"/>
    <p:sldId id="1672" r:id="rId9"/>
    <p:sldId id="1673" r:id="rId10"/>
    <p:sldId id="1674" r:id="rId11"/>
    <p:sldId id="1675" r:id="rId12"/>
    <p:sldId id="1402" r:id="rId13"/>
    <p:sldId id="1386" r:id="rId14"/>
    <p:sldId id="1618" r:id="rId15"/>
    <p:sldId id="1626" r:id="rId16"/>
    <p:sldId id="1627" r:id="rId17"/>
    <p:sldId id="1628" r:id="rId18"/>
    <p:sldId id="1629" r:id="rId19"/>
    <p:sldId id="1630" r:id="rId20"/>
    <p:sldId id="1631" r:id="rId21"/>
    <p:sldId id="1632" r:id="rId22"/>
    <p:sldId id="1633" r:id="rId23"/>
    <p:sldId id="1634" r:id="rId24"/>
    <p:sldId id="1635" r:id="rId25"/>
    <p:sldId id="1636" r:id="rId26"/>
    <p:sldId id="1637" r:id="rId27"/>
    <p:sldId id="1638" r:id="rId28"/>
    <p:sldId id="1639" r:id="rId29"/>
    <p:sldId id="1640" r:id="rId30"/>
    <p:sldId id="1641" r:id="rId31"/>
    <p:sldId id="1642" r:id="rId32"/>
    <p:sldId id="1643" r:id="rId33"/>
    <p:sldId id="1644" r:id="rId34"/>
    <p:sldId id="1645" r:id="rId35"/>
    <p:sldId id="1646" r:id="rId36"/>
    <p:sldId id="1647" r:id="rId37"/>
    <p:sldId id="1648" r:id="rId38"/>
    <p:sldId id="1649" r:id="rId39"/>
    <p:sldId id="1650" r:id="rId40"/>
    <p:sldId id="1651" r:id="rId41"/>
    <p:sldId id="1652" r:id="rId42"/>
    <p:sldId id="1653" r:id="rId43"/>
    <p:sldId id="1654" r:id="rId44"/>
    <p:sldId id="1655" r:id="rId45"/>
    <p:sldId id="1656" r:id="rId46"/>
    <p:sldId id="1657" r:id="rId47"/>
    <p:sldId id="1658" r:id="rId48"/>
    <p:sldId id="1659" r:id="rId49"/>
    <p:sldId id="1660" r:id="rId50"/>
    <p:sldId id="1661" r:id="rId51"/>
    <p:sldId id="1662" r:id="rId52"/>
    <p:sldId id="1663" r:id="rId53"/>
    <p:sldId id="1792" r:id="rId54"/>
    <p:sldId id="1793" r:id="rId55"/>
    <p:sldId id="1794" r:id="rId56"/>
    <p:sldId id="1795" r:id="rId57"/>
    <p:sldId id="1796" r:id="rId58"/>
    <p:sldId id="1393" r:id="rId59"/>
    <p:sldId id="1394" r:id="rId60"/>
    <p:sldId id="1622" r:id="rId61"/>
    <p:sldId id="1395" r:id="rId62"/>
    <p:sldId id="1396" r:id="rId63"/>
    <p:sldId id="1397" r:id="rId64"/>
    <p:sldId id="1398" r:id="rId65"/>
    <p:sldId id="1625" r:id="rId66"/>
    <p:sldId id="1623" r:id="rId67"/>
    <p:sldId id="1399" r:id="rId68"/>
    <p:sldId id="1400" r:id="rId69"/>
    <p:sldId id="1624" r:id="rId70"/>
    <p:sldId id="1664" r:id="rId71"/>
    <p:sldId id="1666" r:id="rId72"/>
    <p:sldId id="1667" r:id="rId73"/>
    <p:sldId id="1668" r:id="rId74"/>
    <p:sldId id="1797" r:id="rId75"/>
    <p:sldId id="1676" r:id="rId76"/>
    <p:sldId id="1679" r:id="rId77"/>
    <p:sldId id="1680" r:id="rId78"/>
    <p:sldId id="1681" r:id="rId79"/>
    <p:sldId id="1682" r:id="rId80"/>
    <p:sldId id="1683" r:id="rId81"/>
    <p:sldId id="1684" r:id="rId82"/>
    <p:sldId id="1685" r:id="rId83"/>
    <p:sldId id="1686" r:id="rId84"/>
    <p:sldId id="1687" r:id="rId85"/>
    <p:sldId id="1688" r:id="rId86"/>
    <p:sldId id="1689" r:id="rId87"/>
    <p:sldId id="1690" r:id="rId88"/>
    <p:sldId id="1691" r:id="rId89"/>
    <p:sldId id="1692" r:id="rId90"/>
    <p:sldId id="1693" r:id="rId91"/>
    <p:sldId id="1694" r:id="rId92"/>
    <p:sldId id="1695" r:id="rId93"/>
    <p:sldId id="1696" r:id="rId94"/>
    <p:sldId id="1697" r:id="rId95"/>
    <p:sldId id="1698" r:id="rId96"/>
    <p:sldId id="1699" r:id="rId97"/>
    <p:sldId id="1700" r:id="rId98"/>
    <p:sldId id="1701" r:id="rId99"/>
    <p:sldId id="1702" r:id="rId100"/>
    <p:sldId id="1703" r:id="rId101"/>
    <p:sldId id="1704" r:id="rId102"/>
    <p:sldId id="1705" r:id="rId103"/>
    <p:sldId id="1706" r:id="rId104"/>
    <p:sldId id="1707" r:id="rId105"/>
    <p:sldId id="1708" r:id="rId106"/>
    <p:sldId id="1709" r:id="rId107"/>
    <p:sldId id="1710" r:id="rId108"/>
    <p:sldId id="1711" r:id="rId109"/>
    <p:sldId id="1712" r:id="rId110"/>
    <p:sldId id="1713" r:id="rId111"/>
    <p:sldId id="1714" r:id="rId112"/>
    <p:sldId id="1715" r:id="rId113"/>
    <p:sldId id="1716" r:id="rId114"/>
    <p:sldId id="1717" r:id="rId115"/>
    <p:sldId id="1718" r:id="rId116"/>
    <p:sldId id="1719" r:id="rId117"/>
    <p:sldId id="1720" r:id="rId118"/>
    <p:sldId id="1721" r:id="rId119"/>
    <p:sldId id="1722" r:id="rId120"/>
    <p:sldId id="1723" r:id="rId121"/>
    <p:sldId id="1724" r:id="rId122"/>
    <p:sldId id="1725" r:id="rId123"/>
    <p:sldId id="1726" r:id="rId124"/>
    <p:sldId id="1727" r:id="rId125"/>
    <p:sldId id="1728" r:id="rId126"/>
    <p:sldId id="1729" r:id="rId127"/>
    <p:sldId id="1730" r:id="rId128"/>
    <p:sldId id="1731" r:id="rId129"/>
    <p:sldId id="1732" r:id="rId130"/>
    <p:sldId id="1733" r:id="rId131"/>
    <p:sldId id="1734" r:id="rId132"/>
    <p:sldId id="1735" r:id="rId133"/>
    <p:sldId id="1736" r:id="rId134"/>
    <p:sldId id="1737" r:id="rId135"/>
    <p:sldId id="1738" r:id="rId136"/>
    <p:sldId id="1739" r:id="rId137"/>
    <p:sldId id="1740" r:id="rId138"/>
    <p:sldId id="1741" r:id="rId139"/>
    <p:sldId id="1742" r:id="rId140"/>
    <p:sldId id="1743" r:id="rId141"/>
    <p:sldId id="1744" r:id="rId142"/>
    <p:sldId id="1745" r:id="rId143"/>
    <p:sldId id="1746" r:id="rId144"/>
    <p:sldId id="1747" r:id="rId145"/>
    <p:sldId id="1748" r:id="rId146"/>
    <p:sldId id="1749" r:id="rId147"/>
    <p:sldId id="1750" r:id="rId148"/>
    <p:sldId id="1751" r:id="rId149"/>
    <p:sldId id="1752" r:id="rId150"/>
    <p:sldId id="1753" r:id="rId151"/>
    <p:sldId id="1754" r:id="rId152"/>
    <p:sldId id="1755" r:id="rId153"/>
    <p:sldId id="1756" r:id="rId154"/>
    <p:sldId id="1757" r:id="rId155"/>
    <p:sldId id="1758" r:id="rId156"/>
    <p:sldId id="1759" r:id="rId157"/>
    <p:sldId id="1760" r:id="rId158"/>
    <p:sldId id="1761" r:id="rId159"/>
    <p:sldId id="1762" r:id="rId160"/>
    <p:sldId id="1763" r:id="rId161"/>
    <p:sldId id="1764" r:id="rId162"/>
    <p:sldId id="1765" r:id="rId163"/>
    <p:sldId id="1766" r:id="rId164"/>
    <p:sldId id="1767" r:id="rId165"/>
    <p:sldId id="1768" r:id="rId166"/>
    <p:sldId id="1769" r:id="rId167"/>
    <p:sldId id="1770" r:id="rId168"/>
    <p:sldId id="1771" r:id="rId169"/>
    <p:sldId id="1772" r:id="rId170"/>
    <p:sldId id="1773" r:id="rId171"/>
    <p:sldId id="1774" r:id="rId172"/>
    <p:sldId id="1775" r:id="rId173"/>
    <p:sldId id="1776" r:id="rId174"/>
    <p:sldId id="1777" r:id="rId175"/>
    <p:sldId id="1778" r:id="rId176"/>
    <p:sldId id="1779" r:id="rId177"/>
    <p:sldId id="1780" r:id="rId178"/>
    <p:sldId id="1781" r:id="rId179"/>
    <p:sldId id="1782" r:id="rId180"/>
    <p:sldId id="1783" r:id="rId181"/>
    <p:sldId id="1784" r:id="rId182"/>
    <p:sldId id="1785" r:id="rId183"/>
    <p:sldId id="1786" r:id="rId184"/>
    <p:sldId id="1787" r:id="rId185"/>
    <p:sldId id="1788" r:id="rId186"/>
    <p:sldId id="1789" r:id="rId187"/>
    <p:sldId id="1790" r:id="rId188"/>
    <p:sldId id="1791" r:id="rId189"/>
  </p:sldIdLst>
  <p:sldSz cx="9144000" cy="6858000" type="screen4x3"/>
  <p:notesSz cx="6881813" cy="9296400"/>
  <p:defaultTextStyle>
    <a:defPPr>
      <a:defRPr lang="en-US"/>
    </a:defPPr>
    <a:lvl1pPr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5pPr>
    <a:lvl6pPr marL="2286000" algn="l" defTabSz="914400" rtl="0" eaLnBrk="1" latinLnBrk="0" hangingPunct="1">
      <a:defRPr sz="2400" kern="1200">
        <a:solidFill>
          <a:schemeClr val="tx1"/>
        </a:solidFill>
        <a:latin typeface="Times" panose="02020603050405020304" pitchFamily="18" charset="0"/>
        <a:ea typeface="+mn-ea"/>
        <a:cs typeface="+mn-cs"/>
      </a:defRPr>
    </a:lvl6pPr>
    <a:lvl7pPr marL="2743200" algn="l" defTabSz="914400" rtl="0" eaLnBrk="1" latinLnBrk="0" hangingPunct="1">
      <a:defRPr sz="2400" kern="1200">
        <a:solidFill>
          <a:schemeClr val="tx1"/>
        </a:solidFill>
        <a:latin typeface="Times" panose="02020603050405020304" pitchFamily="18" charset="0"/>
        <a:ea typeface="+mn-ea"/>
        <a:cs typeface="+mn-cs"/>
      </a:defRPr>
    </a:lvl7pPr>
    <a:lvl8pPr marL="3200400" algn="l" defTabSz="914400" rtl="0" eaLnBrk="1" latinLnBrk="0" hangingPunct="1">
      <a:defRPr sz="2400" kern="1200">
        <a:solidFill>
          <a:schemeClr val="tx1"/>
        </a:solidFill>
        <a:latin typeface="Times" panose="02020603050405020304" pitchFamily="18" charset="0"/>
        <a:ea typeface="+mn-ea"/>
        <a:cs typeface="+mn-cs"/>
      </a:defRPr>
    </a:lvl8pPr>
    <a:lvl9pPr marL="3657600" algn="l" defTabSz="914400" rtl="0" eaLnBrk="1" latinLnBrk="0" hangingPunct="1">
      <a:defRPr sz="2400" kern="1200">
        <a:solidFill>
          <a:schemeClr val="tx1"/>
        </a:solidFill>
        <a:latin typeface="Times"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876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7561" autoAdjust="0"/>
  </p:normalViewPr>
  <p:slideViewPr>
    <p:cSldViewPr>
      <p:cViewPr varScale="1">
        <p:scale>
          <a:sx n="75" d="100"/>
          <a:sy n="75" d="100"/>
        </p:scale>
        <p:origin x="1670"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handoutMaster" Target="handoutMasters/handout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presProps" Target="presProp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viewProps" Target="viewProp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tableStyles" Target="tableStyles.xml"/><Relationship Id="rId190"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12418" name="Rectangle 2"/>
          <p:cNvSpPr>
            <a:spLocks noGrp="1" noChangeArrowheads="1"/>
          </p:cNvSpPr>
          <p:nvPr>
            <p:ph type="hdr" sz="quarter"/>
          </p:nvPr>
        </p:nvSpPr>
        <p:spPr bwMode="auto">
          <a:xfrm>
            <a:off x="0" y="0"/>
            <a:ext cx="2982913" cy="465138"/>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lvl1pPr>
              <a:defRPr sz="1200">
                <a:latin typeface="Times" charset="0"/>
              </a:defRPr>
            </a:lvl1pPr>
          </a:lstStyle>
          <a:p>
            <a:pPr>
              <a:defRPr/>
            </a:pPr>
            <a:endParaRPr lang="en-US"/>
          </a:p>
        </p:txBody>
      </p:sp>
      <p:sp>
        <p:nvSpPr>
          <p:cNvPr id="1212419" name="Rectangle 3"/>
          <p:cNvSpPr>
            <a:spLocks noGrp="1" noChangeArrowheads="1"/>
          </p:cNvSpPr>
          <p:nvPr>
            <p:ph type="dt" sz="quarter" idx="1"/>
          </p:nvPr>
        </p:nvSpPr>
        <p:spPr bwMode="auto">
          <a:xfrm>
            <a:off x="3900488" y="0"/>
            <a:ext cx="2981325" cy="465138"/>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lvl1pPr algn="r">
              <a:defRPr sz="1200">
                <a:latin typeface="Times" charset="0"/>
              </a:defRPr>
            </a:lvl1pPr>
          </a:lstStyle>
          <a:p>
            <a:pPr>
              <a:defRPr/>
            </a:pPr>
            <a:endParaRPr lang="en-US"/>
          </a:p>
        </p:txBody>
      </p:sp>
      <p:sp>
        <p:nvSpPr>
          <p:cNvPr id="1212420" name="Rectangle 4"/>
          <p:cNvSpPr>
            <a:spLocks noGrp="1" noChangeArrowheads="1"/>
          </p:cNvSpPr>
          <p:nvPr>
            <p:ph type="ftr" sz="quarter" idx="2"/>
          </p:nvPr>
        </p:nvSpPr>
        <p:spPr bwMode="auto">
          <a:xfrm>
            <a:off x="0" y="8831263"/>
            <a:ext cx="2982913" cy="465137"/>
          </a:xfrm>
          <a:prstGeom prst="rect">
            <a:avLst/>
          </a:prstGeom>
          <a:noFill/>
          <a:ln w="9525">
            <a:noFill/>
            <a:miter lim="800000"/>
            <a:headEnd/>
            <a:tailEnd/>
          </a:ln>
          <a:effectLst/>
        </p:spPr>
        <p:txBody>
          <a:bodyPr vert="horz" wrap="square" lIns="92446" tIns="46223" rIns="92446" bIns="46223" numCol="1" anchor="b" anchorCtr="0" compatLnSpc="1">
            <a:prstTxWarp prst="textNoShape">
              <a:avLst/>
            </a:prstTxWarp>
          </a:bodyPr>
          <a:lstStyle>
            <a:lvl1pPr>
              <a:defRPr sz="1200">
                <a:latin typeface="Times" charset="0"/>
              </a:defRPr>
            </a:lvl1pPr>
          </a:lstStyle>
          <a:p>
            <a:pPr>
              <a:defRPr/>
            </a:pPr>
            <a:endParaRPr lang="en-US"/>
          </a:p>
        </p:txBody>
      </p:sp>
      <p:sp>
        <p:nvSpPr>
          <p:cNvPr id="1212421" name="Rectangle 5"/>
          <p:cNvSpPr>
            <a:spLocks noGrp="1" noChangeArrowheads="1"/>
          </p:cNvSpPr>
          <p:nvPr>
            <p:ph type="sldNum" sz="quarter" idx="3"/>
          </p:nvPr>
        </p:nvSpPr>
        <p:spPr bwMode="auto">
          <a:xfrm>
            <a:off x="3900488" y="8831263"/>
            <a:ext cx="2981325" cy="465137"/>
          </a:xfrm>
          <a:prstGeom prst="rect">
            <a:avLst/>
          </a:prstGeom>
          <a:noFill/>
          <a:ln w="9525">
            <a:noFill/>
            <a:miter lim="800000"/>
            <a:headEnd/>
            <a:tailEnd/>
          </a:ln>
          <a:effectLst/>
        </p:spPr>
        <p:txBody>
          <a:bodyPr vert="horz" wrap="square" lIns="92446" tIns="46223" rIns="92446" bIns="46223" numCol="1" anchor="b" anchorCtr="0" compatLnSpc="1">
            <a:prstTxWarp prst="textNoShape">
              <a:avLst/>
            </a:prstTxWarp>
          </a:bodyPr>
          <a:lstStyle>
            <a:lvl1pPr algn="r">
              <a:defRPr sz="1200"/>
            </a:lvl1pPr>
          </a:lstStyle>
          <a:p>
            <a:fld id="{4EFCCEE7-D147-4793-89B5-CD535395EE3E}"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17218" name="Rectangle 2"/>
          <p:cNvSpPr>
            <a:spLocks noGrp="1" noChangeArrowheads="1"/>
          </p:cNvSpPr>
          <p:nvPr>
            <p:ph type="hdr" sz="quarter"/>
          </p:nvPr>
        </p:nvSpPr>
        <p:spPr bwMode="auto">
          <a:xfrm>
            <a:off x="0" y="0"/>
            <a:ext cx="2982913" cy="465138"/>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lvl1pPr>
              <a:defRPr sz="1200">
                <a:latin typeface="Times" charset="0"/>
              </a:defRPr>
            </a:lvl1pPr>
          </a:lstStyle>
          <a:p>
            <a:pPr>
              <a:defRPr/>
            </a:pPr>
            <a:endParaRPr lang="en-GB"/>
          </a:p>
        </p:txBody>
      </p:sp>
      <p:sp>
        <p:nvSpPr>
          <p:cNvPr id="1417219" name="Rectangle 3"/>
          <p:cNvSpPr>
            <a:spLocks noGrp="1" noChangeArrowheads="1"/>
          </p:cNvSpPr>
          <p:nvPr>
            <p:ph type="dt" idx="1"/>
          </p:nvPr>
        </p:nvSpPr>
        <p:spPr bwMode="auto">
          <a:xfrm>
            <a:off x="3897313" y="0"/>
            <a:ext cx="2982912" cy="465138"/>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lvl1pPr algn="r">
              <a:defRPr sz="1200">
                <a:latin typeface="Times" charset="0"/>
              </a:defRPr>
            </a:lvl1pPr>
          </a:lstStyle>
          <a:p>
            <a:pPr>
              <a:defRPr/>
            </a:pPr>
            <a:endParaRPr lang="en-GB"/>
          </a:p>
        </p:txBody>
      </p:sp>
      <p:sp>
        <p:nvSpPr>
          <p:cNvPr id="69636" name="Rectangle 4"/>
          <p:cNvSpPr>
            <a:spLocks noGrp="1" noRot="1" noChangeAspect="1" noChangeArrowheads="1" noTextEdit="1"/>
          </p:cNvSpPr>
          <p:nvPr>
            <p:ph type="sldImg" idx="2"/>
          </p:nvPr>
        </p:nvSpPr>
        <p:spPr bwMode="auto">
          <a:xfrm>
            <a:off x="11176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17221" name="Rectangle 5"/>
          <p:cNvSpPr>
            <a:spLocks noGrp="1" noChangeArrowheads="1"/>
          </p:cNvSpPr>
          <p:nvPr>
            <p:ph type="body" sz="quarter" idx="3"/>
          </p:nvPr>
        </p:nvSpPr>
        <p:spPr bwMode="auto">
          <a:xfrm>
            <a:off x="688975" y="4416425"/>
            <a:ext cx="5505450" cy="4183063"/>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417222" name="Rectangle 6"/>
          <p:cNvSpPr>
            <a:spLocks noGrp="1" noChangeArrowheads="1"/>
          </p:cNvSpPr>
          <p:nvPr>
            <p:ph type="ftr" sz="quarter" idx="4"/>
          </p:nvPr>
        </p:nvSpPr>
        <p:spPr bwMode="auto">
          <a:xfrm>
            <a:off x="0" y="8829675"/>
            <a:ext cx="2982913" cy="465138"/>
          </a:xfrm>
          <a:prstGeom prst="rect">
            <a:avLst/>
          </a:prstGeom>
          <a:noFill/>
          <a:ln w="9525">
            <a:noFill/>
            <a:miter lim="800000"/>
            <a:headEnd/>
            <a:tailEnd/>
          </a:ln>
          <a:effectLst/>
        </p:spPr>
        <p:txBody>
          <a:bodyPr vert="horz" wrap="square" lIns="92446" tIns="46223" rIns="92446" bIns="46223" numCol="1" anchor="b" anchorCtr="0" compatLnSpc="1">
            <a:prstTxWarp prst="textNoShape">
              <a:avLst/>
            </a:prstTxWarp>
          </a:bodyPr>
          <a:lstStyle>
            <a:lvl1pPr>
              <a:defRPr sz="1200">
                <a:latin typeface="Times" charset="0"/>
              </a:defRPr>
            </a:lvl1pPr>
          </a:lstStyle>
          <a:p>
            <a:pPr>
              <a:defRPr/>
            </a:pPr>
            <a:endParaRPr lang="en-GB"/>
          </a:p>
        </p:txBody>
      </p:sp>
      <p:sp>
        <p:nvSpPr>
          <p:cNvPr id="1417223" name="Rectangle 7"/>
          <p:cNvSpPr>
            <a:spLocks noGrp="1" noChangeArrowheads="1"/>
          </p:cNvSpPr>
          <p:nvPr>
            <p:ph type="sldNum" sz="quarter" idx="5"/>
          </p:nvPr>
        </p:nvSpPr>
        <p:spPr bwMode="auto">
          <a:xfrm>
            <a:off x="3897313" y="8829675"/>
            <a:ext cx="2982912" cy="465138"/>
          </a:xfrm>
          <a:prstGeom prst="rect">
            <a:avLst/>
          </a:prstGeom>
          <a:noFill/>
          <a:ln w="9525">
            <a:noFill/>
            <a:miter lim="800000"/>
            <a:headEnd/>
            <a:tailEnd/>
          </a:ln>
          <a:effectLst/>
        </p:spPr>
        <p:txBody>
          <a:bodyPr vert="horz" wrap="square" lIns="92446" tIns="46223" rIns="92446" bIns="46223" numCol="1" anchor="b" anchorCtr="0" compatLnSpc="1">
            <a:prstTxWarp prst="textNoShape">
              <a:avLst/>
            </a:prstTxWarp>
          </a:bodyPr>
          <a:lstStyle>
            <a:lvl1pPr algn="r">
              <a:defRPr sz="1200"/>
            </a:lvl1pPr>
          </a:lstStyle>
          <a:p>
            <a:fld id="{A4D1C2A8-8CB9-4D0C-99ED-796482987513}"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charset="0"/>
        <a:ea typeface="+mn-ea"/>
        <a:cs typeface="+mn-cs"/>
      </a:defRPr>
    </a:lvl1pPr>
    <a:lvl2pPr marL="457200" algn="l" rtl="0" eaLnBrk="0" fontAlgn="base" hangingPunct="0">
      <a:spcBef>
        <a:spcPct val="30000"/>
      </a:spcBef>
      <a:spcAft>
        <a:spcPct val="0"/>
      </a:spcAft>
      <a:defRPr sz="1200" kern="1200">
        <a:solidFill>
          <a:schemeClr val="tx1"/>
        </a:solidFill>
        <a:latin typeface="Times" charset="0"/>
        <a:ea typeface="+mn-ea"/>
        <a:cs typeface="+mn-cs"/>
      </a:defRPr>
    </a:lvl2pPr>
    <a:lvl3pPr marL="914400" algn="l" rtl="0" eaLnBrk="0" fontAlgn="base" hangingPunct="0">
      <a:spcBef>
        <a:spcPct val="30000"/>
      </a:spcBef>
      <a:spcAft>
        <a:spcPct val="0"/>
      </a:spcAft>
      <a:defRPr sz="1200" kern="1200">
        <a:solidFill>
          <a:schemeClr val="tx1"/>
        </a:solidFill>
        <a:latin typeface="Times" charset="0"/>
        <a:ea typeface="+mn-ea"/>
        <a:cs typeface="+mn-cs"/>
      </a:defRPr>
    </a:lvl3pPr>
    <a:lvl4pPr marL="1371600" algn="l" rtl="0" eaLnBrk="0" fontAlgn="base" hangingPunct="0">
      <a:spcBef>
        <a:spcPct val="30000"/>
      </a:spcBef>
      <a:spcAft>
        <a:spcPct val="0"/>
      </a:spcAft>
      <a:defRPr sz="1200" kern="1200">
        <a:solidFill>
          <a:schemeClr val="tx1"/>
        </a:solidFill>
        <a:latin typeface="Times" charset="0"/>
        <a:ea typeface="+mn-ea"/>
        <a:cs typeface="+mn-cs"/>
      </a:defRPr>
    </a:lvl4pPr>
    <a:lvl5pPr marL="1828800" algn="l" rtl="0" eaLnBrk="0" fontAlgn="base" hangingPunct="0">
      <a:spcBef>
        <a:spcPct val="30000"/>
      </a:spcBef>
      <a:spcAft>
        <a:spcPct val="0"/>
      </a:spcAft>
      <a:defRPr sz="1200" kern="1200">
        <a:solidFill>
          <a:schemeClr val="tx1"/>
        </a:solidFill>
        <a:latin typeface="Times"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95064A6-9CBF-4E2A-8731-221CB011B51F}" type="slidenum">
              <a:rPr lang="en-GB" altLang="en-US" sz="1200"/>
              <a:pPr/>
              <a:t>3</a:t>
            </a:fld>
            <a:endParaRPr lang="en-GB" altLang="en-US" sz="1200"/>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30152503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2BC36333-7691-44E8-AEF5-49D49317A0DE}" type="slidenum">
              <a:rPr lang="en-GB" altLang="en-US" sz="1200"/>
              <a:pPr/>
              <a:t>4</a:t>
            </a:fld>
            <a:endParaRPr lang="en-GB" altLang="en-US" sz="1200"/>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3822174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2452FEE-9672-4581-9B5D-6E3C29A22FBA}" type="slidenum">
              <a:rPr lang="en-GB" altLang="en-US" sz="1200"/>
              <a:pPr/>
              <a:t>5</a:t>
            </a:fld>
            <a:endParaRPr lang="en-GB" altLang="en-US" sz="1200"/>
          </a:p>
        </p:txBody>
      </p:sp>
      <p:sp>
        <p:nvSpPr>
          <p:cNvPr id="151555" name="Rectangle 2"/>
          <p:cNvSpPr>
            <a:spLocks noGrp="1" noRot="1" noChangeAspect="1" noChangeArrowheads="1" noTextEdit="1"/>
          </p:cNvSpPr>
          <p:nvPr>
            <p:ph type="sldImg"/>
          </p:nvPr>
        </p:nvSpPr>
        <p:spPr>
          <a:ln/>
        </p:spPr>
      </p:sp>
      <p:sp>
        <p:nvSpPr>
          <p:cNvPr id="151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2762963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E3DB13F-E299-42B2-84D8-00BCC0A43955}" type="slidenum">
              <a:rPr lang="en-GB" altLang="en-US" sz="1200"/>
              <a:pPr/>
              <a:t>6</a:t>
            </a:fld>
            <a:endParaRPr lang="en-GB" altLang="en-US" sz="1200"/>
          </a:p>
        </p:txBody>
      </p:sp>
      <p:sp>
        <p:nvSpPr>
          <p:cNvPr id="143363" name="Rectangle 2"/>
          <p:cNvSpPr>
            <a:spLocks noGrp="1" noRot="1" noChangeAspect="1" noChangeArrowheads="1" noTextEdit="1"/>
          </p:cNvSpPr>
          <p:nvPr>
            <p:ph type="sldImg"/>
          </p:nvPr>
        </p:nvSpPr>
        <p:spPr>
          <a:ln/>
        </p:spPr>
      </p:sp>
      <p:sp>
        <p:nvSpPr>
          <p:cNvPr id="143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9030693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E7DBA64-A045-4F47-A1A6-130D12748EFA}" type="slidenum">
              <a:rPr lang="en-GB" altLang="en-US" sz="1200"/>
              <a:pPr/>
              <a:t>7</a:t>
            </a:fld>
            <a:endParaRPr lang="en-GB" altLang="en-US" sz="1200"/>
          </a:p>
        </p:txBody>
      </p:sp>
      <p:sp>
        <p:nvSpPr>
          <p:cNvPr id="144387" name="Rectangle 2"/>
          <p:cNvSpPr>
            <a:spLocks noGrp="1" noRot="1" noChangeAspect="1" noChangeArrowheads="1" noTextEdit="1"/>
          </p:cNvSpPr>
          <p:nvPr>
            <p:ph type="sldImg"/>
          </p:nvPr>
        </p:nvSpPr>
        <p:spPr>
          <a:ln/>
        </p:spPr>
      </p:sp>
      <p:sp>
        <p:nvSpPr>
          <p:cNvPr id="144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2063669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257A1197-BE3A-4705-8180-F2A862041119}" type="slidenum">
              <a:rPr lang="en-GB" altLang="en-US" sz="1200"/>
              <a:pPr/>
              <a:t>8</a:t>
            </a:fld>
            <a:endParaRPr lang="en-GB" altLang="en-US" sz="1200"/>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8121860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84468A2-2A7C-417C-A592-3A0390C39D5A}" type="slidenum">
              <a:rPr lang="en-GB" altLang="en-US" sz="1200"/>
              <a:pPr/>
              <a:t>9</a:t>
            </a:fld>
            <a:endParaRPr lang="en-GB" altLang="en-US" sz="1200"/>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7868863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076F07C-D27B-440D-A5CD-BA374682DF69}" type="slidenum">
              <a:rPr lang="en-GB" altLang="en-US" sz="1200"/>
              <a:pPr/>
              <a:t>10</a:t>
            </a:fld>
            <a:endParaRPr lang="en-GB" altLang="en-US" sz="1200"/>
          </a:p>
        </p:txBody>
      </p:sp>
      <p:sp>
        <p:nvSpPr>
          <p:cNvPr id="147459" name="Rectangle 2"/>
          <p:cNvSpPr>
            <a:spLocks noGrp="1" noRot="1" noChangeAspect="1" noChangeArrowheads="1" noTextEdit="1"/>
          </p:cNvSpPr>
          <p:nvPr>
            <p:ph type="sldImg"/>
          </p:nvPr>
        </p:nvSpPr>
        <p:spPr>
          <a:ln/>
        </p:spPr>
      </p:sp>
      <p:sp>
        <p:nvSpPr>
          <p:cNvPr id="147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2824661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2E66E697-1BFB-4DC4-8F71-6951C8090150}" type="slidenum">
              <a:rPr lang="en-GB" altLang="en-US" sz="1200"/>
              <a:pPr/>
              <a:t>11</a:t>
            </a:fld>
            <a:endParaRPr lang="en-GB" altLang="en-US" sz="1200"/>
          </a:p>
        </p:txBody>
      </p:sp>
      <p:sp>
        <p:nvSpPr>
          <p:cNvPr id="148483" name="Rectangle 2"/>
          <p:cNvSpPr>
            <a:spLocks noGrp="1" noRot="1" noChangeAspect="1" noChangeArrowheads="1" noTextEdit="1"/>
          </p:cNvSpPr>
          <p:nvPr>
            <p:ph type="sldImg"/>
          </p:nvPr>
        </p:nvSpPr>
        <p:spPr>
          <a:ln/>
        </p:spPr>
      </p:sp>
      <p:sp>
        <p:nvSpPr>
          <p:cNvPr id="148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5894596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8D4B181-840D-4FD5-BFD5-F69100C7B520}" type="slidenum">
              <a:rPr lang="en-GB" altLang="en-US" sz="1200"/>
              <a:pPr/>
              <a:t>16</a:t>
            </a:fld>
            <a:endParaRPr lang="en-GB" altLang="en-US" sz="1200"/>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767AAC2C-5BEB-4AA5-BC69-EF225776EEEE}" type="slidenum">
              <a:rPr lang="en-GB" altLang="en-US" sz="1200"/>
              <a:pPr/>
              <a:t>17</a:t>
            </a:fld>
            <a:endParaRPr lang="en-GB" altLang="en-US" sz="120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3E8EE9B-0A5A-49DF-85AE-56944E6C8187}" type="slidenum">
              <a:rPr lang="en-GB" altLang="en-US" sz="1200"/>
              <a:pPr/>
              <a:t>22</a:t>
            </a:fld>
            <a:endParaRPr lang="en-GB" altLang="en-US" sz="1200"/>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92B03F5-408E-4EE4-B997-69E4D409A7E6}" type="slidenum">
              <a:rPr lang="en-GB" altLang="en-US" sz="1200"/>
              <a:pPr/>
              <a:t>23</a:t>
            </a:fld>
            <a:endParaRPr lang="en-GB" altLang="en-US" sz="1200"/>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C2A18AB5-70ED-4255-90AB-A7AA5D23D02C}" type="slidenum">
              <a:rPr lang="en-GB" altLang="en-US" sz="1200"/>
              <a:pPr/>
              <a:t>24</a:t>
            </a:fld>
            <a:endParaRPr lang="en-GB" altLang="en-US" sz="1200"/>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B0061BA-3654-486A-8D72-1A81506180D4}" type="slidenum">
              <a:rPr lang="en-GB" altLang="en-US" sz="1200"/>
              <a:pPr/>
              <a:t>25</a:t>
            </a:fld>
            <a:endParaRPr lang="en-GB" altLang="en-US" sz="1200"/>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52D57EC-B5D5-4DF3-9CC6-9F2933C9DBBB}" type="slidenum">
              <a:rPr lang="en-GB" altLang="en-US" sz="1200"/>
              <a:pPr/>
              <a:t>31</a:t>
            </a:fld>
            <a:endParaRPr lang="en-GB" altLang="en-US" sz="1200"/>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0B63D2F-01EE-4C6D-9810-1A02E019476A}" type="slidenum">
              <a:rPr lang="en-GB" altLang="en-US" sz="1200"/>
              <a:pPr/>
              <a:t>37</a:t>
            </a:fld>
            <a:endParaRPr lang="en-GB" altLang="en-US" sz="1200"/>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2A57C4F-97F3-4906-A8B6-10740915F362}" type="slidenum">
              <a:rPr lang="en-GB" altLang="en-US" sz="1200"/>
              <a:pPr/>
              <a:t>46</a:t>
            </a:fld>
            <a:endParaRPr lang="en-GB" altLang="en-US" sz="1200"/>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7BA8FAB-3D4A-4DD0-9C2C-C2CD3234FCAE}" type="slidenum">
              <a:rPr lang="en-GB" altLang="en-US" sz="1200"/>
              <a:pPr/>
              <a:t>47</a:t>
            </a:fld>
            <a:endParaRPr lang="en-GB" altLang="en-US" sz="1200"/>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0ABFB51-1C79-464F-830A-D947321B5634}" type="slidenum">
              <a:rPr lang="en-GB" altLang="en-US" sz="1200"/>
              <a:pPr/>
              <a:t>48</a:t>
            </a:fld>
            <a:endParaRPr lang="en-GB" altLang="en-US" sz="1200"/>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1A48A6DB-78D3-46B6-93B7-DC20E632D032}" type="slidenum">
              <a:rPr lang="en-GB" altLang="en-US" sz="1200"/>
              <a:pPr/>
              <a:t>49</a:t>
            </a:fld>
            <a:endParaRPr lang="en-GB" altLang="en-US" sz="1200"/>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9C1BB60-8E4B-4BB7-9C3C-2FAABC850D28}" type="slidenum">
              <a:rPr lang="en-GB" altLang="en-US" sz="1200"/>
              <a:pPr/>
              <a:t>50</a:t>
            </a:fld>
            <a:endParaRPr lang="en-GB" altLang="en-US" sz="1200"/>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8BD07EB-AF70-40B5-8A5C-2B88B65AC68A}" type="slidenum">
              <a:rPr lang="en-GB" altLang="en-US" sz="1200"/>
              <a:pPr/>
              <a:t>71</a:t>
            </a:fld>
            <a:endParaRPr lang="en-GB" altLang="en-US" sz="1200"/>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8978475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1F52E4B-8949-4B1E-836A-37F51243E15A}" type="slidenum">
              <a:rPr lang="en-GB" altLang="en-US" sz="1200"/>
              <a:pPr/>
              <a:t>72</a:t>
            </a:fld>
            <a:endParaRPr lang="en-GB" altLang="en-US" sz="1200"/>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41397614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BAF358B-7959-4F63-8232-F8052E2FA9C1}" type="slidenum">
              <a:rPr lang="en-GB" altLang="en-US" sz="1200"/>
              <a:pPr/>
              <a:t>75</a:t>
            </a:fld>
            <a:endParaRPr lang="en-GB" altLang="en-US" sz="1200"/>
          </a:p>
        </p:txBody>
      </p:sp>
      <p:sp>
        <p:nvSpPr>
          <p:cNvPr id="149507" name="Rectangle 2"/>
          <p:cNvSpPr>
            <a:spLocks noGrp="1" noRot="1" noChangeAspect="1" noChangeArrowheads="1" noTextEdit="1"/>
          </p:cNvSpPr>
          <p:nvPr>
            <p:ph type="sldImg"/>
          </p:nvPr>
        </p:nvSpPr>
        <p:spPr>
          <a:ln/>
        </p:spPr>
      </p:sp>
      <p:sp>
        <p:nvSpPr>
          <p:cNvPr id="149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0884654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4F5AC5F-D3F3-4CB4-A4A7-4E0E96360A9E}" type="slidenum">
              <a:rPr lang="en-GB" altLang="en-US" sz="1200"/>
              <a:pPr/>
              <a:t>76</a:t>
            </a:fld>
            <a:endParaRPr lang="en-GB" altLang="en-US" sz="1200"/>
          </a:p>
        </p:txBody>
      </p:sp>
      <p:sp>
        <p:nvSpPr>
          <p:cNvPr id="152579" name="Rectangle 2"/>
          <p:cNvSpPr>
            <a:spLocks noGrp="1" noRot="1" noChangeAspect="1" noChangeArrowheads="1" noTextEdit="1"/>
          </p:cNvSpPr>
          <p:nvPr>
            <p:ph type="sldImg"/>
          </p:nvPr>
        </p:nvSpPr>
        <p:spPr>
          <a:ln/>
        </p:spPr>
      </p:sp>
      <p:sp>
        <p:nvSpPr>
          <p:cNvPr id="152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4810039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9AE1FDB-F989-4086-8165-625D0DBCA79C}" type="slidenum">
              <a:rPr lang="en-GB" altLang="en-US" sz="1200"/>
              <a:pPr/>
              <a:t>77</a:t>
            </a:fld>
            <a:endParaRPr lang="en-GB" altLang="en-US" sz="1200"/>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0016449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C6ACDD2E-BDC7-4FF2-AF73-00D2FE4F160F}" type="slidenum">
              <a:rPr lang="en-GB" altLang="en-US" sz="1200"/>
              <a:pPr/>
              <a:t>78</a:t>
            </a:fld>
            <a:endParaRPr lang="en-GB" altLang="en-US" sz="1200"/>
          </a:p>
        </p:txBody>
      </p:sp>
      <p:sp>
        <p:nvSpPr>
          <p:cNvPr id="154627" name="Rectangle 2"/>
          <p:cNvSpPr>
            <a:spLocks noGrp="1" noRot="1" noChangeAspect="1" noChangeArrowheads="1" noTextEdit="1"/>
          </p:cNvSpPr>
          <p:nvPr>
            <p:ph type="sldImg"/>
          </p:nvPr>
        </p:nvSpPr>
        <p:spPr>
          <a:ln/>
        </p:spPr>
      </p:sp>
      <p:sp>
        <p:nvSpPr>
          <p:cNvPr id="154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30896932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CB7E568-1EBF-4E5F-8EE7-0E8A712F01A0}" type="slidenum">
              <a:rPr lang="en-GB" altLang="en-US" sz="1200"/>
              <a:pPr/>
              <a:t>79</a:t>
            </a:fld>
            <a:endParaRPr lang="en-GB" altLang="en-US" sz="1200"/>
          </a:p>
        </p:txBody>
      </p:sp>
      <p:sp>
        <p:nvSpPr>
          <p:cNvPr id="155651" name="Rectangle 2"/>
          <p:cNvSpPr>
            <a:spLocks noGrp="1" noRot="1" noChangeAspect="1" noChangeArrowheads="1" noTextEdit="1"/>
          </p:cNvSpPr>
          <p:nvPr>
            <p:ph type="sldImg"/>
          </p:nvPr>
        </p:nvSpPr>
        <p:spPr>
          <a:ln/>
        </p:spPr>
      </p:sp>
      <p:sp>
        <p:nvSpPr>
          <p:cNvPr id="155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8122804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297C9B7-9112-43C9-BDCF-DA4D52BDBE58}" type="slidenum">
              <a:rPr lang="en-GB" altLang="en-US" sz="1200"/>
              <a:pPr/>
              <a:t>80</a:t>
            </a:fld>
            <a:endParaRPr lang="en-GB" altLang="en-US" sz="1200"/>
          </a:p>
        </p:txBody>
      </p:sp>
      <p:sp>
        <p:nvSpPr>
          <p:cNvPr id="156675" name="Rectangle 2"/>
          <p:cNvSpPr>
            <a:spLocks noGrp="1" noRot="1" noChangeAspect="1" noChangeArrowheads="1" noTextEdit="1"/>
          </p:cNvSpPr>
          <p:nvPr>
            <p:ph type="sldImg"/>
          </p:nvPr>
        </p:nvSpPr>
        <p:spPr>
          <a:ln/>
        </p:spPr>
      </p:sp>
      <p:sp>
        <p:nvSpPr>
          <p:cNvPr id="156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1860301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0624692-ED43-4E1E-988E-FE9AF8FE12FD}" type="slidenum">
              <a:rPr lang="en-GB" altLang="en-US" sz="1200"/>
              <a:pPr/>
              <a:t>81</a:t>
            </a:fld>
            <a:endParaRPr lang="en-GB" altLang="en-US" sz="1200"/>
          </a:p>
        </p:txBody>
      </p:sp>
      <p:sp>
        <p:nvSpPr>
          <p:cNvPr id="157699" name="Rectangle 2"/>
          <p:cNvSpPr>
            <a:spLocks noGrp="1" noRot="1" noChangeAspect="1" noChangeArrowheads="1" noTextEdit="1"/>
          </p:cNvSpPr>
          <p:nvPr>
            <p:ph type="sldImg"/>
          </p:nvPr>
        </p:nvSpPr>
        <p:spPr>
          <a:ln/>
        </p:spPr>
      </p:sp>
      <p:sp>
        <p:nvSpPr>
          <p:cNvPr id="157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40153831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461D136-ADAD-460A-867A-546D38106DB6}" type="slidenum">
              <a:rPr lang="en-GB" altLang="en-US" sz="1200"/>
              <a:pPr/>
              <a:t>82</a:t>
            </a:fld>
            <a:endParaRPr lang="en-GB" altLang="en-US" sz="1200"/>
          </a:p>
        </p:txBody>
      </p:sp>
      <p:sp>
        <p:nvSpPr>
          <p:cNvPr id="158723" name="Rectangle 2"/>
          <p:cNvSpPr>
            <a:spLocks noGrp="1" noRot="1" noChangeAspect="1" noChangeArrowheads="1" noTextEdit="1"/>
          </p:cNvSpPr>
          <p:nvPr>
            <p:ph type="sldImg"/>
          </p:nvPr>
        </p:nvSpPr>
        <p:spPr>
          <a:ln/>
        </p:spPr>
      </p:sp>
      <p:sp>
        <p:nvSpPr>
          <p:cNvPr id="158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5825061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0C1FC14E-21B1-4AE5-A7ED-9052C274557C}" type="slidenum">
              <a:rPr lang="en-GB" altLang="en-US" sz="1200"/>
              <a:pPr/>
              <a:t>83</a:t>
            </a:fld>
            <a:endParaRPr lang="en-GB" altLang="en-US" sz="1200"/>
          </a:p>
        </p:txBody>
      </p:sp>
      <p:sp>
        <p:nvSpPr>
          <p:cNvPr id="159747" name="Rectangle 2"/>
          <p:cNvSpPr>
            <a:spLocks noGrp="1" noRot="1" noChangeAspect="1" noChangeArrowheads="1" noTextEdit="1"/>
          </p:cNvSpPr>
          <p:nvPr>
            <p:ph type="sldImg"/>
          </p:nvPr>
        </p:nvSpPr>
        <p:spPr>
          <a:ln/>
        </p:spPr>
      </p:sp>
      <p:sp>
        <p:nvSpPr>
          <p:cNvPr id="159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9844052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D26DB7E-38BA-4F1A-AFC2-5ED3B7ECFA52}" type="slidenum">
              <a:rPr lang="en-GB" altLang="en-US" sz="1200"/>
              <a:pPr/>
              <a:t>84</a:t>
            </a:fld>
            <a:endParaRPr lang="en-GB" altLang="en-US" sz="1200"/>
          </a:p>
        </p:txBody>
      </p:sp>
      <p:sp>
        <p:nvSpPr>
          <p:cNvPr id="160771" name="Rectangle 2"/>
          <p:cNvSpPr>
            <a:spLocks noGrp="1" noRot="1" noChangeAspect="1" noChangeArrowheads="1" noTextEdit="1"/>
          </p:cNvSpPr>
          <p:nvPr>
            <p:ph type="sldImg"/>
          </p:nvPr>
        </p:nvSpPr>
        <p:spPr>
          <a:ln/>
        </p:spPr>
      </p:sp>
      <p:sp>
        <p:nvSpPr>
          <p:cNvPr id="160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960642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3C1312A-9241-46BD-8DC0-789E9A44CC24}" type="slidenum">
              <a:rPr lang="en-GB" altLang="en-US" sz="1200"/>
              <a:pPr/>
              <a:t>85</a:t>
            </a:fld>
            <a:endParaRPr lang="en-GB" altLang="en-US" sz="1200"/>
          </a:p>
        </p:txBody>
      </p:sp>
      <p:sp>
        <p:nvSpPr>
          <p:cNvPr id="161795" name="Rectangle 2"/>
          <p:cNvSpPr>
            <a:spLocks noGrp="1" noRot="1" noChangeAspect="1" noChangeArrowheads="1" noTextEdit="1"/>
          </p:cNvSpPr>
          <p:nvPr>
            <p:ph type="sldImg"/>
          </p:nvPr>
        </p:nvSpPr>
        <p:spPr>
          <a:ln/>
        </p:spPr>
      </p:sp>
      <p:sp>
        <p:nvSpPr>
          <p:cNvPr id="161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8782627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F10515C-94D0-41C9-8699-8895BB11C73B}" type="slidenum">
              <a:rPr lang="en-GB" altLang="en-US" sz="1200"/>
              <a:pPr/>
              <a:t>86</a:t>
            </a:fld>
            <a:endParaRPr lang="en-GB" altLang="en-US" sz="1200"/>
          </a:p>
        </p:txBody>
      </p:sp>
      <p:sp>
        <p:nvSpPr>
          <p:cNvPr id="162819" name="Rectangle 2"/>
          <p:cNvSpPr>
            <a:spLocks noGrp="1" noRot="1" noChangeAspect="1" noChangeArrowheads="1" noTextEdit="1"/>
          </p:cNvSpPr>
          <p:nvPr>
            <p:ph type="sldImg"/>
          </p:nvPr>
        </p:nvSpPr>
        <p:spPr>
          <a:ln/>
        </p:spPr>
      </p:sp>
      <p:sp>
        <p:nvSpPr>
          <p:cNvPr id="162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38067385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1D9E6E02-1AAB-4212-8BB1-696BF5640D94}" type="slidenum">
              <a:rPr lang="en-GB" altLang="en-US" sz="1200"/>
              <a:pPr/>
              <a:t>87</a:t>
            </a:fld>
            <a:endParaRPr lang="en-GB" altLang="en-US" sz="1200"/>
          </a:p>
        </p:txBody>
      </p:sp>
      <p:sp>
        <p:nvSpPr>
          <p:cNvPr id="163843" name="Rectangle 2"/>
          <p:cNvSpPr>
            <a:spLocks noGrp="1" noRot="1" noChangeAspect="1" noChangeArrowheads="1" noTextEdit="1"/>
          </p:cNvSpPr>
          <p:nvPr>
            <p:ph type="sldImg"/>
          </p:nvPr>
        </p:nvSpPr>
        <p:spPr>
          <a:ln/>
        </p:spPr>
      </p:sp>
      <p:sp>
        <p:nvSpPr>
          <p:cNvPr id="163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406980712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CCE33D58-E67F-491A-90AE-981DBCE24BFC}" type="slidenum">
              <a:rPr lang="en-GB" altLang="en-US" sz="1200"/>
              <a:pPr/>
              <a:t>88</a:t>
            </a:fld>
            <a:endParaRPr lang="en-GB" altLang="en-US" sz="1200"/>
          </a:p>
        </p:txBody>
      </p:sp>
      <p:sp>
        <p:nvSpPr>
          <p:cNvPr id="164867" name="Rectangle 2"/>
          <p:cNvSpPr>
            <a:spLocks noGrp="1" noRot="1" noChangeAspect="1" noChangeArrowheads="1" noTextEdit="1"/>
          </p:cNvSpPr>
          <p:nvPr>
            <p:ph type="sldImg"/>
          </p:nvPr>
        </p:nvSpPr>
        <p:spPr>
          <a:ln/>
        </p:spPr>
      </p:sp>
      <p:sp>
        <p:nvSpPr>
          <p:cNvPr id="164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9147479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C21F052B-8BFD-4381-BB30-FDF558A0D3DF}" type="slidenum">
              <a:rPr lang="en-GB" altLang="en-US" sz="1200"/>
              <a:pPr/>
              <a:t>89</a:t>
            </a:fld>
            <a:endParaRPr lang="en-GB" altLang="en-US" sz="1200"/>
          </a:p>
        </p:txBody>
      </p:sp>
      <p:sp>
        <p:nvSpPr>
          <p:cNvPr id="165891" name="Rectangle 2"/>
          <p:cNvSpPr>
            <a:spLocks noGrp="1" noRot="1" noChangeAspect="1" noChangeArrowheads="1" noTextEdit="1"/>
          </p:cNvSpPr>
          <p:nvPr>
            <p:ph type="sldImg"/>
          </p:nvPr>
        </p:nvSpPr>
        <p:spPr>
          <a:ln/>
        </p:spPr>
      </p:sp>
      <p:sp>
        <p:nvSpPr>
          <p:cNvPr id="165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393482036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CD10DB4-C7CF-4419-BDAA-A5D8B614D634}" type="slidenum">
              <a:rPr lang="en-GB" altLang="en-US" sz="1200"/>
              <a:pPr/>
              <a:t>90</a:t>
            </a:fld>
            <a:endParaRPr lang="en-GB" altLang="en-US" sz="1200"/>
          </a:p>
        </p:txBody>
      </p:sp>
      <p:sp>
        <p:nvSpPr>
          <p:cNvPr id="166915" name="Rectangle 2"/>
          <p:cNvSpPr>
            <a:spLocks noGrp="1" noRot="1" noChangeAspect="1" noChangeArrowheads="1" noTextEdit="1"/>
          </p:cNvSpPr>
          <p:nvPr>
            <p:ph type="sldImg"/>
          </p:nvPr>
        </p:nvSpPr>
        <p:spPr>
          <a:ln/>
        </p:spPr>
      </p:sp>
      <p:sp>
        <p:nvSpPr>
          <p:cNvPr id="166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3077086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7B46AB1-C885-4079-B4F7-B3295A4FD225}" type="slidenum">
              <a:rPr lang="en-GB" altLang="en-US" sz="1200"/>
              <a:pPr/>
              <a:t>91</a:t>
            </a:fld>
            <a:endParaRPr lang="en-GB" altLang="en-US" sz="1200"/>
          </a:p>
        </p:txBody>
      </p:sp>
      <p:sp>
        <p:nvSpPr>
          <p:cNvPr id="167939" name="Rectangle 2"/>
          <p:cNvSpPr>
            <a:spLocks noGrp="1" noRot="1" noChangeAspect="1" noChangeArrowheads="1" noTextEdit="1"/>
          </p:cNvSpPr>
          <p:nvPr>
            <p:ph type="sldImg"/>
          </p:nvPr>
        </p:nvSpPr>
        <p:spPr>
          <a:ln/>
        </p:spPr>
      </p:sp>
      <p:sp>
        <p:nvSpPr>
          <p:cNvPr id="167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35510328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EDE641B-7711-49DF-B600-8169C079C9B0}" type="slidenum">
              <a:rPr lang="en-GB" altLang="en-US" sz="1200"/>
              <a:pPr/>
              <a:t>92</a:t>
            </a:fld>
            <a:endParaRPr lang="en-GB" altLang="en-US" sz="1200"/>
          </a:p>
        </p:txBody>
      </p:sp>
      <p:sp>
        <p:nvSpPr>
          <p:cNvPr id="168963" name="Rectangle 2"/>
          <p:cNvSpPr>
            <a:spLocks noGrp="1" noRot="1" noChangeAspect="1" noChangeArrowheads="1" noTextEdit="1"/>
          </p:cNvSpPr>
          <p:nvPr>
            <p:ph type="sldImg"/>
          </p:nvPr>
        </p:nvSpPr>
        <p:spPr>
          <a:ln/>
        </p:spPr>
      </p:sp>
      <p:sp>
        <p:nvSpPr>
          <p:cNvPr id="168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038763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107549D5-6DDA-43DC-9AAC-AC073918D3D7}" type="slidenum">
              <a:rPr lang="en-GB" altLang="en-US" sz="1200"/>
              <a:pPr/>
              <a:t>93</a:t>
            </a:fld>
            <a:endParaRPr lang="en-GB" altLang="en-US" sz="1200"/>
          </a:p>
        </p:txBody>
      </p:sp>
      <p:sp>
        <p:nvSpPr>
          <p:cNvPr id="169987" name="Rectangle 2"/>
          <p:cNvSpPr>
            <a:spLocks noGrp="1" noRot="1" noChangeAspect="1" noChangeArrowheads="1" noTextEdit="1"/>
          </p:cNvSpPr>
          <p:nvPr>
            <p:ph type="sldImg"/>
          </p:nvPr>
        </p:nvSpPr>
        <p:spPr>
          <a:ln/>
        </p:spPr>
      </p:sp>
      <p:sp>
        <p:nvSpPr>
          <p:cNvPr id="169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31232689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F8BB99F-5C5E-445B-9843-831C21891DA8}" type="slidenum">
              <a:rPr lang="en-GB" altLang="en-US" sz="1200"/>
              <a:pPr/>
              <a:t>94</a:t>
            </a:fld>
            <a:endParaRPr lang="en-GB" altLang="en-US" sz="1200"/>
          </a:p>
        </p:txBody>
      </p:sp>
      <p:sp>
        <p:nvSpPr>
          <p:cNvPr id="171011" name="Rectangle 2"/>
          <p:cNvSpPr>
            <a:spLocks noGrp="1" noRot="1" noChangeAspect="1" noChangeArrowheads="1" noTextEdit="1"/>
          </p:cNvSpPr>
          <p:nvPr>
            <p:ph type="sldImg"/>
          </p:nvPr>
        </p:nvSpPr>
        <p:spPr>
          <a:ln/>
        </p:spPr>
      </p:sp>
      <p:sp>
        <p:nvSpPr>
          <p:cNvPr id="171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2916076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D4184B8-3474-4756-8E72-DF93940187A1}" type="slidenum">
              <a:rPr lang="en-GB" altLang="en-US" sz="1200"/>
              <a:pPr/>
              <a:t>95</a:t>
            </a:fld>
            <a:endParaRPr lang="en-GB" altLang="en-US" sz="1200"/>
          </a:p>
        </p:txBody>
      </p:sp>
      <p:sp>
        <p:nvSpPr>
          <p:cNvPr id="172035" name="Rectangle 2"/>
          <p:cNvSpPr>
            <a:spLocks noGrp="1" noRot="1" noChangeAspect="1" noChangeArrowheads="1" noTextEdit="1"/>
          </p:cNvSpPr>
          <p:nvPr>
            <p:ph type="sldImg"/>
          </p:nvPr>
        </p:nvSpPr>
        <p:spPr>
          <a:ln/>
        </p:spPr>
      </p:sp>
      <p:sp>
        <p:nvSpPr>
          <p:cNvPr id="172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11742104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473BBB1-9FCD-4AFB-8C84-5652A15CF821}" type="slidenum">
              <a:rPr lang="en-GB" altLang="en-US" sz="1200"/>
              <a:pPr/>
              <a:t>96</a:t>
            </a:fld>
            <a:endParaRPr lang="en-GB" altLang="en-US" sz="1200"/>
          </a:p>
        </p:txBody>
      </p:sp>
      <p:sp>
        <p:nvSpPr>
          <p:cNvPr id="173059" name="Rectangle 2"/>
          <p:cNvSpPr>
            <a:spLocks noGrp="1" noRot="1" noChangeAspect="1" noChangeArrowheads="1" noTextEdit="1"/>
          </p:cNvSpPr>
          <p:nvPr>
            <p:ph type="sldImg"/>
          </p:nvPr>
        </p:nvSpPr>
        <p:spPr>
          <a:ln/>
        </p:spPr>
      </p:sp>
      <p:sp>
        <p:nvSpPr>
          <p:cNvPr id="173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53958702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6285CB7-3EC5-4A8A-88C5-1B2A00C5C614}" type="slidenum">
              <a:rPr lang="en-GB" altLang="en-US" sz="1200"/>
              <a:pPr/>
              <a:t>97</a:t>
            </a:fld>
            <a:endParaRPr lang="en-GB" altLang="en-US" sz="1200"/>
          </a:p>
        </p:txBody>
      </p:sp>
      <p:sp>
        <p:nvSpPr>
          <p:cNvPr id="174083" name="Rectangle 2"/>
          <p:cNvSpPr>
            <a:spLocks noGrp="1" noRot="1" noChangeAspect="1" noChangeArrowheads="1" noTextEdit="1"/>
          </p:cNvSpPr>
          <p:nvPr>
            <p:ph type="sldImg"/>
          </p:nvPr>
        </p:nvSpPr>
        <p:spPr>
          <a:ln/>
        </p:spPr>
      </p:sp>
      <p:sp>
        <p:nvSpPr>
          <p:cNvPr id="174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81842553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92FE4D8-CCD2-4ED5-BCDC-9A6B772B5230}" type="slidenum">
              <a:rPr lang="en-GB" altLang="en-US" sz="1200"/>
              <a:pPr/>
              <a:t>98</a:t>
            </a:fld>
            <a:endParaRPr lang="en-GB" altLang="en-US" sz="1200"/>
          </a:p>
        </p:txBody>
      </p:sp>
      <p:sp>
        <p:nvSpPr>
          <p:cNvPr id="175107" name="Rectangle 2"/>
          <p:cNvSpPr>
            <a:spLocks noGrp="1" noRot="1" noChangeAspect="1" noChangeArrowheads="1" noTextEdit="1"/>
          </p:cNvSpPr>
          <p:nvPr>
            <p:ph type="sldImg"/>
          </p:nvPr>
        </p:nvSpPr>
        <p:spPr>
          <a:ln/>
        </p:spPr>
      </p:sp>
      <p:sp>
        <p:nvSpPr>
          <p:cNvPr id="175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31281403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F6A1FD4-92B7-4F40-94F7-183EAEFB8938}" type="slidenum">
              <a:rPr lang="en-GB" altLang="en-US" sz="1200"/>
              <a:pPr/>
              <a:t>99</a:t>
            </a:fld>
            <a:endParaRPr lang="en-GB" altLang="en-US" sz="1200"/>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429184753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1EC1EBF4-AA33-410B-9ABE-7F26075A47B2}" type="slidenum">
              <a:rPr lang="en-GB" altLang="en-US" sz="1200"/>
              <a:pPr/>
              <a:t>100</a:t>
            </a:fld>
            <a:endParaRPr lang="en-GB" altLang="en-US" sz="1200"/>
          </a:p>
        </p:txBody>
      </p:sp>
      <p:sp>
        <p:nvSpPr>
          <p:cNvPr id="177155" name="Rectangle 2"/>
          <p:cNvSpPr>
            <a:spLocks noGrp="1" noRot="1" noChangeAspect="1" noChangeArrowheads="1" noTextEdit="1"/>
          </p:cNvSpPr>
          <p:nvPr>
            <p:ph type="sldImg"/>
          </p:nvPr>
        </p:nvSpPr>
        <p:spPr>
          <a:ln/>
        </p:spPr>
      </p:sp>
      <p:sp>
        <p:nvSpPr>
          <p:cNvPr id="177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55010616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084FD2C6-D595-4859-B13C-342F97AB1C5F}" type="slidenum">
              <a:rPr lang="en-GB" altLang="en-US" sz="1200"/>
              <a:pPr/>
              <a:t>101</a:t>
            </a:fld>
            <a:endParaRPr lang="en-GB" altLang="en-US" sz="1200"/>
          </a:p>
        </p:txBody>
      </p:sp>
      <p:sp>
        <p:nvSpPr>
          <p:cNvPr id="178179" name="Rectangle 2"/>
          <p:cNvSpPr>
            <a:spLocks noGrp="1" noRot="1" noChangeAspect="1" noChangeArrowheads="1" noTextEdit="1"/>
          </p:cNvSpPr>
          <p:nvPr>
            <p:ph type="sldImg"/>
          </p:nvPr>
        </p:nvSpPr>
        <p:spPr>
          <a:ln/>
        </p:spPr>
      </p:sp>
      <p:sp>
        <p:nvSpPr>
          <p:cNvPr id="178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309424769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76B54BA7-5796-4AE8-878F-34FBF57C976C}" type="slidenum">
              <a:rPr lang="en-GB" altLang="en-US" sz="1200"/>
              <a:pPr/>
              <a:t>102</a:t>
            </a:fld>
            <a:endParaRPr lang="en-GB" altLang="en-US" sz="1200"/>
          </a:p>
        </p:txBody>
      </p:sp>
      <p:sp>
        <p:nvSpPr>
          <p:cNvPr id="179203" name="Rectangle 2"/>
          <p:cNvSpPr>
            <a:spLocks noGrp="1" noRot="1" noChangeAspect="1" noChangeArrowheads="1" noTextEdit="1"/>
          </p:cNvSpPr>
          <p:nvPr>
            <p:ph type="sldImg"/>
          </p:nvPr>
        </p:nvSpPr>
        <p:spPr>
          <a:ln/>
        </p:spPr>
      </p:sp>
      <p:sp>
        <p:nvSpPr>
          <p:cNvPr id="179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27353261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3AAFCB1-6456-488D-97C4-1605422F44B0}" type="slidenum">
              <a:rPr lang="en-GB" altLang="en-US" sz="1200"/>
              <a:pPr/>
              <a:t>103</a:t>
            </a:fld>
            <a:endParaRPr lang="en-GB" altLang="en-US" sz="1200"/>
          </a:p>
        </p:txBody>
      </p:sp>
      <p:sp>
        <p:nvSpPr>
          <p:cNvPr id="180227" name="Rectangle 2"/>
          <p:cNvSpPr>
            <a:spLocks noGrp="1" noRot="1" noChangeAspect="1" noChangeArrowheads="1" noTextEdit="1"/>
          </p:cNvSpPr>
          <p:nvPr>
            <p:ph type="sldImg"/>
          </p:nvPr>
        </p:nvSpPr>
        <p:spPr>
          <a:ln/>
        </p:spPr>
      </p:sp>
      <p:sp>
        <p:nvSpPr>
          <p:cNvPr id="180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12242145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6EBF777-FAAB-461D-8B98-CE301FABEC7F}" type="slidenum">
              <a:rPr lang="en-GB" altLang="en-US" sz="1200"/>
              <a:pPr/>
              <a:t>104</a:t>
            </a:fld>
            <a:endParaRPr lang="en-GB" altLang="en-US" sz="1200"/>
          </a:p>
        </p:txBody>
      </p:sp>
      <p:sp>
        <p:nvSpPr>
          <p:cNvPr id="181251" name="Rectangle 2"/>
          <p:cNvSpPr>
            <a:spLocks noGrp="1" noRot="1" noChangeAspect="1" noChangeArrowheads="1" noTextEdit="1"/>
          </p:cNvSpPr>
          <p:nvPr>
            <p:ph type="sldImg"/>
          </p:nvPr>
        </p:nvSpPr>
        <p:spPr>
          <a:ln/>
        </p:spPr>
      </p:sp>
      <p:sp>
        <p:nvSpPr>
          <p:cNvPr id="181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2670506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FEE49CC-C4E7-4E2D-A63E-5BFDE0B73BC1}" type="slidenum">
              <a:rPr lang="en-GB" altLang="en-US" sz="1200"/>
              <a:pPr/>
              <a:t>105</a:t>
            </a:fld>
            <a:endParaRPr lang="en-GB" altLang="en-US" sz="1200"/>
          </a:p>
        </p:txBody>
      </p:sp>
      <p:sp>
        <p:nvSpPr>
          <p:cNvPr id="182275" name="Rectangle 2"/>
          <p:cNvSpPr>
            <a:spLocks noGrp="1" noRot="1" noChangeAspect="1" noChangeArrowheads="1" noTextEdit="1"/>
          </p:cNvSpPr>
          <p:nvPr>
            <p:ph type="sldImg"/>
          </p:nvPr>
        </p:nvSpPr>
        <p:spPr>
          <a:ln/>
        </p:spPr>
      </p:sp>
      <p:sp>
        <p:nvSpPr>
          <p:cNvPr id="182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99595538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1100DFF-41E0-432E-AAFC-C0E54D0CA244}" type="slidenum">
              <a:rPr lang="en-GB" altLang="en-US" sz="1200"/>
              <a:pPr/>
              <a:t>106</a:t>
            </a:fld>
            <a:endParaRPr lang="en-GB" altLang="en-US" sz="1200"/>
          </a:p>
        </p:txBody>
      </p:sp>
      <p:sp>
        <p:nvSpPr>
          <p:cNvPr id="183299" name="Rectangle 2"/>
          <p:cNvSpPr>
            <a:spLocks noGrp="1" noRot="1" noChangeAspect="1" noChangeArrowheads="1" noTextEdit="1"/>
          </p:cNvSpPr>
          <p:nvPr>
            <p:ph type="sldImg"/>
          </p:nvPr>
        </p:nvSpPr>
        <p:spPr>
          <a:ln/>
        </p:spPr>
      </p:sp>
      <p:sp>
        <p:nvSpPr>
          <p:cNvPr id="183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421441490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06E6736-61ED-4A3C-8C66-11559C6BF29B}" type="slidenum">
              <a:rPr lang="en-GB" altLang="en-US" sz="1200"/>
              <a:pPr/>
              <a:t>107</a:t>
            </a:fld>
            <a:endParaRPr lang="en-GB" altLang="en-US" sz="1200"/>
          </a:p>
        </p:txBody>
      </p:sp>
      <p:sp>
        <p:nvSpPr>
          <p:cNvPr id="184323" name="Rectangle 2"/>
          <p:cNvSpPr>
            <a:spLocks noGrp="1" noRot="1" noChangeAspect="1" noChangeArrowheads="1" noTextEdit="1"/>
          </p:cNvSpPr>
          <p:nvPr>
            <p:ph type="sldImg"/>
          </p:nvPr>
        </p:nvSpPr>
        <p:spPr>
          <a:ln/>
        </p:spPr>
      </p:sp>
      <p:sp>
        <p:nvSpPr>
          <p:cNvPr id="184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1406348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09FD1C2D-3D9E-49C5-ACBA-D3BED9870DB1}" type="slidenum">
              <a:rPr lang="en-GB" altLang="en-US" sz="1200"/>
              <a:pPr/>
              <a:t>108</a:t>
            </a:fld>
            <a:endParaRPr lang="en-GB" altLang="en-US" sz="1200"/>
          </a:p>
        </p:txBody>
      </p:sp>
      <p:sp>
        <p:nvSpPr>
          <p:cNvPr id="185347" name="Rectangle 2"/>
          <p:cNvSpPr>
            <a:spLocks noGrp="1" noRot="1" noChangeAspect="1" noChangeArrowheads="1" noTextEdit="1"/>
          </p:cNvSpPr>
          <p:nvPr>
            <p:ph type="sldImg"/>
          </p:nvPr>
        </p:nvSpPr>
        <p:spPr>
          <a:ln/>
        </p:spPr>
      </p:sp>
      <p:sp>
        <p:nvSpPr>
          <p:cNvPr id="185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28208598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01B394A7-4ADD-4D4C-A276-4A6CFFAAE4A2}" type="slidenum">
              <a:rPr lang="en-GB" altLang="en-US" sz="1200"/>
              <a:pPr/>
              <a:t>109</a:t>
            </a:fld>
            <a:endParaRPr lang="en-GB" altLang="en-US" sz="1200"/>
          </a:p>
        </p:txBody>
      </p:sp>
      <p:sp>
        <p:nvSpPr>
          <p:cNvPr id="186371" name="Rectangle 2"/>
          <p:cNvSpPr>
            <a:spLocks noGrp="1" noRot="1" noChangeAspect="1" noChangeArrowheads="1" noTextEdit="1"/>
          </p:cNvSpPr>
          <p:nvPr>
            <p:ph type="sldImg"/>
          </p:nvPr>
        </p:nvSpPr>
        <p:spPr>
          <a:ln/>
        </p:spPr>
      </p:sp>
      <p:sp>
        <p:nvSpPr>
          <p:cNvPr id="186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97435659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9BA0F25-789F-4EB4-BD72-1639A1ECCDC4}" type="slidenum">
              <a:rPr lang="en-GB" altLang="en-US" sz="1200"/>
              <a:pPr/>
              <a:t>110</a:t>
            </a:fld>
            <a:endParaRPr lang="en-GB" altLang="en-US" sz="1200"/>
          </a:p>
        </p:txBody>
      </p:sp>
      <p:sp>
        <p:nvSpPr>
          <p:cNvPr id="187395" name="Rectangle 2"/>
          <p:cNvSpPr>
            <a:spLocks noGrp="1" noRot="1" noChangeAspect="1" noChangeArrowheads="1" noTextEdit="1"/>
          </p:cNvSpPr>
          <p:nvPr>
            <p:ph type="sldImg"/>
          </p:nvPr>
        </p:nvSpPr>
        <p:spPr>
          <a:ln/>
        </p:spPr>
      </p:sp>
      <p:sp>
        <p:nvSpPr>
          <p:cNvPr id="187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310511096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0A338E6-B50E-432C-B285-DC34A2630621}" type="slidenum">
              <a:rPr lang="en-GB" altLang="en-US" sz="1200"/>
              <a:pPr/>
              <a:t>111</a:t>
            </a:fld>
            <a:endParaRPr lang="en-GB" altLang="en-US" sz="1200"/>
          </a:p>
        </p:txBody>
      </p:sp>
      <p:sp>
        <p:nvSpPr>
          <p:cNvPr id="188419" name="Rectangle 2"/>
          <p:cNvSpPr>
            <a:spLocks noGrp="1" noRot="1" noChangeAspect="1" noChangeArrowheads="1" noTextEdit="1"/>
          </p:cNvSpPr>
          <p:nvPr>
            <p:ph type="sldImg"/>
          </p:nvPr>
        </p:nvSpPr>
        <p:spPr>
          <a:ln/>
        </p:spPr>
      </p:sp>
      <p:sp>
        <p:nvSpPr>
          <p:cNvPr id="188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357728040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6D46F87-B419-4996-B7AE-3272A1DAA930}" type="slidenum">
              <a:rPr lang="en-GB" altLang="en-US" sz="1200"/>
              <a:pPr/>
              <a:t>112</a:t>
            </a:fld>
            <a:endParaRPr lang="en-GB" altLang="en-US" sz="1200"/>
          </a:p>
        </p:txBody>
      </p:sp>
      <p:sp>
        <p:nvSpPr>
          <p:cNvPr id="189443" name="Rectangle 2"/>
          <p:cNvSpPr>
            <a:spLocks noGrp="1" noRot="1" noChangeAspect="1" noChangeArrowheads="1" noTextEdit="1"/>
          </p:cNvSpPr>
          <p:nvPr>
            <p:ph type="sldImg"/>
          </p:nvPr>
        </p:nvSpPr>
        <p:spPr>
          <a:ln/>
        </p:spPr>
      </p:sp>
      <p:sp>
        <p:nvSpPr>
          <p:cNvPr id="189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92441577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C5FC7685-97EA-4017-851B-6D5154BD7EA7}" type="slidenum">
              <a:rPr lang="en-GB" altLang="en-US" sz="1200"/>
              <a:pPr/>
              <a:t>113</a:t>
            </a:fld>
            <a:endParaRPr lang="en-GB" altLang="en-US" sz="1200"/>
          </a:p>
        </p:txBody>
      </p:sp>
      <p:sp>
        <p:nvSpPr>
          <p:cNvPr id="190467" name="Rectangle 2"/>
          <p:cNvSpPr>
            <a:spLocks noGrp="1" noRot="1" noChangeAspect="1" noChangeArrowheads="1" noTextEdit="1"/>
          </p:cNvSpPr>
          <p:nvPr>
            <p:ph type="sldImg"/>
          </p:nvPr>
        </p:nvSpPr>
        <p:spPr>
          <a:ln/>
        </p:spPr>
      </p:sp>
      <p:sp>
        <p:nvSpPr>
          <p:cNvPr id="190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67079745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A34A2DF-3A3E-4D7C-BAA1-B6AA799BDDE3}" type="slidenum">
              <a:rPr lang="en-GB" altLang="en-US" sz="1200"/>
              <a:pPr/>
              <a:t>114</a:t>
            </a:fld>
            <a:endParaRPr lang="en-GB" altLang="en-US" sz="1200"/>
          </a:p>
        </p:txBody>
      </p:sp>
      <p:sp>
        <p:nvSpPr>
          <p:cNvPr id="191491" name="Rectangle 2"/>
          <p:cNvSpPr>
            <a:spLocks noGrp="1" noRot="1" noChangeAspect="1" noChangeArrowheads="1" noTextEdit="1"/>
          </p:cNvSpPr>
          <p:nvPr>
            <p:ph type="sldImg"/>
          </p:nvPr>
        </p:nvSpPr>
        <p:spPr>
          <a:ln/>
        </p:spPr>
      </p:sp>
      <p:sp>
        <p:nvSpPr>
          <p:cNvPr id="191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34972871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94C10E3-1E98-4B10-8735-914B1C69CDE4}" type="slidenum">
              <a:rPr lang="en-GB" altLang="en-US" sz="1200"/>
              <a:pPr/>
              <a:t>115</a:t>
            </a:fld>
            <a:endParaRPr lang="en-GB" altLang="en-US" sz="1200"/>
          </a:p>
        </p:txBody>
      </p:sp>
      <p:sp>
        <p:nvSpPr>
          <p:cNvPr id="192515" name="Rectangle 2"/>
          <p:cNvSpPr>
            <a:spLocks noGrp="1" noRot="1" noChangeAspect="1" noChangeArrowheads="1" noTextEdit="1"/>
          </p:cNvSpPr>
          <p:nvPr>
            <p:ph type="sldImg"/>
          </p:nvPr>
        </p:nvSpPr>
        <p:spPr>
          <a:ln/>
        </p:spPr>
      </p:sp>
      <p:sp>
        <p:nvSpPr>
          <p:cNvPr id="192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68150019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E2B43A5-AEC2-47A6-A0CC-644FC6AF1CA0}" type="slidenum">
              <a:rPr lang="en-GB" altLang="en-US" sz="1200"/>
              <a:pPr/>
              <a:t>116</a:t>
            </a:fld>
            <a:endParaRPr lang="en-GB" altLang="en-US" sz="1200"/>
          </a:p>
        </p:txBody>
      </p:sp>
      <p:sp>
        <p:nvSpPr>
          <p:cNvPr id="193539" name="Rectangle 2"/>
          <p:cNvSpPr>
            <a:spLocks noGrp="1" noRot="1" noChangeAspect="1" noChangeArrowheads="1" noTextEdit="1"/>
          </p:cNvSpPr>
          <p:nvPr>
            <p:ph type="sldImg"/>
          </p:nvPr>
        </p:nvSpPr>
        <p:spPr>
          <a:ln/>
        </p:spPr>
      </p:sp>
      <p:sp>
        <p:nvSpPr>
          <p:cNvPr id="193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73968915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670575C-52EB-4369-ABC4-2D12D4079D79}" type="slidenum">
              <a:rPr lang="en-GB" altLang="en-US" sz="1200"/>
              <a:pPr/>
              <a:t>117</a:t>
            </a:fld>
            <a:endParaRPr lang="en-GB" altLang="en-US" sz="1200"/>
          </a:p>
        </p:txBody>
      </p:sp>
      <p:sp>
        <p:nvSpPr>
          <p:cNvPr id="194563" name="Rectangle 2"/>
          <p:cNvSpPr>
            <a:spLocks noGrp="1" noRot="1" noChangeAspect="1" noChangeArrowheads="1" noTextEdit="1"/>
          </p:cNvSpPr>
          <p:nvPr>
            <p:ph type="sldImg"/>
          </p:nvPr>
        </p:nvSpPr>
        <p:spPr>
          <a:ln/>
        </p:spPr>
      </p:sp>
      <p:sp>
        <p:nvSpPr>
          <p:cNvPr id="194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08322518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6BF966E-DEC6-4C6F-93DE-507E63C2A0C0}" type="slidenum">
              <a:rPr lang="en-GB" altLang="en-US" sz="1200"/>
              <a:pPr/>
              <a:t>118</a:t>
            </a:fld>
            <a:endParaRPr lang="en-GB" altLang="en-US" sz="1200"/>
          </a:p>
        </p:txBody>
      </p:sp>
      <p:sp>
        <p:nvSpPr>
          <p:cNvPr id="195587" name="Rectangle 2"/>
          <p:cNvSpPr>
            <a:spLocks noGrp="1" noRot="1" noChangeAspect="1" noChangeArrowheads="1" noTextEdit="1"/>
          </p:cNvSpPr>
          <p:nvPr>
            <p:ph type="sldImg"/>
          </p:nvPr>
        </p:nvSpPr>
        <p:spPr>
          <a:ln/>
        </p:spPr>
      </p:sp>
      <p:sp>
        <p:nvSpPr>
          <p:cNvPr id="195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335681844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2005BABC-1A4D-4BF8-869B-5F0067DE9829}" type="slidenum">
              <a:rPr lang="en-GB" altLang="en-US" sz="1200"/>
              <a:pPr/>
              <a:t>119</a:t>
            </a:fld>
            <a:endParaRPr lang="en-GB" altLang="en-US" sz="1200"/>
          </a:p>
        </p:txBody>
      </p:sp>
      <p:sp>
        <p:nvSpPr>
          <p:cNvPr id="196611" name="Rectangle 2"/>
          <p:cNvSpPr>
            <a:spLocks noGrp="1" noRot="1" noChangeAspect="1" noChangeArrowheads="1" noTextEdit="1"/>
          </p:cNvSpPr>
          <p:nvPr>
            <p:ph type="sldImg"/>
          </p:nvPr>
        </p:nvSpPr>
        <p:spPr>
          <a:ln/>
        </p:spPr>
      </p:sp>
      <p:sp>
        <p:nvSpPr>
          <p:cNvPr id="196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83078642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63D0552-F94C-4FF0-99AC-53FAD959E798}" type="slidenum">
              <a:rPr lang="en-GB" altLang="en-US" sz="1200"/>
              <a:pPr/>
              <a:t>120</a:t>
            </a:fld>
            <a:endParaRPr lang="en-GB" altLang="en-US" sz="1200"/>
          </a:p>
        </p:txBody>
      </p:sp>
      <p:sp>
        <p:nvSpPr>
          <p:cNvPr id="197635" name="Rectangle 2"/>
          <p:cNvSpPr>
            <a:spLocks noGrp="1" noRot="1" noChangeAspect="1" noChangeArrowheads="1" noTextEdit="1"/>
          </p:cNvSpPr>
          <p:nvPr>
            <p:ph type="sldImg"/>
          </p:nvPr>
        </p:nvSpPr>
        <p:spPr>
          <a:ln/>
        </p:spPr>
      </p:sp>
      <p:sp>
        <p:nvSpPr>
          <p:cNvPr id="197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317876297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53FA2D3-12FA-49C0-9FDE-49CF1DBF117D}" type="slidenum">
              <a:rPr lang="en-GB" altLang="en-US" sz="1200"/>
              <a:pPr/>
              <a:t>121</a:t>
            </a:fld>
            <a:endParaRPr lang="en-GB" altLang="en-US" sz="1200"/>
          </a:p>
        </p:txBody>
      </p:sp>
      <p:sp>
        <p:nvSpPr>
          <p:cNvPr id="198659" name="Rectangle 2"/>
          <p:cNvSpPr>
            <a:spLocks noGrp="1" noRot="1" noChangeAspect="1" noChangeArrowheads="1" noTextEdit="1"/>
          </p:cNvSpPr>
          <p:nvPr>
            <p:ph type="sldImg"/>
          </p:nvPr>
        </p:nvSpPr>
        <p:spPr>
          <a:ln/>
        </p:spPr>
      </p:sp>
      <p:sp>
        <p:nvSpPr>
          <p:cNvPr id="198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85629469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25B04656-18A8-48DD-B108-C6360ACC0649}" type="slidenum">
              <a:rPr lang="en-GB" altLang="en-US" sz="1200"/>
              <a:pPr/>
              <a:t>122</a:t>
            </a:fld>
            <a:endParaRPr lang="en-GB" altLang="en-US" sz="1200"/>
          </a:p>
        </p:txBody>
      </p:sp>
      <p:sp>
        <p:nvSpPr>
          <p:cNvPr id="199683" name="Rectangle 2"/>
          <p:cNvSpPr>
            <a:spLocks noGrp="1" noRot="1" noChangeAspect="1" noChangeArrowheads="1" noTextEdit="1"/>
          </p:cNvSpPr>
          <p:nvPr>
            <p:ph type="sldImg"/>
          </p:nvPr>
        </p:nvSpPr>
        <p:spPr>
          <a:ln/>
        </p:spPr>
      </p:sp>
      <p:sp>
        <p:nvSpPr>
          <p:cNvPr id="199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39356925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1DEDB0A-66E8-4B5C-9F6B-52D079062E9C}" type="slidenum">
              <a:rPr lang="en-GB" altLang="en-US" sz="1200"/>
              <a:pPr/>
              <a:t>123</a:t>
            </a:fld>
            <a:endParaRPr lang="en-GB" altLang="en-US" sz="1200"/>
          </a:p>
        </p:txBody>
      </p:sp>
      <p:sp>
        <p:nvSpPr>
          <p:cNvPr id="200707" name="Rectangle 2"/>
          <p:cNvSpPr>
            <a:spLocks noGrp="1" noRot="1" noChangeAspect="1" noChangeArrowheads="1" noTextEdit="1"/>
          </p:cNvSpPr>
          <p:nvPr>
            <p:ph type="sldImg"/>
          </p:nvPr>
        </p:nvSpPr>
        <p:spPr>
          <a:ln/>
        </p:spPr>
      </p:sp>
      <p:sp>
        <p:nvSpPr>
          <p:cNvPr id="200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80510241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7AA79F7-7E0B-4211-8233-6152D3D2FFFF}" type="slidenum">
              <a:rPr lang="en-GB" altLang="en-US" sz="1200"/>
              <a:pPr/>
              <a:t>124</a:t>
            </a:fld>
            <a:endParaRPr lang="en-GB" altLang="en-US" sz="1200"/>
          </a:p>
        </p:txBody>
      </p:sp>
      <p:sp>
        <p:nvSpPr>
          <p:cNvPr id="201731" name="Rectangle 2"/>
          <p:cNvSpPr>
            <a:spLocks noGrp="1" noRot="1" noChangeAspect="1" noChangeArrowheads="1" noTextEdit="1"/>
          </p:cNvSpPr>
          <p:nvPr>
            <p:ph type="sldImg"/>
          </p:nvPr>
        </p:nvSpPr>
        <p:spPr>
          <a:ln/>
        </p:spPr>
      </p:sp>
      <p:sp>
        <p:nvSpPr>
          <p:cNvPr id="201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51022102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1B4C91B1-4BA0-4F42-8883-D397104E6782}" type="slidenum">
              <a:rPr lang="en-GB" altLang="en-US" sz="1200"/>
              <a:pPr/>
              <a:t>125</a:t>
            </a:fld>
            <a:endParaRPr lang="en-GB" altLang="en-US" sz="1200"/>
          </a:p>
        </p:txBody>
      </p:sp>
      <p:sp>
        <p:nvSpPr>
          <p:cNvPr id="202755" name="Rectangle 2"/>
          <p:cNvSpPr>
            <a:spLocks noGrp="1" noRot="1" noChangeAspect="1" noChangeArrowheads="1" noTextEdit="1"/>
          </p:cNvSpPr>
          <p:nvPr>
            <p:ph type="sldImg"/>
          </p:nvPr>
        </p:nvSpPr>
        <p:spPr>
          <a:ln/>
        </p:spPr>
      </p:sp>
      <p:sp>
        <p:nvSpPr>
          <p:cNvPr id="202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35967718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3E1C9CA-3F38-4326-905A-AA22B565B14E}" type="slidenum">
              <a:rPr lang="en-GB" altLang="en-US" sz="1200"/>
              <a:pPr/>
              <a:t>126</a:t>
            </a:fld>
            <a:endParaRPr lang="en-GB" altLang="en-US" sz="1200"/>
          </a:p>
        </p:txBody>
      </p:sp>
      <p:sp>
        <p:nvSpPr>
          <p:cNvPr id="203779" name="Rectangle 2"/>
          <p:cNvSpPr>
            <a:spLocks noGrp="1" noRot="1" noChangeAspect="1" noChangeArrowheads="1" noTextEdit="1"/>
          </p:cNvSpPr>
          <p:nvPr>
            <p:ph type="sldImg"/>
          </p:nvPr>
        </p:nvSpPr>
        <p:spPr>
          <a:ln/>
        </p:spPr>
      </p:sp>
      <p:sp>
        <p:nvSpPr>
          <p:cNvPr id="203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88793530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5991512-22B6-405C-AC76-BDC0DCFAE527}" type="slidenum">
              <a:rPr lang="en-GB" altLang="en-US" sz="1200"/>
              <a:pPr/>
              <a:t>127</a:t>
            </a:fld>
            <a:endParaRPr lang="en-GB" altLang="en-US" sz="1200"/>
          </a:p>
        </p:txBody>
      </p:sp>
      <p:sp>
        <p:nvSpPr>
          <p:cNvPr id="204803" name="Rectangle 2"/>
          <p:cNvSpPr>
            <a:spLocks noGrp="1" noRot="1" noChangeAspect="1" noChangeArrowheads="1" noTextEdit="1"/>
          </p:cNvSpPr>
          <p:nvPr>
            <p:ph type="sldImg"/>
          </p:nvPr>
        </p:nvSpPr>
        <p:spPr>
          <a:ln/>
        </p:spPr>
      </p:sp>
      <p:sp>
        <p:nvSpPr>
          <p:cNvPr id="204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54968157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753C4A45-9F16-491D-B1F2-97FFC18AC051}" type="slidenum">
              <a:rPr lang="en-GB" altLang="en-US" sz="1200"/>
              <a:pPr/>
              <a:t>128</a:t>
            </a:fld>
            <a:endParaRPr lang="en-GB" altLang="en-US" sz="1200"/>
          </a:p>
        </p:txBody>
      </p:sp>
      <p:sp>
        <p:nvSpPr>
          <p:cNvPr id="205827" name="Rectangle 2"/>
          <p:cNvSpPr>
            <a:spLocks noGrp="1" noRot="1" noChangeAspect="1" noChangeArrowheads="1" noTextEdit="1"/>
          </p:cNvSpPr>
          <p:nvPr>
            <p:ph type="sldImg"/>
          </p:nvPr>
        </p:nvSpPr>
        <p:spPr>
          <a:ln/>
        </p:spPr>
      </p:sp>
      <p:sp>
        <p:nvSpPr>
          <p:cNvPr id="205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72892651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FAA07F3-554D-4EDC-9E94-01A55DB3BA75}" type="slidenum">
              <a:rPr lang="en-GB" altLang="en-US" sz="1200"/>
              <a:pPr/>
              <a:t>129</a:t>
            </a:fld>
            <a:endParaRPr lang="en-GB" altLang="en-US" sz="1200"/>
          </a:p>
        </p:txBody>
      </p:sp>
      <p:sp>
        <p:nvSpPr>
          <p:cNvPr id="206851" name="Rectangle 2"/>
          <p:cNvSpPr>
            <a:spLocks noGrp="1" noRot="1" noChangeAspect="1" noChangeArrowheads="1" noTextEdit="1"/>
          </p:cNvSpPr>
          <p:nvPr>
            <p:ph type="sldImg"/>
          </p:nvPr>
        </p:nvSpPr>
        <p:spPr>
          <a:ln/>
        </p:spPr>
      </p:sp>
      <p:sp>
        <p:nvSpPr>
          <p:cNvPr id="206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31767225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91C7E65-96C2-42B3-B23D-7D37F6D38819}" type="slidenum">
              <a:rPr lang="en-GB" altLang="en-US" sz="1200"/>
              <a:pPr/>
              <a:t>130</a:t>
            </a:fld>
            <a:endParaRPr lang="en-GB" altLang="en-US" sz="1200"/>
          </a:p>
        </p:txBody>
      </p:sp>
      <p:sp>
        <p:nvSpPr>
          <p:cNvPr id="207875" name="Rectangle 2"/>
          <p:cNvSpPr>
            <a:spLocks noGrp="1" noRot="1" noChangeAspect="1" noChangeArrowheads="1" noTextEdit="1"/>
          </p:cNvSpPr>
          <p:nvPr>
            <p:ph type="sldImg"/>
          </p:nvPr>
        </p:nvSpPr>
        <p:spPr>
          <a:ln/>
        </p:spPr>
      </p:sp>
      <p:sp>
        <p:nvSpPr>
          <p:cNvPr id="207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62456130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F960246-EC72-4F72-9458-32AF42BD1432}" type="slidenum">
              <a:rPr lang="en-GB" altLang="en-US" sz="1200"/>
              <a:pPr/>
              <a:t>131</a:t>
            </a:fld>
            <a:endParaRPr lang="en-GB" altLang="en-US" sz="1200"/>
          </a:p>
        </p:txBody>
      </p:sp>
      <p:sp>
        <p:nvSpPr>
          <p:cNvPr id="208899" name="Rectangle 2"/>
          <p:cNvSpPr>
            <a:spLocks noGrp="1" noRot="1" noChangeAspect="1" noChangeArrowheads="1" noTextEdit="1"/>
          </p:cNvSpPr>
          <p:nvPr>
            <p:ph type="sldImg"/>
          </p:nvPr>
        </p:nvSpPr>
        <p:spPr>
          <a:ln/>
        </p:spPr>
      </p:sp>
      <p:sp>
        <p:nvSpPr>
          <p:cNvPr id="208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36319020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C2F5DEF-C5A4-40B7-A6C2-0C9FE166AFDF}" type="slidenum">
              <a:rPr lang="en-GB" altLang="en-US" sz="1200"/>
              <a:pPr/>
              <a:t>134</a:t>
            </a:fld>
            <a:endParaRPr lang="en-GB" altLang="en-US" sz="1200"/>
          </a:p>
        </p:txBody>
      </p:sp>
      <p:sp>
        <p:nvSpPr>
          <p:cNvPr id="209923" name="Rectangle 2"/>
          <p:cNvSpPr>
            <a:spLocks noGrp="1" noRot="1" noChangeAspect="1" noChangeArrowheads="1" noTextEdit="1"/>
          </p:cNvSpPr>
          <p:nvPr>
            <p:ph type="sldImg"/>
          </p:nvPr>
        </p:nvSpPr>
        <p:spPr>
          <a:ln/>
        </p:spPr>
      </p:sp>
      <p:sp>
        <p:nvSpPr>
          <p:cNvPr id="209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63732720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59FA414-98DA-4B08-9422-6A13B708DA4D}" type="slidenum">
              <a:rPr lang="en-GB" altLang="en-US" sz="1200"/>
              <a:pPr/>
              <a:t>135</a:t>
            </a:fld>
            <a:endParaRPr lang="en-GB" altLang="en-US" sz="1200"/>
          </a:p>
        </p:txBody>
      </p:sp>
      <p:sp>
        <p:nvSpPr>
          <p:cNvPr id="210947" name="Rectangle 2"/>
          <p:cNvSpPr>
            <a:spLocks noGrp="1" noRot="1" noChangeAspect="1" noChangeArrowheads="1" noTextEdit="1"/>
          </p:cNvSpPr>
          <p:nvPr>
            <p:ph type="sldImg"/>
          </p:nvPr>
        </p:nvSpPr>
        <p:spPr>
          <a:ln/>
        </p:spPr>
      </p:sp>
      <p:sp>
        <p:nvSpPr>
          <p:cNvPr id="210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83167113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296D823-D73B-4CE8-9AB9-317151898DC9}" type="slidenum">
              <a:rPr lang="en-GB" altLang="en-US" sz="1200"/>
              <a:pPr/>
              <a:t>136</a:t>
            </a:fld>
            <a:endParaRPr lang="en-GB" altLang="en-US" sz="1200"/>
          </a:p>
        </p:txBody>
      </p:sp>
      <p:sp>
        <p:nvSpPr>
          <p:cNvPr id="211971" name="Rectangle 2"/>
          <p:cNvSpPr>
            <a:spLocks noGrp="1" noRot="1" noChangeAspect="1" noChangeArrowheads="1" noTextEdit="1"/>
          </p:cNvSpPr>
          <p:nvPr>
            <p:ph type="sldImg"/>
          </p:nvPr>
        </p:nvSpPr>
        <p:spPr>
          <a:ln/>
        </p:spPr>
      </p:sp>
      <p:sp>
        <p:nvSpPr>
          <p:cNvPr id="211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44711741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056658B-1C84-4E6B-A237-A459561AEB7F}" type="slidenum">
              <a:rPr lang="en-GB" altLang="en-US" sz="1200"/>
              <a:pPr/>
              <a:t>137</a:t>
            </a:fld>
            <a:endParaRPr lang="en-GB" altLang="en-US" sz="1200"/>
          </a:p>
        </p:txBody>
      </p:sp>
      <p:sp>
        <p:nvSpPr>
          <p:cNvPr id="212995" name="Rectangle 2"/>
          <p:cNvSpPr>
            <a:spLocks noGrp="1" noRot="1" noChangeAspect="1" noChangeArrowheads="1" noTextEdit="1"/>
          </p:cNvSpPr>
          <p:nvPr>
            <p:ph type="sldImg"/>
          </p:nvPr>
        </p:nvSpPr>
        <p:spPr>
          <a:ln/>
        </p:spPr>
      </p:sp>
      <p:sp>
        <p:nvSpPr>
          <p:cNvPr id="212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92550859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7129BA5-743A-4C36-AA69-275C37578A1C}" type="slidenum">
              <a:rPr lang="en-GB" altLang="en-US" sz="1200"/>
              <a:pPr/>
              <a:t>138</a:t>
            </a:fld>
            <a:endParaRPr lang="en-GB" altLang="en-US" sz="1200"/>
          </a:p>
        </p:txBody>
      </p:sp>
      <p:sp>
        <p:nvSpPr>
          <p:cNvPr id="214019" name="Rectangle 2"/>
          <p:cNvSpPr>
            <a:spLocks noGrp="1" noRot="1" noChangeAspect="1" noChangeArrowheads="1" noTextEdit="1"/>
          </p:cNvSpPr>
          <p:nvPr>
            <p:ph type="sldImg"/>
          </p:nvPr>
        </p:nvSpPr>
        <p:spPr>
          <a:ln/>
        </p:spPr>
      </p:sp>
      <p:sp>
        <p:nvSpPr>
          <p:cNvPr id="214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46959776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7F89525-5A98-45D8-A26E-769546E525C2}" type="slidenum">
              <a:rPr lang="en-GB" altLang="en-US" sz="1200"/>
              <a:pPr/>
              <a:t>139</a:t>
            </a:fld>
            <a:endParaRPr lang="en-GB" altLang="en-US" sz="1200"/>
          </a:p>
        </p:txBody>
      </p:sp>
      <p:sp>
        <p:nvSpPr>
          <p:cNvPr id="215043" name="Rectangle 2"/>
          <p:cNvSpPr>
            <a:spLocks noGrp="1" noRot="1" noChangeAspect="1" noChangeArrowheads="1" noTextEdit="1"/>
          </p:cNvSpPr>
          <p:nvPr>
            <p:ph type="sldImg"/>
          </p:nvPr>
        </p:nvSpPr>
        <p:spPr>
          <a:ln/>
        </p:spPr>
      </p:sp>
      <p:sp>
        <p:nvSpPr>
          <p:cNvPr id="215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09659120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ECB1A65-59CB-43C0-9B4A-1FB338CBADED}" type="slidenum">
              <a:rPr lang="en-GB" altLang="en-US" sz="1200"/>
              <a:pPr/>
              <a:t>140</a:t>
            </a:fld>
            <a:endParaRPr lang="en-GB" altLang="en-US" sz="1200"/>
          </a:p>
        </p:txBody>
      </p:sp>
      <p:sp>
        <p:nvSpPr>
          <p:cNvPr id="216067" name="Rectangle 2"/>
          <p:cNvSpPr>
            <a:spLocks noGrp="1" noRot="1" noChangeAspect="1" noChangeArrowheads="1" noTextEdit="1"/>
          </p:cNvSpPr>
          <p:nvPr>
            <p:ph type="sldImg"/>
          </p:nvPr>
        </p:nvSpPr>
        <p:spPr>
          <a:ln/>
        </p:spPr>
      </p:sp>
      <p:sp>
        <p:nvSpPr>
          <p:cNvPr id="216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54674522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CA3E65E-3EA6-43A5-962B-D02D6E7C98B9}" type="slidenum">
              <a:rPr lang="en-GB" altLang="en-US" sz="1200"/>
              <a:pPr/>
              <a:t>141</a:t>
            </a:fld>
            <a:endParaRPr lang="en-GB" altLang="en-US" sz="1200"/>
          </a:p>
        </p:txBody>
      </p:sp>
      <p:sp>
        <p:nvSpPr>
          <p:cNvPr id="217091" name="Rectangle 2"/>
          <p:cNvSpPr>
            <a:spLocks noGrp="1" noRot="1" noChangeAspect="1" noChangeArrowheads="1" noTextEdit="1"/>
          </p:cNvSpPr>
          <p:nvPr>
            <p:ph type="sldImg"/>
          </p:nvPr>
        </p:nvSpPr>
        <p:spPr>
          <a:ln/>
        </p:spPr>
      </p:sp>
      <p:sp>
        <p:nvSpPr>
          <p:cNvPr id="217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372580222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F00AD82-2C16-429E-AF72-F192EACCA4F3}" type="slidenum">
              <a:rPr lang="en-GB" altLang="en-US" sz="1200"/>
              <a:pPr/>
              <a:t>142</a:t>
            </a:fld>
            <a:endParaRPr lang="en-GB" altLang="en-US" sz="1200"/>
          </a:p>
        </p:txBody>
      </p:sp>
      <p:sp>
        <p:nvSpPr>
          <p:cNvPr id="218115" name="Rectangle 2"/>
          <p:cNvSpPr>
            <a:spLocks noGrp="1" noRot="1" noChangeAspect="1" noChangeArrowheads="1" noTextEdit="1"/>
          </p:cNvSpPr>
          <p:nvPr>
            <p:ph type="sldImg"/>
          </p:nvPr>
        </p:nvSpPr>
        <p:spPr>
          <a:ln/>
        </p:spPr>
      </p:sp>
      <p:sp>
        <p:nvSpPr>
          <p:cNvPr id="218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71378680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B5BE8C4-E826-4E87-9A77-1BEF2B2AA01F}" type="slidenum">
              <a:rPr lang="en-GB" altLang="en-US" sz="1200"/>
              <a:pPr/>
              <a:t>143</a:t>
            </a:fld>
            <a:endParaRPr lang="en-GB" altLang="en-US" sz="1200"/>
          </a:p>
        </p:txBody>
      </p:sp>
      <p:sp>
        <p:nvSpPr>
          <p:cNvPr id="219139" name="Rectangle 2"/>
          <p:cNvSpPr>
            <a:spLocks noGrp="1" noRot="1" noChangeAspect="1" noChangeArrowheads="1" noTextEdit="1"/>
          </p:cNvSpPr>
          <p:nvPr>
            <p:ph type="sldImg"/>
          </p:nvPr>
        </p:nvSpPr>
        <p:spPr>
          <a:ln/>
        </p:spPr>
      </p:sp>
      <p:sp>
        <p:nvSpPr>
          <p:cNvPr id="219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92561551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C7CDCDA-5E05-46F3-843B-EC69EF655C15}" type="slidenum">
              <a:rPr lang="en-GB" altLang="en-US" sz="1200"/>
              <a:pPr/>
              <a:t>144</a:t>
            </a:fld>
            <a:endParaRPr lang="en-GB" altLang="en-US" sz="1200"/>
          </a:p>
        </p:txBody>
      </p:sp>
      <p:sp>
        <p:nvSpPr>
          <p:cNvPr id="220163" name="Rectangle 2"/>
          <p:cNvSpPr>
            <a:spLocks noGrp="1" noRot="1" noChangeAspect="1" noChangeArrowheads="1" noTextEdit="1"/>
          </p:cNvSpPr>
          <p:nvPr>
            <p:ph type="sldImg"/>
          </p:nvPr>
        </p:nvSpPr>
        <p:spPr>
          <a:ln/>
        </p:spPr>
      </p:sp>
      <p:sp>
        <p:nvSpPr>
          <p:cNvPr id="220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322665713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F62F9AC-C4B4-4C10-96A6-AE446298D78D}" type="slidenum">
              <a:rPr lang="en-GB" altLang="en-US" sz="1200"/>
              <a:pPr/>
              <a:t>145</a:t>
            </a:fld>
            <a:endParaRPr lang="en-GB" altLang="en-US" sz="1200"/>
          </a:p>
        </p:txBody>
      </p:sp>
      <p:sp>
        <p:nvSpPr>
          <p:cNvPr id="221187" name="Rectangle 2"/>
          <p:cNvSpPr>
            <a:spLocks noGrp="1" noRot="1" noChangeAspect="1" noChangeArrowheads="1" noTextEdit="1"/>
          </p:cNvSpPr>
          <p:nvPr>
            <p:ph type="sldImg"/>
          </p:nvPr>
        </p:nvSpPr>
        <p:spPr>
          <a:ln/>
        </p:spPr>
      </p:sp>
      <p:sp>
        <p:nvSpPr>
          <p:cNvPr id="221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392617204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EDBC316-A311-476D-A977-14582BD04E35}" type="slidenum">
              <a:rPr lang="en-GB" altLang="en-US" sz="1200"/>
              <a:pPr/>
              <a:t>146</a:t>
            </a:fld>
            <a:endParaRPr lang="en-GB" altLang="en-US" sz="1200"/>
          </a:p>
        </p:txBody>
      </p:sp>
      <p:sp>
        <p:nvSpPr>
          <p:cNvPr id="222211" name="Rectangle 2"/>
          <p:cNvSpPr>
            <a:spLocks noGrp="1" noRot="1" noChangeAspect="1" noChangeArrowheads="1" noTextEdit="1"/>
          </p:cNvSpPr>
          <p:nvPr>
            <p:ph type="sldImg"/>
          </p:nvPr>
        </p:nvSpPr>
        <p:spPr>
          <a:ln/>
        </p:spPr>
      </p:sp>
      <p:sp>
        <p:nvSpPr>
          <p:cNvPr id="222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3605536375"/>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A0EA613-9A3E-4D55-BE20-A5D607D83E61}" type="slidenum">
              <a:rPr lang="en-GB" altLang="en-US" sz="1200"/>
              <a:pPr/>
              <a:t>147</a:t>
            </a:fld>
            <a:endParaRPr lang="en-GB" altLang="en-US" sz="1200"/>
          </a:p>
        </p:txBody>
      </p:sp>
      <p:sp>
        <p:nvSpPr>
          <p:cNvPr id="223235" name="Rectangle 2"/>
          <p:cNvSpPr>
            <a:spLocks noGrp="1" noRot="1" noChangeAspect="1" noChangeArrowheads="1" noTextEdit="1"/>
          </p:cNvSpPr>
          <p:nvPr>
            <p:ph type="sldImg"/>
          </p:nvPr>
        </p:nvSpPr>
        <p:spPr>
          <a:ln/>
        </p:spPr>
      </p:sp>
      <p:sp>
        <p:nvSpPr>
          <p:cNvPr id="223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71301645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49194B8-0CBF-4489-925A-AEB87EE77C02}" type="slidenum">
              <a:rPr lang="en-GB" altLang="en-US" sz="1200"/>
              <a:pPr/>
              <a:t>148</a:t>
            </a:fld>
            <a:endParaRPr lang="en-GB" altLang="en-US" sz="1200"/>
          </a:p>
        </p:txBody>
      </p:sp>
      <p:sp>
        <p:nvSpPr>
          <p:cNvPr id="224259" name="Rectangle 2"/>
          <p:cNvSpPr>
            <a:spLocks noGrp="1" noRot="1" noChangeAspect="1" noChangeArrowheads="1" noTextEdit="1"/>
          </p:cNvSpPr>
          <p:nvPr>
            <p:ph type="sldImg"/>
          </p:nvPr>
        </p:nvSpPr>
        <p:spPr>
          <a:ln/>
        </p:spPr>
      </p:sp>
      <p:sp>
        <p:nvSpPr>
          <p:cNvPr id="224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370365671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FB927CB-E1B4-4DE2-A1DA-7C295AC857CE}" type="slidenum">
              <a:rPr lang="en-GB" altLang="en-US" sz="1200"/>
              <a:pPr/>
              <a:t>149</a:t>
            </a:fld>
            <a:endParaRPr lang="en-GB" altLang="en-US" sz="1200"/>
          </a:p>
        </p:txBody>
      </p:sp>
      <p:sp>
        <p:nvSpPr>
          <p:cNvPr id="225283" name="Rectangle 2"/>
          <p:cNvSpPr>
            <a:spLocks noGrp="1" noRot="1" noChangeAspect="1" noChangeArrowheads="1" noTextEdit="1"/>
          </p:cNvSpPr>
          <p:nvPr>
            <p:ph type="sldImg"/>
          </p:nvPr>
        </p:nvSpPr>
        <p:spPr>
          <a:ln/>
        </p:spPr>
      </p:sp>
      <p:sp>
        <p:nvSpPr>
          <p:cNvPr id="225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62950775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15FBEDC-D151-4671-9F07-7709E1CE5B37}" type="slidenum">
              <a:rPr lang="en-GB" altLang="en-US" sz="1200"/>
              <a:pPr/>
              <a:t>150</a:t>
            </a:fld>
            <a:endParaRPr lang="en-GB" altLang="en-US" sz="1200"/>
          </a:p>
        </p:txBody>
      </p:sp>
      <p:sp>
        <p:nvSpPr>
          <p:cNvPr id="226307" name="Rectangle 2"/>
          <p:cNvSpPr>
            <a:spLocks noGrp="1" noRot="1" noChangeAspect="1" noChangeArrowheads="1" noTextEdit="1"/>
          </p:cNvSpPr>
          <p:nvPr>
            <p:ph type="sldImg"/>
          </p:nvPr>
        </p:nvSpPr>
        <p:spPr>
          <a:ln/>
        </p:spPr>
      </p:sp>
      <p:sp>
        <p:nvSpPr>
          <p:cNvPr id="226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35522999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1830E8C2-D5FA-4888-9A8B-13E7C0AECB42}" type="slidenum">
              <a:rPr lang="en-GB" altLang="en-US" sz="1200"/>
              <a:pPr/>
              <a:t>151</a:t>
            </a:fld>
            <a:endParaRPr lang="en-GB" altLang="en-US" sz="1200"/>
          </a:p>
        </p:txBody>
      </p:sp>
      <p:sp>
        <p:nvSpPr>
          <p:cNvPr id="227331" name="Rectangle 2"/>
          <p:cNvSpPr>
            <a:spLocks noGrp="1" noRot="1" noChangeAspect="1" noChangeArrowheads="1" noTextEdit="1"/>
          </p:cNvSpPr>
          <p:nvPr>
            <p:ph type="sldImg"/>
          </p:nvPr>
        </p:nvSpPr>
        <p:spPr>
          <a:ln/>
        </p:spPr>
      </p:sp>
      <p:sp>
        <p:nvSpPr>
          <p:cNvPr id="227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429205625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EAC0EB4-7DB2-42CF-8E3B-FC65EFD18264}" type="slidenum">
              <a:rPr lang="en-GB" altLang="en-US" sz="1200"/>
              <a:pPr/>
              <a:t>152</a:t>
            </a:fld>
            <a:endParaRPr lang="en-GB" altLang="en-US" sz="1200"/>
          </a:p>
        </p:txBody>
      </p:sp>
      <p:sp>
        <p:nvSpPr>
          <p:cNvPr id="228355" name="Rectangle 2"/>
          <p:cNvSpPr>
            <a:spLocks noGrp="1" noRot="1" noChangeAspect="1" noChangeArrowheads="1" noTextEdit="1"/>
          </p:cNvSpPr>
          <p:nvPr>
            <p:ph type="sldImg"/>
          </p:nvPr>
        </p:nvSpPr>
        <p:spPr>
          <a:ln/>
        </p:spPr>
      </p:sp>
      <p:sp>
        <p:nvSpPr>
          <p:cNvPr id="228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369950459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5E0CA28-898D-427D-82E2-57190CBF6DFF}" type="slidenum">
              <a:rPr lang="en-GB" altLang="en-US" sz="1200"/>
              <a:pPr/>
              <a:t>153</a:t>
            </a:fld>
            <a:endParaRPr lang="en-GB" altLang="en-US" sz="1200"/>
          </a:p>
        </p:txBody>
      </p:sp>
      <p:sp>
        <p:nvSpPr>
          <p:cNvPr id="229379" name="Rectangle 2"/>
          <p:cNvSpPr>
            <a:spLocks noGrp="1" noRot="1" noChangeAspect="1" noChangeArrowheads="1" noTextEdit="1"/>
          </p:cNvSpPr>
          <p:nvPr>
            <p:ph type="sldImg"/>
          </p:nvPr>
        </p:nvSpPr>
        <p:spPr>
          <a:ln/>
        </p:spPr>
      </p:sp>
      <p:sp>
        <p:nvSpPr>
          <p:cNvPr id="229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355303527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5E38338-E4AE-4533-A864-6799D287DA72}" type="slidenum">
              <a:rPr lang="en-GB" altLang="en-US" sz="1200"/>
              <a:pPr/>
              <a:t>154</a:t>
            </a:fld>
            <a:endParaRPr lang="en-GB" altLang="en-US" sz="1200"/>
          </a:p>
        </p:txBody>
      </p:sp>
      <p:sp>
        <p:nvSpPr>
          <p:cNvPr id="230403" name="Rectangle 2"/>
          <p:cNvSpPr>
            <a:spLocks noGrp="1" noRot="1" noChangeAspect="1" noChangeArrowheads="1" noTextEdit="1"/>
          </p:cNvSpPr>
          <p:nvPr>
            <p:ph type="sldImg"/>
          </p:nvPr>
        </p:nvSpPr>
        <p:spPr>
          <a:ln/>
        </p:spPr>
      </p:sp>
      <p:sp>
        <p:nvSpPr>
          <p:cNvPr id="230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73082509"/>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ECCE753-A17B-430A-8644-2C8ADF506594}" type="slidenum">
              <a:rPr lang="en-GB" altLang="en-US" sz="1200"/>
              <a:pPr/>
              <a:t>155</a:t>
            </a:fld>
            <a:endParaRPr lang="en-GB" altLang="en-US" sz="1200"/>
          </a:p>
        </p:txBody>
      </p:sp>
      <p:sp>
        <p:nvSpPr>
          <p:cNvPr id="231427" name="Rectangle 2"/>
          <p:cNvSpPr>
            <a:spLocks noGrp="1" noRot="1" noChangeAspect="1" noChangeArrowheads="1" noTextEdit="1"/>
          </p:cNvSpPr>
          <p:nvPr>
            <p:ph type="sldImg"/>
          </p:nvPr>
        </p:nvSpPr>
        <p:spPr>
          <a:ln/>
        </p:spPr>
      </p:sp>
      <p:sp>
        <p:nvSpPr>
          <p:cNvPr id="231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817650864"/>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D0A9E65-EA42-4EDF-90F2-8AD165321F06}" type="slidenum">
              <a:rPr lang="en-GB" altLang="en-US" sz="1200"/>
              <a:pPr/>
              <a:t>156</a:t>
            </a:fld>
            <a:endParaRPr lang="en-GB" altLang="en-US" sz="1200"/>
          </a:p>
        </p:txBody>
      </p:sp>
      <p:sp>
        <p:nvSpPr>
          <p:cNvPr id="232451" name="Rectangle 2"/>
          <p:cNvSpPr>
            <a:spLocks noGrp="1" noRot="1" noChangeAspect="1" noChangeArrowheads="1" noTextEdit="1"/>
          </p:cNvSpPr>
          <p:nvPr>
            <p:ph type="sldImg"/>
          </p:nvPr>
        </p:nvSpPr>
        <p:spPr>
          <a:ln/>
        </p:spPr>
      </p:sp>
      <p:sp>
        <p:nvSpPr>
          <p:cNvPr id="232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407882043"/>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5478388-3E93-43DF-A376-79FC8A7A44DF}" type="slidenum">
              <a:rPr lang="en-GB" altLang="en-US" sz="1200"/>
              <a:pPr/>
              <a:t>157</a:t>
            </a:fld>
            <a:endParaRPr lang="en-GB" altLang="en-US" sz="1200"/>
          </a:p>
        </p:txBody>
      </p:sp>
      <p:sp>
        <p:nvSpPr>
          <p:cNvPr id="233475" name="Rectangle 2"/>
          <p:cNvSpPr>
            <a:spLocks noGrp="1" noRot="1" noChangeAspect="1" noChangeArrowheads="1" noTextEdit="1"/>
          </p:cNvSpPr>
          <p:nvPr>
            <p:ph type="sldImg"/>
          </p:nvPr>
        </p:nvSpPr>
        <p:spPr>
          <a:ln/>
        </p:spPr>
      </p:sp>
      <p:sp>
        <p:nvSpPr>
          <p:cNvPr id="233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762433807"/>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8ADA112-090D-4E14-894D-AADB45A09176}" type="slidenum">
              <a:rPr lang="en-GB" altLang="en-US" sz="1200"/>
              <a:pPr/>
              <a:t>158</a:t>
            </a:fld>
            <a:endParaRPr lang="en-GB" altLang="en-US" sz="1200"/>
          </a:p>
        </p:txBody>
      </p:sp>
      <p:sp>
        <p:nvSpPr>
          <p:cNvPr id="234499" name="Rectangle 2"/>
          <p:cNvSpPr>
            <a:spLocks noGrp="1" noRot="1" noChangeAspect="1" noChangeArrowheads="1" noTextEdit="1"/>
          </p:cNvSpPr>
          <p:nvPr>
            <p:ph type="sldImg"/>
          </p:nvPr>
        </p:nvSpPr>
        <p:spPr>
          <a:ln/>
        </p:spPr>
      </p:sp>
      <p:sp>
        <p:nvSpPr>
          <p:cNvPr id="2345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631821098"/>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025C71F7-0138-4071-ADE0-B1BE8D259473}" type="slidenum">
              <a:rPr lang="en-GB" altLang="en-US" sz="1200"/>
              <a:pPr/>
              <a:t>159</a:t>
            </a:fld>
            <a:endParaRPr lang="en-GB" altLang="en-US" sz="1200"/>
          </a:p>
        </p:txBody>
      </p:sp>
      <p:sp>
        <p:nvSpPr>
          <p:cNvPr id="235523" name="Rectangle 2"/>
          <p:cNvSpPr>
            <a:spLocks noGrp="1" noRot="1" noChangeAspect="1" noChangeArrowheads="1" noTextEdit="1"/>
          </p:cNvSpPr>
          <p:nvPr>
            <p:ph type="sldImg"/>
          </p:nvPr>
        </p:nvSpPr>
        <p:spPr>
          <a:ln/>
        </p:spPr>
      </p:sp>
      <p:sp>
        <p:nvSpPr>
          <p:cNvPr id="235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61295227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15B54625-FC5F-4BA5-9170-DE5C42C03F52}" type="slidenum">
              <a:rPr lang="en-GB" altLang="en-US" sz="1200"/>
              <a:pPr/>
              <a:t>160</a:t>
            </a:fld>
            <a:endParaRPr lang="en-GB" altLang="en-US" sz="1200"/>
          </a:p>
        </p:txBody>
      </p:sp>
      <p:sp>
        <p:nvSpPr>
          <p:cNvPr id="236547" name="Rectangle 2"/>
          <p:cNvSpPr>
            <a:spLocks noGrp="1" noRot="1" noChangeAspect="1" noChangeArrowheads="1" noTextEdit="1"/>
          </p:cNvSpPr>
          <p:nvPr>
            <p:ph type="sldImg"/>
          </p:nvPr>
        </p:nvSpPr>
        <p:spPr>
          <a:ln/>
        </p:spPr>
      </p:sp>
      <p:sp>
        <p:nvSpPr>
          <p:cNvPr id="236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4131567054"/>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A3DA5B8-51B0-41A1-A629-B6CB7220D969}" type="slidenum">
              <a:rPr lang="en-GB" altLang="en-US" sz="1200"/>
              <a:pPr/>
              <a:t>161</a:t>
            </a:fld>
            <a:endParaRPr lang="en-GB" altLang="en-US" sz="1200"/>
          </a:p>
        </p:txBody>
      </p:sp>
      <p:sp>
        <p:nvSpPr>
          <p:cNvPr id="237571" name="Rectangle 2"/>
          <p:cNvSpPr>
            <a:spLocks noGrp="1" noRot="1" noChangeAspect="1" noChangeArrowheads="1" noTextEdit="1"/>
          </p:cNvSpPr>
          <p:nvPr>
            <p:ph type="sldImg"/>
          </p:nvPr>
        </p:nvSpPr>
        <p:spPr>
          <a:ln/>
        </p:spPr>
      </p:sp>
      <p:sp>
        <p:nvSpPr>
          <p:cNvPr id="237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91726489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08F58E2-6C14-46B3-ADA4-03083E512962}" type="slidenum">
              <a:rPr lang="en-GB" altLang="en-US" sz="1200"/>
              <a:pPr/>
              <a:t>162</a:t>
            </a:fld>
            <a:endParaRPr lang="en-GB" altLang="en-US" sz="1200"/>
          </a:p>
        </p:txBody>
      </p:sp>
      <p:sp>
        <p:nvSpPr>
          <p:cNvPr id="238595" name="Rectangle 2"/>
          <p:cNvSpPr>
            <a:spLocks noGrp="1" noRot="1" noChangeAspect="1" noChangeArrowheads="1" noTextEdit="1"/>
          </p:cNvSpPr>
          <p:nvPr>
            <p:ph type="sldImg"/>
          </p:nvPr>
        </p:nvSpPr>
        <p:spPr>
          <a:ln/>
        </p:spPr>
      </p:sp>
      <p:sp>
        <p:nvSpPr>
          <p:cNvPr id="238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843840474"/>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430DF63-136C-4954-890C-442EED6FFD2A}" type="slidenum">
              <a:rPr lang="en-GB" altLang="en-US" sz="1200"/>
              <a:pPr/>
              <a:t>163</a:t>
            </a:fld>
            <a:endParaRPr lang="en-GB" altLang="en-US" sz="1200"/>
          </a:p>
        </p:txBody>
      </p:sp>
      <p:sp>
        <p:nvSpPr>
          <p:cNvPr id="239619" name="Rectangle 2"/>
          <p:cNvSpPr>
            <a:spLocks noGrp="1" noRot="1" noChangeAspect="1" noChangeArrowheads="1" noTextEdit="1"/>
          </p:cNvSpPr>
          <p:nvPr>
            <p:ph type="sldImg"/>
          </p:nvPr>
        </p:nvSpPr>
        <p:spPr>
          <a:ln/>
        </p:spPr>
      </p:sp>
      <p:sp>
        <p:nvSpPr>
          <p:cNvPr id="239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507114000"/>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1885EBCF-6F29-41B2-9EB1-E85668887A01}" type="slidenum">
              <a:rPr lang="en-GB" altLang="en-US" sz="1200"/>
              <a:pPr/>
              <a:t>164</a:t>
            </a:fld>
            <a:endParaRPr lang="en-GB" altLang="en-US" sz="1200"/>
          </a:p>
        </p:txBody>
      </p:sp>
      <p:sp>
        <p:nvSpPr>
          <p:cNvPr id="240643" name="Rectangle 2"/>
          <p:cNvSpPr>
            <a:spLocks noGrp="1" noRot="1" noChangeAspect="1" noChangeArrowheads="1" noTextEdit="1"/>
          </p:cNvSpPr>
          <p:nvPr>
            <p:ph type="sldImg"/>
          </p:nvPr>
        </p:nvSpPr>
        <p:spPr>
          <a:ln/>
        </p:spPr>
      </p:sp>
      <p:sp>
        <p:nvSpPr>
          <p:cNvPr id="240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776402935"/>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099E5E3-DE17-4E3D-905C-65DB36B7A329}" type="slidenum">
              <a:rPr lang="en-GB" altLang="en-US" sz="1200"/>
              <a:pPr/>
              <a:t>165</a:t>
            </a:fld>
            <a:endParaRPr lang="en-GB" altLang="en-US" sz="1200"/>
          </a:p>
        </p:txBody>
      </p:sp>
      <p:sp>
        <p:nvSpPr>
          <p:cNvPr id="241667" name="Rectangle 2"/>
          <p:cNvSpPr>
            <a:spLocks noGrp="1" noRot="1" noChangeAspect="1" noChangeArrowheads="1" noTextEdit="1"/>
          </p:cNvSpPr>
          <p:nvPr>
            <p:ph type="sldImg"/>
          </p:nvPr>
        </p:nvSpPr>
        <p:spPr>
          <a:ln/>
        </p:spPr>
      </p:sp>
      <p:sp>
        <p:nvSpPr>
          <p:cNvPr id="2416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500400770"/>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4EF4DD6-9A92-4B01-8640-90FDE7E50ECA}" type="slidenum">
              <a:rPr lang="en-GB" altLang="en-US" sz="1200"/>
              <a:pPr/>
              <a:t>166</a:t>
            </a:fld>
            <a:endParaRPr lang="en-GB" altLang="en-US" sz="1200"/>
          </a:p>
        </p:txBody>
      </p:sp>
      <p:sp>
        <p:nvSpPr>
          <p:cNvPr id="242691" name="Rectangle 2"/>
          <p:cNvSpPr>
            <a:spLocks noGrp="1" noRot="1" noChangeAspect="1" noChangeArrowheads="1" noTextEdit="1"/>
          </p:cNvSpPr>
          <p:nvPr>
            <p:ph type="sldImg"/>
          </p:nvPr>
        </p:nvSpPr>
        <p:spPr>
          <a:ln/>
        </p:spPr>
      </p:sp>
      <p:sp>
        <p:nvSpPr>
          <p:cNvPr id="2426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850796437"/>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D5DE479-F955-4365-8866-B8BE1AFBB3EA}" type="slidenum">
              <a:rPr lang="en-GB" altLang="en-US" sz="1200"/>
              <a:pPr/>
              <a:t>167</a:t>
            </a:fld>
            <a:endParaRPr lang="en-GB" altLang="en-US" sz="1200"/>
          </a:p>
        </p:txBody>
      </p:sp>
      <p:sp>
        <p:nvSpPr>
          <p:cNvPr id="243715" name="Rectangle 2"/>
          <p:cNvSpPr>
            <a:spLocks noGrp="1" noRot="1" noChangeAspect="1" noChangeArrowheads="1" noTextEdit="1"/>
          </p:cNvSpPr>
          <p:nvPr>
            <p:ph type="sldImg"/>
          </p:nvPr>
        </p:nvSpPr>
        <p:spPr>
          <a:ln/>
        </p:spPr>
      </p:sp>
      <p:sp>
        <p:nvSpPr>
          <p:cNvPr id="2437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417713173"/>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FEF9D11-E13E-46B0-9B92-D72743C44109}" type="slidenum">
              <a:rPr lang="en-GB" altLang="en-US" sz="1200"/>
              <a:pPr/>
              <a:t>168</a:t>
            </a:fld>
            <a:endParaRPr lang="en-GB" altLang="en-US" sz="1200"/>
          </a:p>
        </p:txBody>
      </p:sp>
      <p:sp>
        <p:nvSpPr>
          <p:cNvPr id="244739" name="Rectangle 2"/>
          <p:cNvSpPr>
            <a:spLocks noGrp="1" noRot="1" noChangeAspect="1" noChangeArrowheads="1" noTextEdit="1"/>
          </p:cNvSpPr>
          <p:nvPr>
            <p:ph type="sldImg"/>
          </p:nvPr>
        </p:nvSpPr>
        <p:spPr>
          <a:ln/>
        </p:spPr>
      </p:sp>
      <p:sp>
        <p:nvSpPr>
          <p:cNvPr id="2447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4073832269"/>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07E3F876-710C-4B9F-ADDD-F3C59E2ED738}" type="slidenum">
              <a:rPr lang="en-GB" altLang="en-US" sz="1200"/>
              <a:pPr/>
              <a:t>169</a:t>
            </a:fld>
            <a:endParaRPr lang="en-GB" altLang="en-US" sz="1200"/>
          </a:p>
        </p:txBody>
      </p:sp>
      <p:sp>
        <p:nvSpPr>
          <p:cNvPr id="245763" name="Rectangle 2"/>
          <p:cNvSpPr>
            <a:spLocks noGrp="1" noRot="1" noChangeAspect="1" noChangeArrowheads="1" noTextEdit="1"/>
          </p:cNvSpPr>
          <p:nvPr>
            <p:ph type="sldImg"/>
          </p:nvPr>
        </p:nvSpPr>
        <p:spPr>
          <a:ln/>
        </p:spPr>
      </p:sp>
      <p:sp>
        <p:nvSpPr>
          <p:cNvPr id="2457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615323667"/>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9F97462-1C7D-45BA-8C8D-CDEC2F123BBA}" type="slidenum">
              <a:rPr lang="en-GB" altLang="en-US" sz="1200"/>
              <a:pPr/>
              <a:t>170</a:t>
            </a:fld>
            <a:endParaRPr lang="en-GB" altLang="en-US" sz="1200"/>
          </a:p>
        </p:txBody>
      </p:sp>
      <p:sp>
        <p:nvSpPr>
          <p:cNvPr id="246787" name="Rectangle 2"/>
          <p:cNvSpPr>
            <a:spLocks noGrp="1" noRot="1" noChangeAspect="1" noChangeArrowheads="1" noTextEdit="1"/>
          </p:cNvSpPr>
          <p:nvPr>
            <p:ph type="sldImg"/>
          </p:nvPr>
        </p:nvSpPr>
        <p:spPr>
          <a:ln/>
        </p:spPr>
      </p:sp>
      <p:sp>
        <p:nvSpPr>
          <p:cNvPr id="246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033967968"/>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E9BA75F-FF60-430E-92CB-72D890D36376}" type="slidenum">
              <a:rPr lang="en-GB" altLang="en-US" sz="1200"/>
              <a:pPr/>
              <a:t>171</a:t>
            </a:fld>
            <a:endParaRPr lang="en-GB" altLang="en-US" sz="1200"/>
          </a:p>
        </p:txBody>
      </p:sp>
      <p:sp>
        <p:nvSpPr>
          <p:cNvPr id="247811" name="Rectangle 2"/>
          <p:cNvSpPr>
            <a:spLocks noGrp="1" noRot="1" noChangeAspect="1" noChangeArrowheads="1" noTextEdit="1"/>
          </p:cNvSpPr>
          <p:nvPr>
            <p:ph type="sldImg"/>
          </p:nvPr>
        </p:nvSpPr>
        <p:spPr>
          <a:ln/>
        </p:spPr>
      </p:sp>
      <p:sp>
        <p:nvSpPr>
          <p:cNvPr id="247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033229054"/>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17841E7-3E33-4D5F-A639-9A6A32C6E6E0}" type="slidenum">
              <a:rPr lang="en-GB" altLang="en-US" sz="1200"/>
              <a:pPr/>
              <a:t>172</a:t>
            </a:fld>
            <a:endParaRPr lang="en-GB" altLang="en-US" sz="1200"/>
          </a:p>
        </p:txBody>
      </p:sp>
      <p:sp>
        <p:nvSpPr>
          <p:cNvPr id="248835" name="Rectangle 2"/>
          <p:cNvSpPr>
            <a:spLocks noGrp="1" noRot="1" noChangeAspect="1" noChangeArrowheads="1" noTextEdit="1"/>
          </p:cNvSpPr>
          <p:nvPr>
            <p:ph type="sldImg"/>
          </p:nvPr>
        </p:nvSpPr>
        <p:spPr>
          <a:ln/>
        </p:spPr>
      </p:sp>
      <p:sp>
        <p:nvSpPr>
          <p:cNvPr id="2488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302683906"/>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D7156E6-45EB-4B76-AD82-0CB6F04F5BA9}" type="slidenum">
              <a:rPr lang="en-GB" altLang="en-US" sz="1200"/>
              <a:pPr/>
              <a:t>173</a:t>
            </a:fld>
            <a:endParaRPr lang="en-GB" altLang="en-US" sz="1200"/>
          </a:p>
        </p:txBody>
      </p:sp>
      <p:sp>
        <p:nvSpPr>
          <p:cNvPr id="249859" name="Rectangle 2"/>
          <p:cNvSpPr>
            <a:spLocks noGrp="1" noRot="1" noChangeAspect="1" noChangeArrowheads="1" noTextEdit="1"/>
          </p:cNvSpPr>
          <p:nvPr>
            <p:ph type="sldImg"/>
          </p:nvPr>
        </p:nvSpPr>
        <p:spPr>
          <a:ln/>
        </p:spPr>
      </p:sp>
      <p:sp>
        <p:nvSpPr>
          <p:cNvPr id="249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516563413"/>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8402ADF-A3BE-4BC0-B209-4223AE46C494}" type="slidenum">
              <a:rPr lang="en-GB" altLang="en-US" sz="1200"/>
              <a:pPr/>
              <a:t>174</a:t>
            </a:fld>
            <a:endParaRPr lang="en-GB" altLang="en-US" sz="1200"/>
          </a:p>
        </p:txBody>
      </p:sp>
      <p:sp>
        <p:nvSpPr>
          <p:cNvPr id="250883" name="Rectangle 2"/>
          <p:cNvSpPr>
            <a:spLocks noGrp="1" noRot="1" noChangeAspect="1" noChangeArrowheads="1" noTextEdit="1"/>
          </p:cNvSpPr>
          <p:nvPr>
            <p:ph type="sldImg"/>
          </p:nvPr>
        </p:nvSpPr>
        <p:spPr>
          <a:ln/>
        </p:spPr>
      </p:sp>
      <p:sp>
        <p:nvSpPr>
          <p:cNvPr id="250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33590953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77FB131-6CA6-4125-BBCD-8AB0CE5FEA65}" type="slidenum">
              <a:rPr lang="en-GB" altLang="en-US" sz="1200"/>
              <a:pPr/>
              <a:t>175</a:t>
            </a:fld>
            <a:endParaRPr lang="en-GB" altLang="en-US" sz="1200"/>
          </a:p>
        </p:txBody>
      </p:sp>
      <p:sp>
        <p:nvSpPr>
          <p:cNvPr id="251907" name="Rectangle 2"/>
          <p:cNvSpPr>
            <a:spLocks noGrp="1" noRot="1" noChangeAspect="1" noChangeArrowheads="1" noTextEdit="1"/>
          </p:cNvSpPr>
          <p:nvPr>
            <p:ph type="sldImg"/>
          </p:nvPr>
        </p:nvSpPr>
        <p:spPr>
          <a:ln/>
        </p:spPr>
      </p:sp>
      <p:sp>
        <p:nvSpPr>
          <p:cNvPr id="251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688202280"/>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0D2FFF8-DCBC-414C-AA7B-E265215ACCA7}" type="slidenum">
              <a:rPr lang="en-GB" altLang="en-US" sz="1200"/>
              <a:pPr/>
              <a:t>176</a:t>
            </a:fld>
            <a:endParaRPr lang="en-GB" altLang="en-US" sz="1200"/>
          </a:p>
        </p:txBody>
      </p:sp>
      <p:sp>
        <p:nvSpPr>
          <p:cNvPr id="252931" name="Rectangle 2"/>
          <p:cNvSpPr>
            <a:spLocks noGrp="1" noRot="1" noChangeAspect="1" noChangeArrowheads="1" noTextEdit="1"/>
          </p:cNvSpPr>
          <p:nvPr>
            <p:ph type="sldImg"/>
          </p:nvPr>
        </p:nvSpPr>
        <p:spPr>
          <a:ln/>
        </p:spPr>
      </p:sp>
      <p:sp>
        <p:nvSpPr>
          <p:cNvPr id="2529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801996335"/>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7368E41-EE31-4CE8-A79B-9973288655CD}" type="slidenum">
              <a:rPr lang="en-GB" altLang="en-US" sz="1200"/>
              <a:pPr/>
              <a:t>177</a:t>
            </a:fld>
            <a:endParaRPr lang="en-GB" altLang="en-US" sz="1200"/>
          </a:p>
        </p:txBody>
      </p:sp>
      <p:sp>
        <p:nvSpPr>
          <p:cNvPr id="253955" name="Rectangle 2"/>
          <p:cNvSpPr>
            <a:spLocks noGrp="1" noRot="1" noChangeAspect="1" noChangeArrowheads="1" noTextEdit="1"/>
          </p:cNvSpPr>
          <p:nvPr>
            <p:ph type="sldImg"/>
          </p:nvPr>
        </p:nvSpPr>
        <p:spPr>
          <a:ln/>
        </p:spPr>
      </p:sp>
      <p:sp>
        <p:nvSpPr>
          <p:cNvPr id="253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847200120"/>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9E2E387-ACC6-4445-B7AE-5C6DCA964AA5}" type="slidenum">
              <a:rPr lang="en-GB" altLang="en-US" sz="1200"/>
              <a:pPr/>
              <a:t>178</a:t>
            </a:fld>
            <a:endParaRPr lang="en-GB" altLang="en-US" sz="1200"/>
          </a:p>
        </p:txBody>
      </p:sp>
      <p:sp>
        <p:nvSpPr>
          <p:cNvPr id="254979" name="Rectangle 2"/>
          <p:cNvSpPr>
            <a:spLocks noGrp="1" noRot="1" noChangeAspect="1" noChangeArrowheads="1" noTextEdit="1"/>
          </p:cNvSpPr>
          <p:nvPr>
            <p:ph type="sldImg"/>
          </p:nvPr>
        </p:nvSpPr>
        <p:spPr>
          <a:ln/>
        </p:spPr>
      </p:sp>
      <p:sp>
        <p:nvSpPr>
          <p:cNvPr id="254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028418946"/>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1BAC2CFE-ACCB-4FF9-A0B6-A966D61B609F}" type="slidenum">
              <a:rPr lang="en-GB" altLang="en-US" sz="1200"/>
              <a:pPr/>
              <a:t>179</a:t>
            </a:fld>
            <a:endParaRPr lang="en-GB" altLang="en-US" sz="1200"/>
          </a:p>
        </p:txBody>
      </p:sp>
      <p:sp>
        <p:nvSpPr>
          <p:cNvPr id="256003" name="Rectangle 2"/>
          <p:cNvSpPr>
            <a:spLocks noGrp="1" noRot="1" noChangeAspect="1" noChangeArrowheads="1" noTextEdit="1"/>
          </p:cNvSpPr>
          <p:nvPr>
            <p:ph type="sldImg"/>
          </p:nvPr>
        </p:nvSpPr>
        <p:spPr>
          <a:ln/>
        </p:spPr>
      </p:sp>
      <p:sp>
        <p:nvSpPr>
          <p:cNvPr id="256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736641608"/>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C32FDB4D-EF00-4094-BD8F-14FD32C19B83}" type="slidenum">
              <a:rPr lang="en-GB" altLang="en-US" sz="1200"/>
              <a:pPr/>
              <a:t>180</a:t>
            </a:fld>
            <a:endParaRPr lang="en-GB" altLang="en-US" sz="1200"/>
          </a:p>
        </p:txBody>
      </p:sp>
      <p:sp>
        <p:nvSpPr>
          <p:cNvPr id="257027" name="Rectangle 2"/>
          <p:cNvSpPr>
            <a:spLocks noGrp="1" noRot="1" noChangeAspect="1" noChangeArrowheads="1" noTextEdit="1"/>
          </p:cNvSpPr>
          <p:nvPr>
            <p:ph type="sldImg"/>
          </p:nvPr>
        </p:nvSpPr>
        <p:spPr>
          <a:ln/>
        </p:spPr>
      </p:sp>
      <p:sp>
        <p:nvSpPr>
          <p:cNvPr id="2570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13973350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0C744C8-3B75-4E27-9AFD-B4C2DAFB7FF3}" type="slidenum">
              <a:rPr lang="en-GB" altLang="en-US" sz="1200"/>
              <a:pPr/>
              <a:t>181</a:t>
            </a:fld>
            <a:endParaRPr lang="en-GB" altLang="en-US" sz="1200"/>
          </a:p>
        </p:txBody>
      </p:sp>
      <p:sp>
        <p:nvSpPr>
          <p:cNvPr id="258051" name="Rectangle 2"/>
          <p:cNvSpPr>
            <a:spLocks noGrp="1" noRot="1" noChangeAspect="1" noChangeArrowheads="1" noTextEdit="1"/>
          </p:cNvSpPr>
          <p:nvPr>
            <p:ph type="sldImg"/>
          </p:nvPr>
        </p:nvSpPr>
        <p:spPr>
          <a:ln/>
        </p:spPr>
      </p:sp>
      <p:sp>
        <p:nvSpPr>
          <p:cNvPr id="258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604556533"/>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692B8C3-BA52-491D-8A71-56A257BA5881}" type="slidenum">
              <a:rPr lang="en-GB" altLang="en-US" sz="1200"/>
              <a:pPr/>
              <a:t>182</a:t>
            </a:fld>
            <a:endParaRPr lang="en-GB" altLang="en-US" sz="1200"/>
          </a:p>
        </p:txBody>
      </p:sp>
      <p:sp>
        <p:nvSpPr>
          <p:cNvPr id="259075" name="Rectangle 2"/>
          <p:cNvSpPr>
            <a:spLocks noGrp="1" noRot="1" noChangeAspect="1" noChangeArrowheads="1" noTextEdit="1"/>
          </p:cNvSpPr>
          <p:nvPr>
            <p:ph type="sldImg"/>
          </p:nvPr>
        </p:nvSpPr>
        <p:spPr>
          <a:ln/>
        </p:spPr>
      </p:sp>
      <p:sp>
        <p:nvSpPr>
          <p:cNvPr id="2590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827355646"/>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7A04CA7A-7A1F-49D0-B686-D5AF87F555DA}" type="slidenum">
              <a:rPr lang="en-GB" altLang="en-US" sz="1200"/>
              <a:pPr/>
              <a:t>183</a:t>
            </a:fld>
            <a:endParaRPr lang="en-GB" altLang="en-US" sz="1200"/>
          </a:p>
        </p:txBody>
      </p:sp>
      <p:sp>
        <p:nvSpPr>
          <p:cNvPr id="260099" name="Rectangle 2"/>
          <p:cNvSpPr>
            <a:spLocks noGrp="1" noRot="1" noChangeAspect="1" noChangeArrowheads="1" noTextEdit="1"/>
          </p:cNvSpPr>
          <p:nvPr>
            <p:ph type="sldImg"/>
          </p:nvPr>
        </p:nvSpPr>
        <p:spPr>
          <a:ln/>
        </p:spPr>
      </p:sp>
      <p:sp>
        <p:nvSpPr>
          <p:cNvPr id="2601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3928674204"/>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7ACA5B6E-CD4F-4A33-A2E2-A43C86E7CC81}" type="slidenum">
              <a:rPr lang="en-GB" altLang="en-US" sz="1200"/>
              <a:pPr/>
              <a:t>184</a:t>
            </a:fld>
            <a:endParaRPr lang="en-GB" altLang="en-US" sz="1200"/>
          </a:p>
        </p:txBody>
      </p:sp>
      <p:sp>
        <p:nvSpPr>
          <p:cNvPr id="261123" name="Rectangle 2"/>
          <p:cNvSpPr>
            <a:spLocks noGrp="1" noRot="1" noChangeAspect="1" noChangeArrowheads="1" noTextEdit="1"/>
          </p:cNvSpPr>
          <p:nvPr>
            <p:ph type="sldImg"/>
          </p:nvPr>
        </p:nvSpPr>
        <p:spPr>
          <a:ln/>
        </p:spPr>
      </p:sp>
      <p:sp>
        <p:nvSpPr>
          <p:cNvPr id="261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3332512888"/>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246D5FE-0C94-46CC-A9DC-BDE620C408F0}" type="slidenum">
              <a:rPr lang="en-GB" altLang="en-US" sz="1200"/>
              <a:pPr/>
              <a:t>185</a:t>
            </a:fld>
            <a:endParaRPr lang="en-GB" altLang="en-US" sz="1200"/>
          </a:p>
        </p:txBody>
      </p:sp>
      <p:sp>
        <p:nvSpPr>
          <p:cNvPr id="262147" name="Rectangle 2"/>
          <p:cNvSpPr>
            <a:spLocks noGrp="1" noRot="1" noChangeAspect="1" noChangeArrowheads="1" noTextEdit="1"/>
          </p:cNvSpPr>
          <p:nvPr>
            <p:ph type="sldImg"/>
          </p:nvPr>
        </p:nvSpPr>
        <p:spPr>
          <a:ln/>
        </p:spPr>
      </p:sp>
      <p:sp>
        <p:nvSpPr>
          <p:cNvPr id="262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2289769115"/>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86E8215-9D04-495B-9E0F-6BB1E2DE1CCF}" type="slidenum">
              <a:rPr lang="en-GB" altLang="en-US" sz="1200"/>
              <a:pPr/>
              <a:t>186</a:t>
            </a:fld>
            <a:endParaRPr lang="en-GB" altLang="en-US" sz="1200"/>
          </a:p>
        </p:txBody>
      </p:sp>
      <p:sp>
        <p:nvSpPr>
          <p:cNvPr id="263171" name="Rectangle 2"/>
          <p:cNvSpPr>
            <a:spLocks noGrp="1" noRot="1" noChangeAspect="1" noChangeArrowheads="1" noTextEdit="1"/>
          </p:cNvSpPr>
          <p:nvPr>
            <p:ph type="sldImg"/>
          </p:nvPr>
        </p:nvSpPr>
        <p:spPr>
          <a:ln/>
        </p:spPr>
      </p:sp>
      <p:sp>
        <p:nvSpPr>
          <p:cNvPr id="2631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1411780450"/>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409342D-944F-469A-A0BB-CAEBA9ACA4BC}" type="slidenum">
              <a:rPr lang="en-GB" altLang="en-US" sz="1200"/>
              <a:pPr/>
              <a:t>187</a:t>
            </a:fld>
            <a:endParaRPr lang="en-GB" altLang="en-US" sz="1200"/>
          </a:p>
        </p:txBody>
      </p:sp>
      <p:sp>
        <p:nvSpPr>
          <p:cNvPr id="264195" name="Rectangle 2"/>
          <p:cNvSpPr>
            <a:spLocks noGrp="1" noRot="1" noChangeAspect="1" noChangeArrowheads="1" noTextEdit="1"/>
          </p:cNvSpPr>
          <p:nvPr>
            <p:ph type="sldImg"/>
          </p:nvPr>
        </p:nvSpPr>
        <p:spPr>
          <a:ln/>
        </p:spPr>
      </p:sp>
      <p:sp>
        <p:nvSpPr>
          <p:cNvPr id="2641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4156532284"/>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8EA5884-5F08-4E8E-99B1-2BAF28D688C3}" type="slidenum">
              <a:rPr lang="en-GB" altLang="en-US" sz="1200"/>
              <a:pPr/>
              <a:t>188</a:t>
            </a:fld>
            <a:endParaRPr lang="en-GB" altLang="en-US" sz="1200"/>
          </a:p>
        </p:txBody>
      </p:sp>
      <p:sp>
        <p:nvSpPr>
          <p:cNvPr id="265219" name="Rectangle 2"/>
          <p:cNvSpPr>
            <a:spLocks noGrp="1" noRot="1" noChangeAspect="1" noChangeArrowheads="1" noTextEdit="1"/>
          </p:cNvSpPr>
          <p:nvPr>
            <p:ph type="sldImg"/>
          </p:nvPr>
        </p:nvSpPr>
        <p:spPr>
          <a:ln/>
        </p:spPr>
      </p:sp>
      <p:sp>
        <p:nvSpPr>
          <p:cNvPr id="265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35886522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a:off x="0" y="0"/>
            <a:ext cx="365125" cy="6854825"/>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5" name="Rectangle 4"/>
          <p:cNvSpPr/>
          <p:nvPr/>
        </p:nvSpPr>
        <p:spPr>
          <a:xfrm>
            <a:off x="309563" y="681038"/>
            <a:ext cx="46037"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6" name="Rectangle 5"/>
          <p:cNvSpPr/>
          <p:nvPr/>
        </p:nvSpPr>
        <p:spPr>
          <a:xfrm>
            <a:off x="268288" y="681038"/>
            <a:ext cx="28575"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7" name="Rectangle 6"/>
          <p:cNvSpPr/>
          <p:nvPr/>
        </p:nvSpPr>
        <p:spPr>
          <a:xfrm>
            <a:off x="249238" y="681038"/>
            <a:ext cx="9525"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0" name="Rectangle 9"/>
          <p:cNvSpPr/>
          <p:nvPr/>
        </p:nvSpPr>
        <p:spPr>
          <a:xfrm>
            <a:off x="222250" y="681038"/>
            <a:ext cx="7938"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1" name="Rectangle 10"/>
          <p:cNvSpPr/>
          <p:nvPr/>
        </p:nvSpPr>
        <p:spPr>
          <a:xfrm>
            <a:off x="255588" y="5046663"/>
            <a:ext cx="73025" cy="1692275"/>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2" name="Rectangle 11"/>
          <p:cNvSpPr/>
          <p:nvPr/>
        </p:nvSpPr>
        <p:spPr>
          <a:xfrm>
            <a:off x="255588" y="4797425"/>
            <a:ext cx="73025"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3" name="Rectangle 12"/>
          <p:cNvSpPr/>
          <p:nvPr/>
        </p:nvSpPr>
        <p:spPr>
          <a:xfrm>
            <a:off x="255588" y="4637088"/>
            <a:ext cx="73025" cy="138112"/>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4" name="Rectangle 13"/>
          <p:cNvSpPr/>
          <p:nvPr/>
        </p:nvSpPr>
        <p:spPr>
          <a:xfrm>
            <a:off x="255588" y="4541838"/>
            <a:ext cx="73025" cy="7461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8" name="Title 7"/>
          <p:cNvSpPr>
            <a:spLocks noGrp="1"/>
          </p:cNvSpPr>
          <p:nvPr>
            <p:ph type="ctrTitle"/>
          </p:nvPr>
        </p:nvSpPr>
        <p:spPr>
          <a:xfrm>
            <a:off x="914400" y="4343400"/>
            <a:ext cx="7772400" cy="1975104"/>
          </a:xfrm>
        </p:spPr>
        <p:txBody>
          <a:bodyPr/>
          <a:lstStyle>
            <a:lvl1pPr marR="9144" algn="l">
              <a:defRPr sz="4000" b="1" cap="all" spc="0" baseline="0">
                <a:effectLst>
                  <a:reflection blurRad="12700" stA="34000" endA="740" endPos="53000" dir="5400000" sy="-100000" algn="bl" rotWithShape="0"/>
                </a:effectLst>
              </a:defRPr>
            </a:lvl1pPr>
            <a:extLst/>
          </a:lstStyle>
          <a:p>
            <a:r>
              <a:rPr lang="en-US"/>
              <a:t>Click to edit Master title style</a:t>
            </a:r>
          </a:p>
        </p:txBody>
      </p:sp>
      <p:sp>
        <p:nvSpPr>
          <p:cNvPr id="9" name="Subtitle 8"/>
          <p:cNvSpPr>
            <a:spLocks noGrp="1"/>
          </p:cNvSpPr>
          <p:nvPr>
            <p:ph type="subTitle" idx="1"/>
          </p:nvPr>
        </p:nvSpPr>
        <p:spPr>
          <a:xfrm>
            <a:off x="914400" y="2834640"/>
            <a:ext cx="7772400" cy="1508760"/>
          </a:xfrm>
        </p:spPr>
        <p:txBody>
          <a:bodyPr lIns="100584"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15" name="Date Placeholder 27"/>
          <p:cNvSpPr>
            <a:spLocks noGrp="1"/>
          </p:cNvSpPr>
          <p:nvPr>
            <p:ph type="dt" sz="half" idx="10"/>
          </p:nvPr>
        </p:nvSpPr>
        <p:spPr/>
        <p:txBody>
          <a:bodyPr/>
          <a:lstStyle>
            <a:lvl1pPr>
              <a:defRPr/>
            </a:lvl1pPr>
            <a:extLst/>
          </a:lstStyle>
          <a:p>
            <a:pPr>
              <a:defRPr/>
            </a:pPr>
            <a:r>
              <a:rPr lang="LID4096"/>
              <a:t>WEDNESDAY  JUNE14 &amp; JUNE 21  2023</a:t>
            </a:r>
            <a:endParaRPr lang="en-US"/>
          </a:p>
        </p:txBody>
      </p:sp>
      <p:sp>
        <p:nvSpPr>
          <p:cNvPr id="16" name="Footer Placeholder 16"/>
          <p:cNvSpPr>
            <a:spLocks noGrp="1"/>
          </p:cNvSpPr>
          <p:nvPr>
            <p:ph type="ftr" sz="quarter" idx="11"/>
          </p:nvPr>
        </p:nvSpPr>
        <p:spPr/>
        <p:txBody>
          <a:bodyPr/>
          <a:lstStyle>
            <a:lvl1pPr>
              <a:defRPr/>
            </a:lvl1pPr>
            <a:extLst/>
          </a:lstStyle>
          <a:p>
            <a:pPr>
              <a:defRPr/>
            </a:pPr>
            <a:r>
              <a:rPr lang="en-US"/>
              <a:t>KOFI OWUSU-DAAKU- Ph.D Human biological clock &amp; Physiology of ageing</a:t>
            </a:r>
          </a:p>
        </p:txBody>
      </p:sp>
      <p:sp>
        <p:nvSpPr>
          <p:cNvPr id="17" name="Slide Number Placeholder 28"/>
          <p:cNvSpPr>
            <a:spLocks noGrp="1"/>
          </p:cNvSpPr>
          <p:nvPr>
            <p:ph type="sldNum" sz="quarter" idx="12"/>
          </p:nvPr>
        </p:nvSpPr>
        <p:spPr/>
        <p:txBody>
          <a:bodyPr/>
          <a:lstStyle>
            <a:lvl1pPr>
              <a:defRPr/>
            </a:lvl1pPr>
          </a:lstStyle>
          <a:p>
            <a:fld id="{64838E6B-2E69-4554-897F-FBA6BBE081EA}" type="slidenum">
              <a:rPr lang="en-US" altLang="en-US"/>
              <a:pPr/>
              <a:t>‹#›</a:t>
            </a:fld>
            <a:endParaRPr lang="en-US" altLang="en-US"/>
          </a:p>
        </p:txBody>
      </p:sp>
    </p:spTree>
    <p:extLst>
      <p:ext uri="{BB962C8B-B14F-4D97-AF65-F5344CB8AC3E}">
        <p14:creationId xmlns:p14="http://schemas.microsoft.com/office/powerpoint/2010/main" val="1141797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r>
              <a:rPr lang="LID4096"/>
              <a:t>WEDNESDAY  JUNE14 &amp; JUNE 21  2023</a:t>
            </a:r>
            <a:endParaRPr lang="en-US"/>
          </a:p>
        </p:txBody>
      </p:sp>
      <p:sp>
        <p:nvSpPr>
          <p:cNvPr id="5" name="Footer Placeholder 2"/>
          <p:cNvSpPr>
            <a:spLocks noGrp="1"/>
          </p:cNvSpPr>
          <p:nvPr>
            <p:ph type="ftr" sz="quarter" idx="11"/>
          </p:nvPr>
        </p:nvSpPr>
        <p:spPr/>
        <p:txBody>
          <a:bodyPr/>
          <a:lstStyle>
            <a:lvl1pPr>
              <a:defRPr/>
            </a:lvl1pPr>
          </a:lstStyle>
          <a:p>
            <a:pPr>
              <a:defRPr/>
            </a:pPr>
            <a:r>
              <a:rPr lang="en-US"/>
              <a:t>KOFI OWUSU-DAAKU- Ph.D Human biological clock &amp; Physiology of ageing</a:t>
            </a:r>
          </a:p>
        </p:txBody>
      </p:sp>
      <p:sp>
        <p:nvSpPr>
          <p:cNvPr id="6" name="Slide Number Placeholder 22"/>
          <p:cNvSpPr>
            <a:spLocks noGrp="1"/>
          </p:cNvSpPr>
          <p:nvPr>
            <p:ph type="sldNum" sz="quarter" idx="12"/>
          </p:nvPr>
        </p:nvSpPr>
        <p:spPr/>
        <p:txBody>
          <a:bodyPr/>
          <a:lstStyle>
            <a:lvl1pPr>
              <a:defRPr/>
            </a:lvl1pPr>
          </a:lstStyle>
          <a:p>
            <a:fld id="{B7A2D75D-D04A-4C96-A7C0-2A0F5D4DCBDD}" type="slidenum">
              <a:rPr lang="en-US" altLang="en-US"/>
              <a:pPr/>
              <a:t>‹#›</a:t>
            </a:fld>
            <a:endParaRPr lang="en-US" altLang="en-US"/>
          </a:p>
        </p:txBody>
      </p:sp>
    </p:spTree>
    <p:extLst>
      <p:ext uri="{BB962C8B-B14F-4D97-AF65-F5344CB8AC3E}">
        <p14:creationId xmlns:p14="http://schemas.microsoft.com/office/powerpoint/2010/main" val="644909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Freeform 17"/>
          <p:cNvSpPr>
            <a:spLocks/>
          </p:cNvSpPr>
          <p:nvPr/>
        </p:nvSpPr>
        <p:spPr bwMode="auto">
          <a:xfrm>
            <a:off x="4829175" y="1073150"/>
            <a:ext cx="4321175" cy="5791200"/>
          </a:xfrm>
          <a:custGeom>
            <a:avLst/>
            <a:gdLst>
              <a:gd name="T0" fmla="*/ 0 w 2736"/>
              <a:gd name="T1" fmla="*/ 3648 h 3648"/>
              <a:gd name="T2" fmla="*/ 720 w 2736"/>
              <a:gd name="T3" fmla="*/ 2016 h 3648"/>
              <a:gd name="T4" fmla="*/ 2736 w 2736"/>
              <a:gd name="T5" fmla="*/ 0 h 3648"/>
              <a:gd name="T6" fmla="*/ 2736 w 2736"/>
              <a:gd name="T7" fmla="*/ 96 h 3648"/>
              <a:gd name="T8" fmla="*/ 744 w 2736"/>
              <a:gd name="T9" fmla="*/ 2038 h 3648"/>
              <a:gd name="T10" fmla="*/ 48 w 2736"/>
              <a:gd name="T11" fmla="*/ 3648 h 3648"/>
              <a:gd name="T12" fmla="*/ 0 w 2736"/>
              <a:gd name="T13" fmla="*/ 3648 h 3648"/>
              <a:gd name="T14" fmla="*/ 0 60000 65536"/>
              <a:gd name="T15" fmla="*/ 0 60000 65536"/>
              <a:gd name="T16" fmla="*/ 0 60000 65536"/>
              <a:gd name="T17" fmla="*/ 0 60000 65536"/>
              <a:gd name="T18" fmla="*/ 0 60000 65536"/>
              <a:gd name="T19" fmla="*/ 0 60000 65536"/>
              <a:gd name="T20" fmla="*/ 0 60000 65536"/>
              <a:gd name="T21" fmla="*/ 0 w 2736"/>
              <a:gd name="T22" fmla="*/ 0 h 3648"/>
              <a:gd name="T23" fmla="*/ 2736 w 2736"/>
              <a:gd name="T24" fmla="*/ 3648 h 36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36" h="3648">
                <a:moveTo>
                  <a:pt x="0" y="3648"/>
                </a:moveTo>
                <a:lnTo>
                  <a:pt x="720" y="2016"/>
                </a:lnTo>
                <a:lnTo>
                  <a:pt x="2736" y="672"/>
                </a:lnTo>
                <a:lnTo>
                  <a:pt x="2736" y="720"/>
                </a:lnTo>
                <a:lnTo>
                  <a:pt x="744" y="2038"/>
                </a:lnTo>
                <a:lnTo>
                  <a:pt x="48" y="3648"/>
                </a:lnTo>
                <a:lnTo>
                  <a:pt x="0" y="3648"/>
                </a:lnTo>
                <a:close/>
              </a:path>
            </a:pathLst>
          </a:custGeom>
          <a:noFill/>
          <a:ln w="3175" cap="flat" cmpd="sng" algn="ctr">
            <a:solidFill>
              <a:schemeClr val="accent2">
                <a:alpha val="52940"/>
              </a:schemeClr>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Freeform 18"/>
          <p:cNvSpPr>
            <a:spLocks/>
          </p:cNvSpPr>
          <p:nvPr/>
        </p:nvSpPr>
        <p:spPr bwMode="auto">
          <a:xfrm>
            <a:off x="374650" y="0"/>
            <a:ext cx="5513388" cy="6615113"/>
          </a:xfrm>
          <a:custGeom>
            <a:avLst/>
            <a:gdLst>
              <a:gd name="T0" fmla="*/ 0 w 3504"/>
              <a:gd name="T1" fmla="*/ 4080 h 4128"/>
              <a:gd name="T2" fmla="*/ 0 w 3504"/>
              <a:gd name="T3" fmla="*/ 4128 h 4128"/>
              <a:gd name="T4" fmla="*/ 3504 w 3504"/>
              <a:gd name="T5" fmla="*/ 2640 h 4128"/>
              <a:gd name="T6" fmla="*/ 2880 w 3504"/>
              <a:gd name="T7" fmla="*/ 0 h 4128"/>
              <a:gd name="T8" fmla="*/ 2832 w 3504"/>
              <a:gd name="T9" fmla="*/ 0 h 4128"/>
              <a:gd name="T10" fmla="*/ 3465 w 3504"/>
              <a:gd name="T11" fmla="*/ 2619 h 4128"/>
              <a:gd name="T12" fmla="*/ 0 w 3504"/>
              <a:gd name="T13" fmla="*/ 4080 h 4128"/>
              <a:gd name="T14" fmla="*/ 0 60000 65536"/>
              <a:gd name="T15" fmla="*/ 0 60000 65536"/>
              <a:gd name="T16" fmla="*/ 0 60000 65536"/>
              <a:gd name="T17" fmla="*/ 0 60000 65536"/>
              <a:gd name="T18" fmla="*/ 0 60000 65536"/>
              <a:gd name="T19" fmla="*/ 0 60000 65536"/>
              <a:gd name="T20" fmla="*/ 0 60000 65536"/>
              <a:gd name="T21" fmla="*/ 0 w 3504"/>
              <a:gd name="T22" fmla="*/ 0 h 4128"/>
              <a:gd name="T23" fmla="*/ 3504 w 3504"/>
              <a:gd name="T24" fmla="*/ 4128 h 41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2940"/>
              </a:schemeClr>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 name="Freeform 5"/>
          <p:cNvSpPr>
            <a:spLocks/>
          </p:cNvSpPr>
          <p:nvPr/>
        </p:nvSpPr>
        <p:spPr bwMode="auto">
          <a:xfrm rot="5236414">
            <a:off x="4461669" y="1483519"/>
            <a:ext cx="4114800" cy="1189038"/>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a:lstStyle/>
          <a:p>
            <a:pPr>
              <a:defRPr/>
            </a:pPr>
            <a:endParaRPr lang="en-US">
              <a:latin typeface="Times" charset="0"/>
            </a:endParaRPr>
          </a:p>
        </p:txBody>
      </p:sp>
      <p:sp>
        <p:nvSpPr>
          <p:cNvPr id="7" name="Freeform 6"/>
          <p:cNvSpPr>
            <a:spLocks/>
          </p:cNvSpPr>
          <p:nvPr/>
        </p:nvSpPr>
        <p:spPr bwMode="auto">
          <a:xfrm>
            <a:off x="5943600" y="0"/>
            <a:ext cx="27432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a:defRPr/>
            </a:pPr>
            <a:endParaRPr lang="en-US">
              <a:latin typeface="Times" charset="0"/>
            </a:endParaRPr>
          </a:p>
        </p:txBody>
      </p:sp>
      <p:sp>
        <p:nvSpPr>
          <p:cNvPr id="8" name="Freeform 7"/>
          <p:cNvSpPr>
            <a:spLocks/>
          </p:cNvSpPr>
          <p:nvPr/>
        </p:nvSpPr>
        <p:spPr bwMode="auto">
          <a:xfrm>
            <a:off x="5943600" y="4267200"/>
            <a:ext cx="32004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a:defRPr/>
            </a:pPr>
            <a:endParaRPr lang="en-US">
              <a:latin typeface="Times" charset="0"/>
            </a:endParaRPr>
          </a:p>
        </p:txBody>
      </p:sp>
      <p:sp>
        <p:nvSpPr>
          <p:cNvPr id="9" name="Freeform 8"/>
          <p:cNvSpPr>
            <a:spLocks/>
          </p:cNvSpPr>
          <p:nvPr/>
        </p:nvSpPr>
        <p:spPr bwMode="auto">
          <a:xfrm>
            <a:off x="5943600" y="0"/>
            <a:ext cx="13716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a:defRPr/>
            </a:pPr>
            <a:endParaRPr lang="en-US">
              <a:latin typeface="Times" charset="0"/>
            </a:endParaRPr>
          </a:p>
        </p:txBody>
      </p:sp>
      <p:sp>
        <p:nvSpPr>
          <p:cNvPr id="10" name="Freeform 9"/>
          <p:cNvSpPr>
            <a:spLocks/>
          </p:cNvSpPr>
          <p:nvPr/>
        </p:nvSpPr>
        <p:spPr bwMode="auto">
          <a:xfrm>
            <a:off x="5948363" y="4246563"/>
            <a:ext cx="2090737"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a:defRPr/>
            </a:pPr>
            <a:endParaRPr lang="en-US">
              <a:latin typeface="Times" charset="0"/>
            </a:endParaRPr>
          </a:p>
        </p:txBody>
      </p:sp>
      <p:sp>
        <p:nvSpPr>
          <p:cNvPr id="11" name="Freeform 10"/>
          <p:cNvSpPr>
            <a:spLocks/>
          </p:cNvSpPr>
          <p:nvPr/>
        </p:nvSpPr>
        <p:spPr bwMode="auto">
          <a:xfrm>
            <a:off x="5943600" y="4267200"/>
            <a:ext cx="16002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a:defRPr/>
            </a:pPr>
            <a:endParaRPr lang="en-US">
              <a:latin typeface="Times" charset="0"/>
            </a:endParaRPr>
          </a:p>
        </p:txBody>
      </p:sp>
      <p:sp>
        <p:nvSpPr>
          <p:cNvPr id="12" name="Freeform 11"/>
          <p:cNvSpPr>
            <a:spLocks/>
          </p:cNvSpPr>
          <p:nvPr/>
        </p:nvSpPr>
        <p:spPr bwMode="auto">
          <a:xfrm>
            <a:off x="5943600" y="1371600"/>
            <a:ext cx="32004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a:defRPr/>
            </a:pPr>
            <a:endParaRPr lang="en-US">
              <a:latin typeface="Times" charset="0"/>
            </a:endParaRPr>
          </a:p>
        </p:txBody>
      </p:sp>
      <p:sp>
        <p:nvSpPr>
          <p:cNvPr id="13" name="Freeform 12"/>
          <p:cNvSpPr>
            <a:spLocks/>
          </p:cNvSpPr>
          <p:nvPr/>
        </p:nvSpPr>
        <p:spPr bwMode="auto">
          <a:xfrm>
            <a:off x="5943600" y="1752600"/>
            <a:ext cx="32004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a:defRPr/>
            </a:pPr>
            <a:endParaRPr lang="en-US">
              <a:latin typeface="Times" charset="0"/>
            </a:endParaRPr>
          </a:p>
        </p:txBody>
      </p:sp>
      <p:sp>
        <p:nvSpPr>
          <p:cNvPr id="14" name="Freeform 13"/>
          <p:cNvSpPr>
            <a:spLocks/>
          </p:cNvSpPr>
          <p:nvPr/>
        </p:nvSpPr>
        <p:spPr bwMode="auto">
          <a:xfrm>
            <a:off x="990600" y="4267200"/>
            <a:ext cx="4953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a:defRPr/>
            </a:pPr>
            <a:endParaRPr lang="en-US">
              <a:latin typeface="Times" charset="0"/>
            </a:endParaRPr>
          </a:p>
        </p:txBody>
      </p:sp>
      <p:sp>
        <p:nvSpPr>
          <p:cNvPr id="15" name="Freeform 14"/>
          <p:cNvSpPr>
            <a:spLocks/>
          </p:cNvSpPr>
          <p:nvPr/>
        </p:nvSpPr>
        <p:spPr bwMode="auto">
          <a:xfrm>
            <a:off x="533400" y="4267200"/>
            <a:ext cx="533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a:defRPr/>
            </a:pPr>
            <a:endParaRPr lang="en-US">
              <a:latin typeface="Times" charset="0"/>
            </a:endParaRPr>
          </a:p>
        </p:txBody>
      </p:sp>
      <p:sp>
        <p:nvSpPr>
          <p:cNvPr id="16" name="Freeform 15"/>
          <p:cNvSpPr>
            <a:spLocks/>
          </p:cNvSpPr>
          <p:nvPr/>
        </p:nvSpPr>
        <p:spPr bwMode="auto">
          <a:xfrm>
            <a:off x="366713" y="2438400"/>
            <a:ext cx="56388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a:defRPr/>
            </a:pPr>
            <a:endParaRPr lang="en-US">
              <a:latin typeface="Times" charset="0"/>
            </a:endParaRPr>
          </a:p>
        </p:txBody>
      </p:sp>
      <p:sp>
        <p:nvSpPr>
          <p:cNvPr id="17" name="Freeform 16"/>
          <p:cNvSpPr>
            <a:spLocks/>
          </p:cNvSpPr>
          <p:nvPr/>
        </p:nvSpPr>
        <p:spPr bwMode="auto">
          <a:xfrm>
            <a:off x="366713" y="2133600"/>
            <a:ext cx="56388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a:defRPr/>
            </a:pPr>
            <a:endParaRPr lang="en-US">
              <a:latin typeface="Times" charset="0"/>
            </a:endParaRPr>
          </a:p>
        </p:txBody>
      </p:sp>
      <p:sp>
        <p:nvSpPr>
          <p:cNvPr id="18" name="Freeform 17"/>
          <p:cNvSpPr>
            <a:spLocks/>
          </p:cNvSpPr>
          <p:nvPr/>
        </p:nvSpPr>
        <p:spPr bwMode="auto">
          <a:xfrm>
            <a:off x="4572000" y="4267200"/>
            <a:ext cx="13716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a:lstStyle/>
          <a:p>
            <a:pPr>
              <a:defRPr/>
            </a:pPr>
            <a:endParaRPr lang="en-US">
              <a:latin typeface="Times" charset="0"/>
            </a:endParaRPr>
          </a:p>
        </p:txBody>
      </p:sp>
      <p:sp>
        <p:nvSpPr>
          <p:cNvPr id="19" name="Rectangle 18"/>
          <p:cNvSpPr/>
          <p:nvPr/>
        </p:nvSpPr>
        <p:spPr>
          <a:xfrm>
            <a:off x="363538" y="401638"/>
            <a:ext cx="8504237" cy="887412"/>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0" name="Rectangle 19"/>
          <p:cNvSpPr/>
          <p:nvPr/>
        </p:nvSpPr>
        <p:spPr>
          <a:xfrm flipH="1">
            <a:off x="371475" y="681038"/>
            <a:ext cx="26988"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21" name="Rectangle 20"/>
          <p:cNvSpPr/>
          <p:nvPr/>
        </p:nvSpPr>
        <p:spPr>
          <a:xfrm flipH="1">
            <a:off x="411163" y="681038"/>
            <a:ext cx="26987"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22" name="Rectangle 21"/>
          <p:cNvSpPr/>
          <p:nvPr/>
        </p:nvSpPr>
        <p:spPr>
          <a:xfrm flipH="1">
            <a:off x="447675" y="681038"/>
            <a:ext cx="9525"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3" name="Rectangle 22"/>
          <p:cNvSpPr/>
          <p:nvPr/>
        </p:nvSpPr>
        <p:spPr>
          <a:xfrm flipH="1">
            <a:off x="476250" y="681038"/>
            <a:ext cx="9525"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24" name="Rectangle 23"/>
          <p:cNvSpPr/>
          <p:nvPr/>
        </p:nvSpPr>
        <p:spPr>
          <a:xfrm>
            <a:off x="500063" y="681038"/>
            <a:ext cx="36512"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3" name="Text Placeholder 2"/>
          <p:cNvSpPr>
            <a:spLocks noGrp="1"/>
          </p:cNvSpPr>
          <p:nvPr>
            <p:ph type="body" idx="1"/>
          </p:nvPr>
        </p:nvSpPr>
        <p:spPr>
          <a:xfrm>
            <a:off x="706902" y="1351672"/>
            <a:ext cx="5718048" cy="977486"/>
          </a:xfrm>
        </p:spPr>
        <p:txBody>
          <a:bodyPr lIns="82296" bIns="0"/>
          <a:lstStyle>
            <a:lvl1pPr marL="54864"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2" name="Title 1"/>
          <p:cNvSpPr>
            <a:spLocks noGrp="1"/>
          </p:cNvSpPr>
          <p:nvPr>
            <p:ph type="title"/>
          </p:nvPr>
        </p:nvSpPr>
        <p:spPr>
          <a:xfrm>
            <a:off x="706902" y="512064"/>
            <a:ext cx="8156448" cy="777240"/>
          </a:xfrm>
        </p:spPr>
        <p:txBody>
          <a:bodyPr tIns="64008"/>
          <a:lstStyle>
            <a:lvl1pPr algn="l">
              <a:buNone/>
              <a:defRPr sz="3800" b="0" cap="none" spc="-150" baseline="0"/>
            </a:lvl1pPr>
            <a:extLst/>
          </a:lstStyle>
          <a:p>
            <a:r>
              <a:rPr lang="en-US"/>
              <a:t>Click to edit Master title style</a:t>
            </a:r>
          </a:p>
        </p:txBody>
      </p:sp>
      <p:sp>
        <p:nvSpPr>
          <p:cNvPr id="25" name="Date Placeholder 3"/>
          <p:cNvSpPr>
            <a:spLocks noGrp="1"/>
          </p:cNvSpPr>
          <p:nvPr>
            <p:ph type="dt" sz="half" idx="10"/>
          </p:nvPr>
        </p:nvSpPr>
        <p:spPr/>
        <p:txBody>
          <a:bodyPr/>
          <a:lstStyle>
            <a:lvl1pPr>
              <a:defRPr/>
            </a:lvl1pPr>
            <a:extLst/>
          </a:lstStyle>
          <a:p>
            <a:pPr>
              <a:defRPr/>
            </a:pPr>
            <a:r>
              <a:rPr lang="LID4096"/>
              <a:t>WEDNESDAY  JUNE14 &amp; JUNE 21  2023</a:t>
            </a:r>
            <a:endParaRPr lang="en-US"/>
          </a:p>
        </p:txBody>
      </p:sp>
      <p:sp>
        <p:nvSpPr>
          <p:cNvPr id="26" name="Footer Placeholder 4"/>
          <p:cNvSpPr>
            <a:spLocks noGrp="1"/>
          </p:cNvSpPr>
          <p:nvPr>
            <p:ph type="ftr" sz="quarter" idx="11"/>
          </p:nvPr>
        </p:nvSpPr>
        <p:spPr/>
        <p:txBody>
          <a:bodyPr/>
          <a:lstStyle>
            <a:lvl1pPr>
              <a:defRPr/>
            </a:lvl1pPr>
            <a:extLst/>
          </a:lstStyle>
          <a:p>
            <a:pPr>
              <a:defRPr/>
            </a:pPr>
            <a:r>
              <a:rPr lang="en-US"/>
              <a:t>KOFI OWUSU-DAAKU- Ph.D Human biological clock &amp; Physiology of ageing</a:t>
            </a:r>
          </a:p>
        </p:txBody>
      </p:sp>
      <p:sp>
        <p:nvSpPr>
          <p:cNvPr id="27" name="Slide Number Placeholder 5"/>
          <p:cNvSpPr>
            <a:spLocks noGrp="1"/>
          </p:cNvSpPr>
          <p:nvPr>
            <p:ph type="sldNum" sz="quarter" idx="12"/>
          </p:nvPr>
        </p:nvSpPr>
        <p:spPr/>
        <p:txBody>
          <a:bodyPr/>
          <a:lstStyle>
            <a:lvl1pPr>
              <a:defRPr/>
            </a:lvl1pPr>
          </a:lstStyle>
          <a:p>
            <a:fld id="{53970A29-8121-4B99-B383-E78D7B6778A8}" type="slidenum">
              <a:rPr lang="en-US" altLang="en-US"/>
              <a:pPr/>
              <a:t>‹#›</a:t>
            </a:fld>
            <a:endParaRPr lang="en-US" altLang="en-US"/>
          </a:p>
        </p:txBody>
      </p:sp>
    </p:spTree>
    <p:extLst>
      <p:ext uri="{BB962C8B-B14F-4D97-AF65-F5344CB8AC3E}">
        <p14:creationId xmlns:p14="http://schemas.microsoft.com/office/powerpoint/2010/main" val="3056355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12064"/>
            <a:ext cx="8229600" cy="914400"/>
          </a:xfrm>
        </p:spPr>
        <p:txBody>
          <a:bodyPr/>
          <a:lstStyle/>
          <a:p>
            <a:r>
              <a:rPr lang="en-US"/>
              <a:t>Click to edit Master title style</a:t>
            </a:r>
          </a:p>
        </p:txBody>
      </p:sp>
      <p:sp>
        <p:nvSpPr>
          <p:cNvPr id="3" name="Content Placeholder 2"/>
          <p:cNvSpPr>
            <a:spLocks noGrp="1"/>
          </p:cNvSpPr>
          <p:nvPr>
            <p:ph sz="half" idx="1"/>
          </p:nvPr>
        </p:nvSpPr>
        <p:spPr>
          <a:xfrm>
            <a:off x="464344" y="1770501"/>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5344" y="1770501"/>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extLst/>
          </a:lstStyle>
          <a:p>
            <a:pPr>
              <a:defRPr/>
            </a:pPr>
            <a:r>
              <a:rPr lang="LID4096"/>
              <a:t>WEDNESDAY  JUNE14 &amp; JUNE 21  2023</a:t>
            </a:r>
            <a:endParaRPr lang="en-US"/>
          </a:p>
        </p:txBody>
      </p:sp>
      <p:sp>
        <p:nvSpPr>
          <p:cNvPr id="6" name="Footer Placeholder 5"/>
          <p:cNvSpPr>
            <a:spLocks noGrp="1"/>
          </p:cNvSpPr>
          <p:nvPr>
            <p:ph type="ftr" sz="quarter" idx="11"/>
          </p:nvPr>
        </p:nvSpPr>
        <p:spPr/>
        <p:txBody>
          <a:bodyPr/>
          <a:lstStyle>
            <a:lvl1pPr>
              <a:defRPr/>
            </a:lvl1pPr>
            <a:extLst/>
          </a:lstStyle>
          <a:p>
            <a:pPr>
              <a:defRPr/>
            </a:pPr>
            <a:r>
              <a:rPr lang="en-US"/>
              <a:t>KOFI OWUSU-DAAKU- Ph.D Human biological clock &amp; Physiology of ageing</a:t>
            </a:r>
          </a:p>
        </p:txBody>
      </p:sp>
      <p:sp>
        <p:nvSpPr>
          <p:cNvPr id="7" name="Slide Number Placeholder 6"/>
          <p:cNvSpPr>
            <a:spLocks noGrp="1"/>
          </p:cNvSpPr>
          <p:nvPr>
            <p:ph type="sldNum" sz="quarter" idx="12"/>
          </p:nvPr>
        </p:nvSpPr>
        <p:spPr/>
        <p:txBody>
          <a:bodyPr/>
          <a:lstStyle>
            <a:lvl1pPr>
              <a:defRPr/>
            </a:lvl1pPr>
          </a:lstStyle>
          <a:p>
            <a:fld id="{12F6D56A-339B-4319-96FF-428005F7BC8B}" type="slidenum">
              <a:rPr lang="en-US" altLang="en-US"/>
              <a:pPr/>
              <a:t>‹#›</a:t>
            </a:fld>
            <a:endParaRPr lang="en-US" altLang="en-US"/>
          </a:p>
        </p:txBody>
      </p:sp>
    </p:spTree>
    <p:extLst>
      <p:ext uri="{BB962C8B-B14F-4D97-AF65-F5344CB8AC3E}">
        <p14:creationId xmlns:p14="http://schemas.microsoft.com/office/powerpoint/2010/main" val="1380513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7" name="Rectangle 6"/>
          <p:cNvSpPr/>
          <p:nvPr/>
        </p:nvSpPr>
        <p:spPr>
          <a:xfrm>
            <a:off x="0" y="401638"/>
            <a:ext cx="8867775" cy="887412"/>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8" name="Rectangle 7"/>
          <p:cNvSpPr/>
          <p:nvPr/>
        </p:nvSpPr>
        <p:spPr>
          <a:xfrm>
            <a:off x="87313" y="681038"/>
            <a:ext cx="46037" cy="365125"/>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9" name="Rectangle 8"/>
          <p:cNvSpPr/>
          <p:nvPr/>
        </p:nvSpPr>
        <p:spPr>
          <a:xfrm>
            <a:off x="47625" y="681038"/>
            <a:ext cx="26988" cy="365125"/>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0" name="Rectangle 9"/>
          <p:cNvSpPr/>
          <p:nvPr/>
        </p:nvSpPr>
        <p:spPr>
          <a:xfrm>
            <a:off x="28575" y="681038"/>
            <a:ext cx="9525" cy="365125"/>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1" name="Rectangle 10"/>
          <p:cNvSpPr/>
          <p:nvPr/>
        </p:nvSpPr>
        <p:spPr>
          <a:xfrm>
            <a:off x="0" y="681038"/>
            <a:ext cx="9525" cy="365125"/>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2" name="Rectangle 11"/>
          <p:cNvSpPr/>
          <p:nvPr/>
        </p:nvSpPr>
        <p:spPr>
          <a:xfrm flipH="1">
            <a:off x="149225" y="681038"/>
            <a:ext cx="28575" cy="365125"/>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3" name="Rectangle 12"/>
          <p:cNvSpPr/>
          <p:nvPr/>
        </p:nvSpPr>
        <p:spPr>
          <a:xfrm flipH="1">
            <a:off x="188913" y="681038"/>
            <a:ext cx="28575" cy="365125"/>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4" name="Rectangle 13"/>
          <p:cNvSpPr/>
          <p:nvPr/>
        </p:nvSpPr>
        <p:spPr>
          <a:xfrm flipH="1">
            <a:off x="227013" y="681038"/>
            <a:ext cx="9525" cy="365125"/>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5" name="Rectangle 14"/>
          <p:cNvSpPr/>
          <p:nvPr/>
        </p:nvSpPr>
        <p:spPr>
          <a:xfrm flipH="1">
            <a:off x="255588" y="681038"/>
            <a:ext cx="7937" cy="365125"/>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6" name="Rectangle 15"/>
          <p:cNvSpPr/>
          <p:nvPr/>
        </p:nvSpPr>
        <p:spPr>
          <a:xfrm>
            <a:off x="279400" y="681038"/>
            <a:ext cx="36513" cy="365125"/>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2" name="Title 1"/>
          <p:cNvSpPr>
            <a:spLocks noGrp="1"/>
          </p:cNvSpPr>
          <p:nvPr>
            <p:ph type="title"/>
          </p:nvPr>
        </p:nvSpPr>
        <p:spPr>
          <a:xfrm>
            <a:off x="504824" y="512064"/>
            <a:ext cx="7772400" cy="914400"/>
          </a:xfrm>
        </p:spPr>
        <p:txBody>
          <a:bodyPr/>
          <a:lstStyle>
            <a:lvl1pPr>
              <a:defRPr sz="4000"/>
            </a:lvl1pPr>
            <a:extLst/>
          </a:lstStyle>
          <a:p>
            <a:r>
              <a:rPr lang="en-US"/>
              <a:t>Click to edit Master title style</a:t>
            </a:r>
          </a:p>
        </p:txBody>
      </p:sp>
      <p:sp>
        <p:nvSpPr>
          <p:cNvPr id="3" name="Text Placeholder 2"/>
          <p:cNvSpPr>
            <a:spLocks noGrp="1"/>
          </p:cNvSpPr>
          <p:nvPr>
            <p:ph type="body" idx="1"/>
          </p:nvPr>
        </p:nvSpPr>
        <p:spPr>
          <a:xfrm>
            <a:off x="457200" y="1809750"/>
            <a:ext cx="4040188" cy="639762"/>
          </a:xfrm>
        </p:spPr>
        <p:txBody>
          <a:bodyPr anchor="ctr"/>
          <a:lstStyle>
            <a:lvl1pPr marL="73152" indent="0" algn="l">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45025" y="1809750"/>
            <a:ext cx="4041775" cy="639762"/>
          </a:xfrm>
        </p:spPr>
        <p:txBody>
          <a:bodyPr anchor="ctr"/>
          <a:lstStyle>
            <a:lvl1pPr marL="73152" indent="0">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2459037"/>
            <a:ext cx="4040188" cy="3959352"/>
          </a:xfrm>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2459037"/>
            <a:ext cx="4041775" cy="3959352"/>
          </a:xfrm>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Date Placeholder 6"/>
          <p:cNvSpPr>
            <a:spLocks noGrp="1"/>
          </p:cNvSpPr>
          <p:nvPr>
            <p:ph type="dt" sz="half" idx="10"/>
          </p:nvPr>
        </p:nvSpPr>
        <p:spPr/>
        <p:txBody>
          <a:bodyPr/>
          <a:lstStyle>
            <a:lvl1pPr>
              <a:defRPr/>
            </a:lvl1pPr>
            <a:extLst/>
          </a:lstStyle>
          <a:p>
            <a:pPr>
              <a:defRPr/>
            </a:pPr>
            <a:r>
              <a:rPr lang="LID4096"/>
              <a:t>WEDNESDAY  JUNE14 &amp; JUNE 21  2023</a:t>
            </a:r>
            <a:endParaRPr lang="en-US"/>
          </a:p>
        </p:txBody>
      </p:sp>
      <p:sp>
        <p:nvSpPr>
          <p:cNvPr id="18" name="Footer Placeholder 7"/>
          <p:cNvSpPr>
            <a:spLocks noGrp="1"/>
          </p:cNvSpPr>
          <p:nvPr>
            <p:ph type="ftr" sz="quarter" idx="11"/>
          </p:nvPr>
        </p:nvSpPr>
        <p:spPr/>
        <p:txBody>
          <a:bodyPr/>
          <a:lstStyle>
            <a:lvl1pPr>
              <a:defRPr/>
            </a:lvl1pPr>
            <a:extLst/>
          </a:lstStyle>
          <a:p>
            <a:pPr>
              <a:defRPr/>
            </a:pPr>
            <a:r>
              <a:rPr lang="en-US"/>
              <a:t>KOFI OWUSU-DAAKU- Ph.D Human biological clock &amp; Physiology of ageing</a:t>
            </a:r>
          </a:p>
        </p:txBody>
      </p:sp>
      <p:sp>
        <p:nvSpPr>
          <p:cNvPr id="19" name="Slide Number Placeholder 8"/>
          <p:cNvSpPr>
            <a:spLocks noGrp="1"/>
          </p:cNvSpPr>
          <p:nvPr>
            <p:ph type="sldNum" sz="quarter" idx="12"/>
          </p:nvPr>
        </p:nvSpPr>
        <p:spPr/>
        <p:txBody>
          <a:bodyPr/>
          <a:lstStyle>
            <a:lvl1pPr>
              <a:defRPr/>
            </a:lvl1pPr>
          </a:lstStyle>
          <a:p>
            <a:fld id="{A3F77A1B-9CE8-4F90-84CE-632537D75CF7}" type="slidenum">
              <a:rPr lang="en-US" altLang="en-US"/>
              <a:pPr/>
              <a:t>‹#›</a:t>
            </a:fld>
            <a:endParaRPr lang="en-US" altLang="en-US"/>
          </a:p>
        </p:txBody>
      </p:sp>
    </p:spTree>
    <p:extLst>
      <p:ext uri="{BB962C8B-B14F-4D97-AF65-F5344CB8AC3E}">
        <p14:creationId xmlns:p14="http://schemas.microsoft.com/office/powerpoint/2010/main" val="25349731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4400" y="512064"/>
            <a:ext cx="7772400" cy="914400"/>
          </a:xfrm>
        </p:spPr>
        <p:txBody>
          <a:bodyPr/>
          <a:lstStyle>
            <a:lvl1pPr>
              <a:defRPr sz="4000" cap="none" baseline="0"/>
            </a:lvl1pPr>
            <a:extLst/>
          </a:lstStyle>
          <a:p>
            <a:r>
              <a:rPr lang="en-US"/>
              <a:t>Click to edit Master title style</a:t>
            </a:r>
          </a:p>
        </p:txBody>
      </p:sp>
      <p:sp>
        <p:nvSpPr>
          <p:cNvPr id="3" name="Date Placeholder 13"/>
          <p:cNvSpPr>
            <a:spLocks noGrp="1"/>
          </p:cNvSpPr>
          <p:nvPr>
            <p:ph type="dt" sz="half" idx="10"/>
          </p:nvPr>
        </p:nvSpPr>
        <p:spPr/>
        <p:txBody>
          <a:bodyPr/>
          <a:lstStyle>
            <a:lvl1pPr>
              <a:defRPr/>
            </a:lvl1pPr>
          </a:lstStyle>
          <a:p>
            <a:pPr>
              <a:defRPr/>
            </a:pPr>
            <a:r>
              <a:rPr lang="LID4096"/>
              <a:t>WEDNESDAY  JUNE14 &amp; JUNE 21  2023</a:t>
            </a:r>
            <a:endParaRPr lang="en-US"/>
          </a:p>
        </p:txBody>
      </p:sp>
      <p:sp>
        <p:nvSpPr>
          <p:cNvPr id="4" name="Footer Placeholder 2"/>
          <p:cNvSpPr>
            <a:spLocks noGrp="1"/>
          </p:cNvSpPr>
          <p:nvPr>
            <p:ph type="ftr" sz="quarter" idx="11"/>
          </p:nvPr>
        </p:nvSpPr>
        <p:spPr/>
        <p:txBody>
          <a:bodyPr/>
          <a:lstStyle>
            <a:lvl1pPr>
              <a:defRPr/>
            </a:lvl1pPr>
          </a:lstStyle>
          <a:p>
            <a:pPr>
              <a:defRPr/>
            </a:pPr>
            <a:r>
              <a:rPr lang="en-US"/>
              <a:t>KOFI OWUSU-DAAKU- Ph.D Human biological clock &amp; Physiology of ageing</a:t>
            </a:r>
          </a:p>
        </p:txBody>
      </p:sp>
      <p:sp>
        <p:nvSpPr>
          <p:cNvPr id="5" name="Slide Number Placeholder 22"/>
          <p:cNvSpPr>
            <a:spLocks noGrp="1"/>
          </p:cNvSpPr>
          <p:nvPr>
            <p:ph type="sldNum" sz="quarter" idx="12"/>
          </p:nvPr>
        </p:nvSpPr>
        <p:spPr/>
        <p:txBody>
          <a:bodyPr/>
          <a:lstStyle>
            <a:lvl1pPr>
              <a:defRPr/>
            </a:lvl1pPr>
          </a:lstStyle>
          <a:p>
            <a:fld id="{5ED595B4-1B49-4421-999E-4B363F14A17C}" type="slidenum">
              <a:rPr lang="en-US" altLang="en-US"/>
              <a:pPr/>
              <a:t>‹#›</a:t>
            </a:fld>
            <a:endParaRPr lang="en-US" altLang="en-US"/>
          </a:p>
        </p:txBody>
      </p:sp>
    </p:spTree>
    <p:extLst>
      <p:ext uri="{BB962C8B-B14F-4D97-AF65-F5344CB8AC3E}">
        <p14:creationId xmlns:p14="http://schemas.microsoft.com/office/powerpoint/2010/main" val="19667780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extLst/>
          </a:lstStyle>
          <a:p>
            <a:pPr>
              <a:defRPr/>
            </a:pPr>
            <a:r>
              <a:rPr lang="LID4096"/>
              <a:t>WEDNESDAY  JUNE14 &amp; JUNE 21  2023</a:t>
            </a:r>
            <a:endParaRPr lang="en-US"/>
          </a:p>
        </p:txBody>
      </p:sp>
      <p:sp>
        <p:nvSpPr>
          <p:cNvPr id="3" name="Footer Placeholder 2"/>
          <p:cNvSpPr>
            <a:spLocks noGrp="1"/>
          </p:cNvSpPr>
          <p:nvPr>
            <p:ph type="ftr" sz="quarter" idx="11"/>
          </p:nvPr>
        </p:nvSpPr>
        <p:spPr/>
        <p:txBody>
          <a:bodyPr/>
          <a:lstStyle>
            <a:lvl1pPr>
              <a:defRPr/>
            </a:lvl1pPr>
            <a:extLst/>
          </a:lstStyle>
          <a:p>
            <a:pPr>
              <a:defRPr/>
            </a:pPr>
            <a:r>
              <a:rPr lang="en-US"/>
              <a:t>KOFI OWUSU-DAAKU- Ph.D Human biological clock &amp; Physiology of ageing</a:t>
            </a:r>
          </a:p>
        </p:txBody>
      </p:sp>
      <p:sp>
        <p:nvSpPr>
          <p:cNvPr id="4" name="Slide Number Placeholder 3"/>
          <p:cNvSpPr>
            <a:spLocks noGrp="1"/>
          </p:cNvSpPr>
          <p:nvPr>
            <p:ph type="sldNum" sz="quarter" idx="12"/>
          </p:nvPr>
        </p:nvSpPr>
        <p:spPr/>
        <p:txBody>
          <a:bodyPr/>
          <a:lstStyle>
            <a:lvl1pPr>
              <a:defRPr/>
            </a:lvl1pPr>
          </a:lstStyle>
          <a:p>
            <a:fld id="{F7A14754-C949-4424-9779-A2A7D845ABC6}" type="slidenum">
              <a:rPr lang="en-US" altLang="en-US"/>
              <a:pPr/>
              <a:t>‹#›</a:t>
            </a:fld>
            <a:endParaRPr lang="en-US" altLang="en-US"/>
          </a:p>
        </p:txBody>
      </p:sp>
    </p:spTree>
    <p:extLst>
      <p:ext uri="{BB962C8B-B14F-4D97-AF65-F5344CB8AC3E}">
        <p14:creationId xmlns:p14="http://schemas.microsoft.com/office/powerpoint/2010/main" val="3991994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273050"/>
            <a:ext cx="8229600" cy="1162050"/>
          </a:xfrm>
        </p:spPr>
        <p:txBody>
          <a:bodyPr anchor="ctr"/>
          <a:lstStyle>
            <a:lvl1pPr algn="l">
              <a:buNone/>
              <a:defRPr sz="3600" b="0"/>
            </a:lvl1pPr>
            <a:extLst/>
          </a:lstStyle>
          <a:p>
            <a:r>
              <a:rPr lang="en-US"/>
              <a:t>Click to edit Master title style</a:t>
            </a:r>
          </a:p>
        </p:txBody>
      </p:sp>
      <p:sp>
        <p:nvSpPr>
          <p:cNvPr id="3" name="Text Placeholder 2"/>
          <p:cNvSpPr>
            <a:spLocks noGrp="1"/>
          </p:cNvSpPr>
          <p:nvPr>
            <p:ph type="body" idx="2"/>
          </p:nvPr>
        </p:nvSpPr>
        <p:spPr>
          <a:xfrm>
            <a:off x="685800" y="1435100"/>
            <a:ext cx="2514600" cy="4572000"/>
          </a:xfrm>
        </p:spPr>
        <p:txBody>
          <a:bodyPr/>
          <a:lstStyle>
            <a:lvl1pPr marL="54864" indent="0">
              <a:buNone/>
              <a:defRPr sz="18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3429000" y="1435100"/>
            <a:ext cx="5486400" cy="4572000"/>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r>
              <a:rPr lang="LID4096"/>
              <a:t>WEDNESDAY  JUNE14 &amp; JUNE 21  2023</a:t>
            </a:r>
            <a:endParaRPr lang="en-US"/>
          </a:p>
        </p:txBody>
      </p:sp>
      <p:sp>
        <p:nvSpPr>
          <p:cNvPr id="6" name="Footer Placeholder 2"/>
          <p:cNvSpPr>
            <a:spLocks noGrp="1"/>
          </p:cNvSpPr>
          <p:nvPr>
            <p:ph type="ftr" sz="quarter" idx="11"/>
          </p:nvPr>
        </p:nvSpPr>
        <p:spPr/>
        <p:txBody>
          <a:bodyPr/>
          <a:lstStyle>
            <a:lvl1pPr>
              <a:defRPr/>
            </a:lvl1pPr>
          </a:lstStyle>
          <a:p>
            <a:pPr>
              <a:defRPr/>
            </a:pPr>
            <a:r>
              <a:rPr lang="en-US"/>
              <a:t>KOFI OWUSU-DAAKU- Ph.D Human biological clock &amp; Physiology of ageing</a:t>
            </a:r>
          </a:p>
        </p:txBody>
      </p:sp>
      <p:sp>
        <p:nvSpPr>
          <p:cNvPr id="7" name="Slide Number Placeholder 22"/>
          <p:cNvSpPr>
            <a:spLocks noGrp="1"/>
          </p:cNvSpPr>
          <p:nvPr>
            <p:ph type="sldNum" sz="quarter" idx="12"/>
          </p:nvPr>
        </p:nvSpPr>
        <p:spPr/>
        <p:txBody>
          <a:bodyPr/>
          <a:lstStyle>
            <a:lvl1pPr>
              <a:defRPr/>
            </a:lvl1pPr>
          </a:lstStyle>
          <a:p>
            <a:fld id="{FC5CDC01-33DF-4C67-B3DF-73B999C21189}" type="slidenum">
              <a:rPr lang="en-US" altLang="en-US"/>
              <a:pPr/>
              <a:t>‹#›</a:t>
            </a:fld>
            <a:endParaRPr lang="en-US" altLang="en-US"/>
          </a:p>
        </p:txBody>
      </p:sp>
    </p:spTree>
    <p:extLst>
      <p:ext uri="{BB962C8B-B14F-4D97-AF65-F5344CB8AC3E}">
        <p14:creationId xmlns:p14="http://schemas.microsoft.com/office/powerpoint/2010/main" val="884613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p:cNvSpPr/>
          <p:nvPr/>
        </p:nvSpPr>
        <p:spPr>
          <a:xfrm>
            <a:off x="368300" y="0"/>
            <a:ext cx="8777288" cy="1878013"/>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cxnSp>
        <p:nvCxnSpPr>
          <p:cNvPr id="6" name="Straight Connector 5"/>
          <p:cNvCxnSpPr/>
          <p:nvPr/>
        </p:nvCxnSpPr>
        <p:spPr>
          <a:xfrm flipV="1">
            <a:off x="363538" y="1884363"/>
            <a:ext cx="8782050"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7" name="Group 19"/>
          <p:cNvGrpSpPr>
            <a:grpSpLocks/>
          </p:cNvGrpSpPr>
          <p:nvPr/>
        </p:nvGrpSpPr>
        <p:grpSpPr bwMode="auto">
          <a:xfrm rot="5400000">
            <a:off x="8515351" y="1219200"/>
            <a:ext cx="131762" cy="128587"/>
            <a:chOff x="6668087" y="1297746"/>
            <a:chExt cx="161840" cy="156602"/>
          </a:xfrm>
        </p:grpSpPr>
        <p:cxnSp>
          <p:nvCxnSpPr>
            <p:cNvPr id="8" name="Straight Connector 7"/>
            <p:cNvCxnSpPr/>
            <p:nvPr/>
          </p:nvCxnSpPr>
          <p:spPr>
            <a:xfrm rot="16200000">
              <a:off x="6663593" y="1294508"/>
              <a:ext cx="88935" cy="79945"/>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rot="16200000" flipV="1">
              <a:off x="6685198" y="1391515"/>
              <a:ext cx="125668" cy="0"/>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rot="5400000" flipH="1">
              <a:off x="6744513" y="1293533"/>
              <a:ext cx="88935" cy="81895"/>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1" name="Group 25"/>
          <p:cNvGrpSpPr>
            <a:grpSpLocks/>
          </p:cNvGrpSpPr>
          <p:nvPr/>
        </p:nvGrpSpPr>
        <p:grpSpPr bwMode="auto">
          <a:xfrm rot="5400000">
            <a:off x="8667751" y="1371600"/>
            <a:ext cx="131762" cy="128587"/>
            <a:chOff x="6668087" y="1297746"/>
            <a:chExt cx="161840" cy="156602"/>
          </a:xfrm>
        </p:grpSpPr>
        <p:cxnSp>
          <p:nvCxnSpPr>
            <p:cNvPr id="12" name="Straight Connector 11"/>
            <p:cNvCxnSpPr/>
            <p:nvPr/>
          </p:nvCxnSpPr>
          <p:spPr>
            <a:xfrm rot="16200000">
              <a:off x="6663593" y="1294508"/>
              <a:ext cx="88935" cy="79945"/>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16200000" flipV="1">
              <a:off x="6685198" y="1391515"/>
              <a:ext cx="125668" cy="0"/>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rot="5400000" flipH="1">
              <a:off x="6744513" y="1293533"/>
              <a:ext cx="88935" cy="81895"/>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5" name="Group 29"/>
          <p:cNvGrpSpPr>
            <a:grpSpLocks/>
          </p:cNvGrpSpPr>
          <p:nvPr/>
        </p:nvGrpSpPr>
        <p:grpSpPr bwMode="auto">
          <a:xfrm rot="5400000">
            <a:off x="8320087" y="1474788"/>
            <a:ext cx="131763" cy="128588"/>
            <a:chOff x="6668087" y="1297746"/>
            <a:chExt cx="161840" cy="156602"/>
          </a:xfrm>
        </p:grpSpPr>
        <p:cxnSp>
          <p:nvCxnSpPr>
            <p:cNvPr id="16" name="Straight Connector 15"/>
            <p:cNvCxnSpPr/>
            <p:nvPr/>
          </p:nvCxnSpPr>
          <p:spPr>
            <a:xfrm rot="16200000">
              <a:off x="6663592" y="1294506"/>
              <a:ext cx="88934" cy="79945"/>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16200000" flipV="1">
              <a:off x="6685198" y="1391513"/>
              <a:ext cx="125668" cy="0"/>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rot="5400000" flipH="1">
              <a:off x="6744512" y="1293532"/>
              <a:ext cx="88934" cy="81895"/>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bwMode="grayWhite">
          <a:xfrm>
            <a:off x="914400" y="441251"/>
            <a:ext cx="6858000" cy="701749"/>
          </a:xfrm>
        </p:spPr>
        <p:txBody>
          <a:bodyPr anchor="b"/>
          <a:lstStyle>
            <a:lvl1pPr algn="l">
              <a:buNone/>
              <a:defRPr sz="2100" b="0"/>
            </a:lvl1pPr>
            <a:extLst/>
          </a:lstStyle>
          <a:p>
            <a:r>
              <a:rPr lang="en-US"/>
              <a:t>Click to edit Master title style</a:t>
            </a:r>
          </a:p>
        </p:txBody>
      </p:sp>
      <p:sp>
        <p:nvSpPr>
          <p:cNvPr id="3" name="Picture Placeholder 2"/>
          <p:cNvSpPr>
            <a:spLocks noGrp="1"/>
          </p:cNvSpPr>
          <p:nvPr>
            <p:ph type="pic" idx="1"/>
          </p:nvPr>
        </p:nvSpPr>
        <p:spPr>
          <a:xfrm>
            <a:off x="368032" y="1893781"/>
            <a:ext cx="8778240" cy="4960144"/>
          </a:xfrm>
          <a:solidFill>
            <a:schemeClr val="bg2"/>
          </a:solidFill>
        </p:spPr>
        <p:txBody>
          <a:bodyPr>
            <a:normAutofit/>
          </a:bodyPr>
          <a:lstStyle>
            <a:lvl1pPr marL="0" indent="0">
              <a:buNone/>
              <a:defRPr sz="3200"/>
            </a:lvl1pPr>
            <a:extLst/>
          </a:lstStyle>
          <a:p>
            <a:pPr lvl="0"/>
            <a:r>
              <a:rPr lang="en-US" noProof="0"/>
              <a:t>Click icon to add picture</a:t>
            </a:r>
          </a:p>
        </p:txBody>
      </p:sp>
      <p:sp>
        <p:nvSpPr>
          <p:cNvPr id="4" name="Text Placeholder 3"/>
          <p:cNvSpPr>
            <a:spLocks noGrp="1"/>
          </p:cNvSpPr>
          <p:nvPr>
            <p:ph type="body" sz="half" idx="2"/>
          </p:nvPr>
        </p:nvSpPr>
        <p:spPr bwMode="grayWhite">
          <a:xfrm>
            <a:off x="914400" y="1150144"/>
            <a:ext cx="6858000" cy="685800"/>
          </a:xfrm>
        </p:spPr>
        <p:txBody>
          <a:bodyPr/>
          <a:lstStyle>
            <a:lvl1pPr marL="27432" indent="0">
              <a:spcBef>
                <a:spcPts val="0"/>
              </a:spcBef>
              <a:buNone/>
              <a:defRPr sz="1400">
                <a:solidFill>
                  <a:srgbClr val="FFFFFF"/>
                </a:solidFill>
              </a:defRPr>
            </a:lvl1pPr>
            <a:lvl2pPr>
              <a:defRPr sz="1200"/>
            </a:lvl2pPr>
            <a:lvl3pPr>
              <a:defRPr sz="1000"/>
            </a:lvl3pPr>
            <a:lvl4pPr>
              <a:defRPr sz="900"/>
            </a:lvl4pPr>
            <a:lvl5pPr>
              <a:defRPr sz="900"/>
            </a:lvl5pPr>
            <a:extLst/>
          </a:lstStyle>
          <a:p>
            <a:pPr lvl="0"/>
            <a:r>
              <a:rPr lang="en-US"/>
              <a:t>Click to edit Master text styles</a:t>
            </a:r>
          </a:p>
        </p:txBody>
      </p:sp>
      <p:sp>
        <p:nvSpPr>
          <p:cNvPr id="19" name="Date Placeholder 4"/>
          <p:cNvSpPr>
            <a:spLocks noGrp="1"/>
          </p:cNvSpPr>
          <p:nvPr>
            <p:ph type="dt" sz="half" idx="10"/>
          </p:nvPr>
        </p:nvSpPr>
        <p:spPr>
          <a:xfrm>
            <a:off x="6477000" y="55563"/>
            <a:ext cx="2133600" cy="365125"/>
          </a:xfrm>
        </p:spPr>
        <p:txBody>
          <a:bodyPr/>
          <a:lstStyle>
            <a:lvl1pPr>
              <a:defRPr/>
            </a:lvl1pPr>
            <a:extLst/>
          </a:lstStyle>
          <a:p>
            <a:pPr>
              <a:defRPr/>
            </a:pPr>
            <a:r>
              <a:rPr lang="LID4096"/>
              <a:t>WEDNESDAY  JUNE14 &amp; JUNE 21  2023</a:t>
            </a:r>
            <a:endParaRPr lang="en-US"/>
          </a:p>
        </p:txBody>
      </p:sp>
      <p:sp>
        <p:nvSpPr>
          <p:cNvPr id="20" name="Footer Placeholder 5"/>
          <p:cNvSpPr>
            <a:spLocks noGrp="1"/>
          </p:cNvSpPr>
          <p:nvPr>
            <p:ph type="ftr" sz="quarter" idx="11"/>
          </p:nvPr>
        </p:nvSpPr>
        <p:spPr>
          <a:xfrm>
            <a:off x="914400" y="55563"/>
            <a:ext cx="5562600" cy="365125"/>
          </a:xfrm>
        </p:spPr>
        <p:txBody>
          <a:bodyPr/>
          <a:lstStyle>
            <a:lvl1pPr>
              <a:defRPr/>
            </a:lvl1pPr>
            <a:extLst/>
          </a:lstStyle>
          <a:p>
            <a:pPr>
              <a:defRPr/>
            </a:pPr>
            <a:r>
              <a:rPr lang="en-US"/>
              <a:t>KOFI OWUSU-DAAKU- Ph.D Human biological clock &amp; Physiology of ageing</a:t>
            </a:r>
          </a:p>
        </p:txBody>
      </p:sp>
      <p:sp>
        <p:nvSpPr>
          <p:cNvPr id="21" name="Slide Number Placeholder 6"/>
          <p:cNvSpPr>
            <a:spLocks noGrp="1"/>
          </p:cNvSpPr>
          <p:nvPr>
            <p:ph type="sldNum" sz="quarter" idx="12"/>
          </p:nvPr>
        </p:nvSpPr>
        <p:spPr>
          <a:xfrm>
            <a:off x="8610600" y="55563"/>
            <a:ext cx="457200" cy="365125"/>
          </a:xfrm>
        </p:spPr>
        <p:txBody>
          <a:bodyPr/>
          <a:lstStyle>
            <a:lvl1pPr>
              <a:defRPr/>
            </a:lvl1pPr>
          </a:lstStyle>
          <a:p>
            <a:fld id="{AFE23289-4CBC-4C6B-AEBF-488CAE344EBE}" type="slidenum">
              <a:rPr lang="en-US" altLang="en-US"/>
              <a:pPr/>
              <a:t>‹#›</a:t>
            </a:fld>
            <a:endParaRPr lang="en-US" altLang="en-US"/>
          </a:p>
        </p:txBody>
      </p:sp>
    </p:spTree>
    <p:extLst>
      <p:ext uri="{BB962C8B-B14F-4D97-AF65-F5344CB8AC3E}">
        <p14:creationId xmlns:p14="http://schemas.microsoft.com/office/powerpoint/2010/main" val="3561297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r>
              <a:rPr lang="LID4096"/>
              <a:t>WEDNESDAY  JUNE14 &amp; JUNE 21  2023</a:t>
            </a:r>
            <a:endParaRPr lang="en-US"/>
          </a:p>
        </p:txBody>
      </p:sp>
      <p:sp>
        <p:nvSpPr>
          <p:cNvPr id="5" name="Footer Placeholder 2"/>
          <p:cNvSpPr>
            <a:spLocks noGrp="1"/>
          </p:cNvSpPr>
          <p:nvPr>
            <p:ph type="ftr" sz="quarter" idx="11"/>
          </p:nvPr>
        </p:nvSpPr>
        <p:spPr/>
        <p:txBody>
          <a:bodyPr/>
          <a:lstStyle>
            <a:lvl1pPr>
              <a:defRPr/>
            </a:lvl1pPr>
          </a:lstStyle>
          <a:p>
            <a:pPr>
              <a:defRPr/>
            </a:pPr>
            <a:r>
              <a:rPr lang="en-US"/>
              <a:t>KOFI OWUSU-DAAKU- Ph.D Human biological clock &amp; Physiology of ageing</a:t>
            </a:r>
          </a:p>
        </p:txBody>
      </p:sp>
      <p:sp>
        <p:nvSpPr>
          <p:cNvPr id="6" name="Slide Number Placeholder 22"/>
          <p:cNvSpPr>
            <a:spLocks noGrp="1"/>
          </p:cNvSpPr>
          <p:nvPr>
            <p:ph type="sldNum" sz="quarter" idx="12"/>
          </p:nvPr>
        </p:nvSpPr>
        <p:spPr/>
        <p:txBody>
          <a:bodyPr/>
          <a:lstStyle>
            <a:lvl1pPr>
              <a:defRPr/>
            </a:lvl1pPr>
          </a:lstStyle>
          <a:p>
            <a:fld id="{4D4AD3EB-C0A6-4F09-8258-A98FCA335739}" type="slidenum">
              <a:rPr lang="en-US" altLang="en-US"/>
              <a:pPr/>
              <a:t>‹#›</a:t>
            </a:fld>
            <a:endParaRPr lang="en-US" altLang="en-US"/>
          </a:p>
        </p:txBody>
      </p:sp>
    </p:spTree>
    <p:extLst>
      <p:ext uri="{BB962C8B-B14F-4D97-AF65-F5344CB8AC3E}">
        <p14:creationId xmlns:p14="http://schemas.microsoft.com/office/powerpoint/2010/main" val="2510770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981200" cy="5851525"/>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09600" y="274639"/>
            <a:ext cx="5867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r>
              <a:rPr lang="LID4096"/>
              <a:t>WEDNESDAY  JUNE14 &amp; JUNE 21  2023</a:t>
            </a:r>
            <a:endParaRPr lang="en-US"/>
          </a:p>
        </p:txBody>
      </p:sp>
      <p:sp>
        <p:nvSpPr>
          <p:cNvPr id="5" name="Footer Placeholder 2"/>
          <p:cNvSpPr>
            <a:spLocks noGrp="1"/>
          </p:cNvSpPr>
          <p:nvPr>
            <p:ph type="ftr" sz="quarter" idx="11"/>
          </p:nvPr>
        </p:nvSpPr>
        <p:spPr/>
        <p:txBody>
          <a:bodyPr/>
          <a:lstStyle>
            <a:lvl1pPr>
              <a:defRPr/>
            </a:lvl1pPr>
          </a:lstStyle>
          <a:p>
            <a:pPr>
              <a:defRPr/>
            </a:pPr>
            <a:r>
              <a:rPr lang="en-US"/>
              <a:t>KOFI OWUSU-DAAKU- Ph.D Human biological clock &amp; Physiology of ageing</a:t>
            </a:r>
          </a:p>
        </p:txBody>
      </p:sp>
      <p:sp>
        <p:nvSpPr>
          <p:cNvPr id="6" name="Slide Number Placeholder 22"/>
          <p:cNvSpPr>
            <a:spLocks noGrp="1"/>
          </p:cNvSpPr>
          <p:nvPr>
            <p:ph type="sldNum" sz="quarter" idx="12"/>
          </p:nvPr>
        </p:nvSpPr>
        <p:spPr/>
        <p:txBody>
          <a:bodyPr/>
          <a:lstStyle>
            <a:lvl1pPr>
              <a:defRPr/>
            </a:lvl1pPr>
          </a:lstStyle>
          <a:p>
            <a:fld id="{334D01BF-1501-430D-BACE-6CC113FE17FF}" type="slidenum">
              <a:rPr lang="en-US" altLang="en-US"/>
              <a:pPr/>
              <a:t>‹#›</a:t>
            </a:fld>
            <a:endParaRPr lang="en-US" altLang="en-US"/>
          </a:p>
        </p:txBody>
      </p:sp>
    </p:spTree>
    <p:extLst>
      <p:ext uri="{BB962C8B-B14F-4D97-AF65-F5344CB8AC3E}">
        <p14:creationId xmlns:p14="http://schemas.microsoft.com/office/powerpoint/2010/main" val="38731296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1066800" y="304800"/>
            <a:ext cx="7772400" cy="1143000"/>
          </a:xfrm>
        </p:spPr>
        <p:txBody>
          <a:bodyPr/>
          <a:lstStyle/>
          <a:p>
            <a:r>
              <a:rPr lang="en-US"/>
              <a:t>Click to edit Master title style</a:t>
            </a:r>
          </a:p>
        </p:txBody>
      </p:sp>
      <p:sp>
        <p:nvSpPr>
          <p:cNvPr id="3" name="ClipArt Placeholder 2"/>
          <p:cNvSpPr>
            <a:spLocks noGrp="1"/>
          </p:cNvSpPr>
          <p:nvPr>
            <p:ph type="clipArt" sz="half" idx="1"/>
          </p:nvPr>
        </p:nvSpPr>
        <p:spPr>
          <a:xfrm>
            <a:off x="1066800" y="1676400"/>
            <a:ext cx="3810000" cy="4114800"/>
          </a:xfrm>
        </p:spPr>
        <p:txBody>
          <a:bodyPr>
            <a:normAutofit/>
          </a:bodyPr>
          <a:lstStyle/>
          <a:p>
            <a:pPr lvl="0"/>
            <a:endParaRPr lang="en-US" noProof="0"/>
          </a:p>
        </p:txBody>
      </p:sp>
      <p:sp>
        <p:nvSpPr>
          <p:cNvPr id="4" name="Text Placeholder 3"/>
          <p:cNvSpPr>
            <a:spLocks noGrp="1"/>
          </p:cNvSpPr>
          <p:nvPr>
            <p:ph type="body" sz="half" idx="2"/>
          </p:nvPr>
        </p:nvSpPr>
        <p:spPr>
          <a:xfrm>
            <a:off x="5029200" y="16764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r>
              <a:rPr lang="LID4096"/>
              <a:t>WEDNESDAY  JUNE14 &amp; JUNE 21  2023</a:t>
            </a:r>
            <a:endParaRPr lang="en-US"/>
          </a:p>
        </p:txBody>
      </p:sp>
      <p:sp>
        <p:nvSpPr>
          <p:cNvPr id="6" name="Footer Placeholder 2"/>
          <p:cNvSpPr>
            <a:spLocks noGrp="1"/>
          </p:cNvSpPr>
          <p:nvPr>
            <p:ph type="ftr" sz="quarter" idx="11"/>
          </p:nvPr>
        </p:nvSpPr>
        <p:spPr/>
        <p:txBody>
          <a:bodyPr/>
          <a:lstStyle>
            <a:lvl1pPr>
              <a:defRPr/>
            </a:lvl1pPr>
          </a:lstStyle>
          <a:p>
            <a:pPr>
              <a:defRPr/>
            </a:pPr>
            <a:r>
              <a:rPr lang="en-US"/>
              <a:t>KOFI OWUSU-DAAKU- Ph.D Human biological clock &amp; Physiology of ageing</a:t>
            </a:r>
          </a:p>
        </p:txBody>
      </p:sp>
      <p:sp>
        <p:nvSpPr>
          <p:cNvPr id="7" name="Slide Number Placeholder 22"/>
          <p:cNvSpPr>
            <a:spLocks noGrp="1"/>
          </p:cNvSpPr>
          <p:nvPr>
            <p:ph type="sldNum" sz="quarter" idx="12"/>
          </p:nvPr>
        </p:nvSpPr>
        <p:spPr/>
        <p:txBody>
          <a:bodyPr/>
          <a:lstStyle>
            <a:lvl1pPr>
              <a:defRPr/>
            </a:lvl1pPr>
          </a:lstStyle>
          <a:p>
            <a:fld id="{F544D528-FE4D-4F46-BF41-9085648827A5}" type="slidenum">
              <a:rPr lang="en-US" altLang="en-US"/>
              <a:pPr/>
              <a:t>‹#›</a:t>
            </a:fld>
            <a:endParaRPr lang="en-US" altLang="en-US"/>
          </a:p>
        </p:txBody>
      </p:sp>
    </p:spTree>
    <p:extLst>
      <p:ext uri="{BB962C8B-B14F-4D97-AF65-F5344CB8AC3E}">
        <p14:creationId xmlns:p14="http://schemas.microsoft.com/office/powerpoint/2010/main" val="873103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000000"/>
            </a:gs>
            <a:gs pos="64999">
              <a:srgbClr val="000000"/>
            </a:gs>
            <a:gs pos="100000">
              <a:srgbClr val="5A77A9"/>
            </a:gs>
          </a:gsLst>
          <a:lin ang="5400000"/>
        </a:gradFill>
        <a:effectLst/>
      </p:bgPr>
    </p:bg>
    <p:spTree>
      <p:nvGrpSpPr>
        <p:cNvPr id="1" name=""/>
        <p:cNvGrpSpPr/>
        <p:nvPr/>
      </p:nvGrpSpPr>
      <p:grpSpPr>
        <a:xfrm>
          <a:off x="0" y="0"/>
          <a:ext cx="0" cy="0"/>
          <a:chOff x="0" y="0"/>
          <a:chExt cx="0" cy="0"/>
        </a:xfrm>
      </p:grpSpPr>
      <p:sp>
        <p:nvSpPr>
          <p:cNvPr id="7" name="Rectangle 6"/>
          <p:cNvSpPr/>
          <p:nvPr/>
        </p:nvSpPr>
        <p:spPr>
          <a:xfrm>
            <a:off x="0" y="0"/>
            <a:ext cx="365125" cy="6854825"/>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8" name="Rectangle 7"/>
          <p:cNvSpPr/>
          <p:nvPr/>
        </p:nvSpPr>
        <p:spPr>
          <a:xfrm>
            <a:off x="255588" y="5046663"/>
            <a:ext cx="73025" cy="1692275"/>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9" name="Rectangle 8"/>
          <p:cNvSpPr/>
          <p:nvPr/>
        </p:nvSpPr>
        <p:spPr>
          <a:xfrm>
            <a:off x="255588" y="4797425"/>
            <a:ext cx="73025"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0" name="Rectangle 9"/>
          <p:cNvSpPr/>
          <p:nvPr/>
        </p:nvSpPr>
        <p:spPr>
          <a:xfrm>
            <a:off x="255588" y="4637088"/>
            <a:ext cx="73025" cy="138112"/>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1" name="Rectangle 10"/>
          <p:cNvSpPr/>
          <p:nvPr/>
        </p:nvSpPr>
        <p:spPr>
          <a:xfrm>
            <a:off x="255588" y="4541838"/>
            <a:ext cx="73025" cy="7461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2" name="Rectangle 11"/>
          <p:cNvSpPr/>
          <p:nvPr/>
        </p:nvSpPr>
        <p:spPr>
          <a:xfrm>
            <a:off x="309563" y="681038"/>
            <a:ext cx="46037" cy="365125"/>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5" name="Rectangle 14"/>
          <p:cNvSpPr/>
          <p:nvPr/>
        </p:nvSpPr>
        <p:spPr>
          <a:xfrm>
            <a:off x="268288" y="681038"/>
            <a:ext cx="28575" cy="365125"/>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6" name="Rectangle 15"/>
          <p:cNvSpPr/>
          <p:nvPr/>
        </p:nvSpPr>
        <p:spPr>
          <a:xfrm>
            <a:off x="249238" y="681038"/>
            <a:ext cx="9525" cy="365125"/>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7" name="Rectangle 16"/>
          <p:cNvSpPr/>
          <p:nvPr/>
        </p:nvSpPr>
        <p:spPr>
          <a:xfrm>
            <a:off x="222250" y="681038"/>
            <a:ext cx="7938" cy="365125"/>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22" name="Title Placeholder 21"/>
          <p:cNvSpPr>
            <a:spLocks noGrp="1"/>
          </p:cNvSpPr>
          <p:nvPr>
            <p:ph type="title"/>
          </p:nvPr>
        </p:nvSpPr>
        <p:spPr>
          <a:xfrm>
            <a:off x="914400" y="512763"/>
            <a:ext cx="7772400" cy="914400"/>
          </a:xfrm>
          <a:prstGeom prst="rect">
            <a:avLst/>
          </a:prstGeom>
        </p:spPr>
        <p:txBody>
          <a:bodyPr vert="horz" anchor="t">
            <a:noAutofit/>
          </a:bodyPr>
          <a:lstStyle/>
          <a:p>
            <a:r>
              <a:rPr lang="en-US"/>
              <a:t>Click to edit Master title style</a:t>
            </a:r>
          </a:p>
        </p:txBody>
      </p:sp>
      <p:sp>
        <p:nvSpPr>
          <p:cNvPr id="1036" name="Text Placeholder 12"/>
          <p:cNvSpPr>
            <a:spLocks noGrp="1"/>
          </p:cNvSpPr>
          <p:nvPr>
            <p:ph type="body" idx="1"/>
          </p:nvPr>
        </p:nvSpPr>
        <p:spPr bwMode="auto">
          <a:xfrm>
            <a:off x="914400" y="178435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p:cNvSpPr>
            <a:spLocks noGrp="1"/>
          </p:cNvSpPr>
          <p:nvPr>
            <p:ph type="dt" sz="half" idx="2"/>
          </p:nvPr>
        </p:nvSpPr>
        <p:spPr>
          <a:xfrm>
            <a:off x="6477000" y="6416675"/>
            <a:ext cx="2133600" cy="365125"/>
          </a:xfrm>
          <a:prstGeom prst="rect">
            <a:avLst/>
          </a:prstGeom>
        </p:spPr>
        <p:txBody>
          <a:bodyPr vert="horz" anchor="b"/>
          <a:lstStyle>
            <a:lvl1pPr algn="l" eaLnBrk="1" latinLnBrk="0" hangingPunct="1">
              <a:defRPr kumimoji="0" sz="1100">
                <a:solidFill>
                  <a:schemeClr val="tx2"/>
                </a:solidFill>
                <a:latin typeface="Times" charset="0"/>
              </a:defRPr>
            </a:lvl1pPr>
            <a:extLst/>
          </a:lstStyle>
          <a:p>
            <a:pPr>
              <a:defRPr/>
            </a:pPr>
            <a:r>
              <a:rPr lang="LID4096"/>
              <a:t>WEDNESDAY  JUNE14 &amp; JUNE 21  2023</a:t>
            </a:r>
            <a:endParaRPr lang="en-US"/>
          </a:p>
        </p:txBody>
      </p:sp>
      <p:sp>
        <p:nvSpPr>
          <p:cNvPr id="3" name="Footer Placeholder 2"/>
          <p:cNvSpPr>
            <a:spLocks noGrp="1"/>
          </p:cNvSpPr>
          <p:nvPr>
            <p:ph type="ftr" sz="quarter" idx="3"/>
          </p:nvPr>
        </p:nvSpPr>
        <p:spPr>
          <a:xfrm>
            <a:off x="914400" y="6416675"/>
            <a:ext cx="5562600" cy="365125"/>
          </a:xfrm>
          <a:prstGeom prst="rect">
            <a:avLst/>
          </a:prstGeom>
        </p:spPr>
        <p:txBody>
          <a:bodyPr vert="horz" anchor="b"/>
          <a:lstStyle>
            <a:lvl1pPr algn="r" eaLnBrk="1" latinLnBrk="0" hangingPunct="1">
              <a:defRPr kumimoji="0" sz="1100">
                <a:solidFill>
                  <a:schemeClr val="tx2"/>
                </a:solidFill>
                <a:latin typeface="Times" charset="0"/>
              </a:defRPr>
            </a:lvl1pPr>
            <a:extLst/>
          </a:lstStyle>
          <a:p>
            <a:pPr>
              <a:defRPr/>
            </a:pPr>
            <a:r>
              <a:rPr lang="en-US"/>
              <a:t>KOFI OWUSU-DAAKU- Ph.D Human biological clock &amp; Physiology of ageing</a:t>
            </a:r>
          </a:p>
        </p:txBody>
      </p:sp>
      <p:sp>
        <p:nvSpPr>
          <p:cNvPr id="23" name="Slide Number Placeholder 22"/>
          <p:cNvSpPr>
            <a:spLocks noGrp="1"/>
          </p:cNvSpPr>
          <p:nvPr>
            <p:ph type="sldNum" sz="quarter" idx="4"/>
          </p:nvPr>
        </p:nvSpPr>
        <p:spPr>
          <a:xfrm>
            <a:off x="8610600" y="6416675"/>
            <a:ext cx="457200" cy="365125"/>
          </a:xfrm>
          <a:prstGeom prst="rect">
            <a:avLst/>
          </a:prstGeom>
        </p:spPr>
        <p:txBody>
          <a:bodyPr vert="horz" wrap="square" lIns="91440" tIns="45720" rIns="91440" bIns="45720" numCol="1" anchor="b" anchorCtr="0" compatLnSpc="1">
            <a:prstTxWarp prst="textNoShape">
              <a:avLst/>
            </a:prstTxWarp>
          </a:bodyPr>
          <a:lstStyle>
            <a:lvl1pPr eaLnBrk="1" hangingPunct="1">
              <a:defRPr sz="1200">
                <a:solidFill>
                  <a:schemeClr val="tx2"/>
                </a:solidFill>
              </a:defRPr>
            </a:lvl1pPr>
          </a:lstStyle>
          <a:p>
            <a:fld id="{80F18A92-E621-4CB5-9E78-0DD722892030}" type="slidenum">
              <a:rPr lang="en-US" altLang="en-US"/>
              <a:pPr/>
              <a:t>‹#›</a:t>
            </a:fld>
            <a:endParaRPr lang="en-US" altLang="en-US"/>
          </a:p>
        </p:txBody>
      </p:sp>
    </p:spTree>
  </p:cSld>
  <p:clrMap bg1="dk1" tx1="lt1" bg2="dk2" tx2="lt2" accent1="accent1" accent2="accent2" accent3="accent3" accent4="accent4" accent5="accent5" accent6="accent6" hlink="hlink" folHlink="folHlink"/>
  <p:sldLayoutIdLst>
    <p:sldLayoutId id="2147483781" r:id="rId1"/>
    <p:sldLayoutId id="2147483775" r:id="rId2"/>
    <p:sldLayoutId id="2147483782" r:id="rId3"/>
    <p:sldLayoutId id="2147483783" r:id="rId4"/>
    <p:sldLayoutId id="2147483784" r:id="rId5"/>
    <p:sldLayoutId id="2147483776" r:id="rId6"/>
    <p:sldLayoutId id="2147483785" r:id="rId7"/>
    <p:sldLayoutId id="2147483777" r:id="rId8"/>
    <p:sldLayoutId id="2147483786" r:id="rId9"/>
    <p:sldLayoutId id="2147483778" r:id="rId10"/>
    <p:sldLayoutId id="2147483779" r:id="rId11"/>
    <p:sldLayoutId id="2147483780" r:id="rId12"/>
  </p:sldLayoutIdLst>
  <p:hf hdr="0"/>
  <p:txStyles>
    <p:titleStyle>
      <a:lvl1pPr algn="l" rtl="0" eaLnBrk="0" fontAlgn="base" hangingPunct="0">
        <a:spcBef>
          <a:spcPct val="0"/>
        </a:spcBef>
        <a:spcAft>
          <a:spcPct val="0"/>
        </a:spcAft>
        <a:defRPr sz="4000" kern="1200" spc="-100">
          <a:solidFill>
            <a:srgbClr val="C1EEFF"/>
          </a:solidFill>
          <a:latin typeface="+mj-lt"/>
          <a:ea typeface="+mj-ea"/>
          <a:cs typeface="+mj-cs"/>
        </a:defRPr>
      </a:lvl1pPr>
      <a:lvl2pPr algn="l" rtl="0" eaLnBrk="0" fontAlgn="base" hangingPunct="0">
        <a:spcBef>
          <a:spcPct val="0"/>
        </a:spcBef>
        <a:spcAft>
          <a:spcPct val="0"/>
        </a:spcAft>
        <a:defRPr sz="4000">
          <a:solidFill>
            <a:srgbClr val="C1EEFF"/>
          </a:solidFill>
          <a:latin typeface="Consolas" pitchFamily="49" charset="0"/>
        </a:defRPr>
      </a:lvl2pPr>
      <a:lvl3pPr algn="l" rtl="0" eaLnBrk="0" fontAlgn="base" hangingPunct="0">
        <a:spcBef>
          <a:spcPct val="0"/>
        </a:spcBef>
        <a:spcAft>
          <a:spcPct val="0"/>
        </a:spcAft>
        <a:defRPr sz="4000">
          <a:solidFill>
            <a:srgbClr val="C1EEFF"/>
          </a:solidFill>
          <a:latin typeface="Consolas" pitchFamily="49" charset="0"/>
        </a:defRPr>
      </a:lvl3pPr>
      <a:lvl4pPr algn="l" rtl="0" eaLnBrk="0" fontAlgn="base" hangingPunct="0">
        <a:spcBef>
          <a:spcPct val="0"/>
        </a:spcBef>
        <a:spcAft>
          <a:spcPct val="0"/>
        </a:spcAft>
        <a:defRPr sz="4000">
          <a:solidFill>
            <a:srgbClr val="C1EEFF"/>
          </a:solidFill>
          <a:latin typeface="Consolas" pitchFamily="49" charset="0"/>
        </a:defRPr>
      </a:lvl4pPr>
      <a:lvl5pPr algn="l" rtl="0" eaLnBrk="0" fontAlgn="base" hangingPunct="0">
        <a:spcBef>
          <a:spcPct val="0"/>
        </a:spcBef>
        <a:spcAft>
          <a:spcPct val="0"/>
        </a:spcAft>
        <a:defRPr sz="4000">
          <a:solidFill>
            <a:srgbClr val="C1EEFF"/>
          </a:solidFill>
          <a:latin typeface="Consolas" pitchFamily="49" charset="0"/>
        </a:defRPr>
      </a:lvl5pPr>
      <a:lvl6pPr marL="457200" algn="l" rtl="0" fontAlgn="base">
        <a:spcBef>
          <a:spcPct val="0"/>
        </a:spcBef>
        <a:spcAft>
          <a:spcPct val="0"/>
        </a:spcAft>
        <a:defRPr sz="4000">
          <a:solidFill>
            <a:srgbClr val="C1EEFF"/>
          </a:solidFill>
          <a:latin typeface="Consolas" pitchFamily="49" charset="0"/>
        </a:defRPr>
      </a:lvl6pPr>
      <a:lvl7pPr marL="914400" algn="l" rtl="0" fontAlgn="base">
        <a:spcBef>
          <a:spcPct val="0"/>
        </a:spcBef>
        <a:spcAft>
          <a:spcPct val="0"/>
        </a:spcAft>
        <a:defRPr sz="4000">
          <a:solidFill>
            <a:srgbClr val="C1EEFF"/>
          </a:solidFill>
          <a:latin typeface="Consolas" pitchFamily="49" charset="0"/>
        </a:defRPr>
      </a:lvl7pPr>
      <a:lvl8pPr marL="1371600" algn="l" rtl="0" fontAlgn="base">
        <a:spcBef>
          <a:spcPct val="0"/>
        </a:spcBef>
        <a:spcAft>
          <a:spcPct val="0"/>
        </a:spcAft>
        <a:defRPr sz="4000">
          <a:solidFill>
            <a:srgbClr val="C1EEFF"/>
          </a:solidFill>
          <a:latin typeface="Consolas" pitchFamily="49" charset="0"/>
        </a:defRPr>
      </a:lvl8pPr>
      <a:lvl9pPr marL="1828800" algn="l" rtl="0" fontAlgn="base">
        <a:spcBef>
          <a:spcPct val="0"/>
        </a:spcBef>
        <a:spcAft>
          <a:spcPct val="0"/>
        </a:spcAft>
        <a:defRPr sz="4000">
          <a:solidFill>
            <a:srgbClr val="C1EEFF"/>
          </a:solidFill>
          <a:latin typeface="Consolas" pitchFamily="49" charset="0"/>
        </a:defRPr>
      </a:lvl9pPr>
      <a:extLst/>
    </p:titleStyle>
    <p:bodyStyle>
      <a:lvl1pPr marL="411163" indent="-342900" algn="l" rtl="0" eaLnBrk="0" fontAlgn="base" hangingPunct="0">
        <a:spcBef>
          <a:spcPts val="700"/>
        </a:spcBef>
        <a:spcAft>
          <a:spcPct val="0"/>
        </a:spcAft>
        <a:buClr>
          <a:schemeClr val="tx2"/>
        </a:buClr>
        <a:buSzPct val="95000"/>
        <a:buFont typeface="Wingdings" panose="05000000000000000000" pitchFamily="2" charset="2"/>
        <a:buChar char=""/>
        <a:defRPr sz="3000" kern="1200">
          <a:solidFill>
            <a:schemeClr val="tx1"/>
          </a:solidFill>
          <a:latin typeface="+mn-lt"/>
          <a:ea typeface="+mn-ea"/>
          <a:cs typeface="+mn-cs"/>
        </a:defRPr>
      </a:lvl1pPr>
      <a:lvl2pPr marL="739775" indent="-285750" algn="l" rtl="0" eaLnBrk="0" fontAlgn="base" hangingPunct="0">
        <a:spcBef>
          <a:spcPct val="20000"/>
        </a:spcBef>
        <a:spcAft>
          <a:spcPct val="0"/>
        </a:spcAft>
        <a:buClr>
          <a:schemeClr val="accent2"/>
        </a:buClr>
        <a:buSzPct val="90000"/>
        <a:buFont typeface="Wingdings" panose="05000000000000000000" pitchFamily="2" charset="2"/>
        <a:buChar char=""/>
        <a:defRPr sz="2600" kern="1200">
          <a:solidFill>
            <a:schemeClr val="tx1"/>
          </a:solidFill>
          <a:latin typeface="+mn-lt"/>
          <a:ea typeface="+mn-ea"/>
          <a:cs typeface="+mn-cs"/>
        </a:defRPr>
      </a:lvl2pPr>
      <a:lvl3pPr marL="995363" indent="-228600" algn="l" rtl="0" eaLnBrk="0" fontAlgn="base" hangingPunct="0">
        <a:spcBef>
          <a:spcPct val="20000"/>
        </a:spcBef>
        <a:spcAft>
          <a:spcPct val="0"/>
        </a:spcAft>
        <a:buClr>
          <a:schemeClr val="accent2"/>
        </a:buClr>
        <a:buFont typeface="Wingdings 2" panose="05020102010507070707" pitchFamily="18" charset="2"/>
        <a:buChar char=""/>
        <a:defRPr sz="2400" kern="1200">
          <a:solidFill>
            <a:schemeClr val="tx1"/>
          </a:solidFill>
          <a:latin typeface="+mn-lt"/>
          <a:ea typeface="+mn-ea"/>
          <a:cs typeface="+mn-cs"/>
        </a:defRPr>
      </a:lvl3pPr>
      <a:lvl4pPr marL="1260475" indent="-228600" algn="l" rtl="0" eaLnBrk="0" fontAlgn="base" hangingPunct="0">
        <a:spcBef>
          <a:spcPct val="20000"/>
        </a:spcBef>
        <a:spcAft>
          <a:spcPct val="0"/>
        </a:spcAft>
        <a:buClr>
          <a:srgbClr val="FEB80A"/>
        </a:buClr>
        <a:buFont typeface="Wingdings 3" panose="05040102010807070707" pitchFamily="18" charset="2"/>
        <a:buChar char=""/>
        <a:defRPr sz="2200" kern="1200">
          <a:solidFill>
            <a:schemeClr val="tx1"/>
          </a:solidFill>
          <a:latin typeface="+mn-lt"/>
          <a:ea typeface="+mn-ea"/>
          <a:cs typeface="+mn-cs"/>
        </a:defRPr>
      </a:lvl4pPr>
      <a:lvl5pPr marL="1481138" indent="-209550" algn="l" rtl="0" eaLnBrk="0" fontAlgn="base" hangingPunct="0">
        <a:spcBef>
          <a:spcPct val="20000"/>
        </a:spcBef>
        <a:spcAft>
          <a:spcPct val="0"/>
        </a:spcAft>
        <a:buClr>
          <a:srgbClr val="FEB80A"/>
        </a:buClr>
        <a:buFont typeface="Wingdings 2" panose="05020102010507070707" pitchFamily="18" charset="2"/>
        <a:buChar char=""/>
        <a:defRPr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file:///C:\Documents%20and%20Settings\bgroosjohan.UCMBEIRA\My%20Documents\segundo%20ano\Neuroscience%20for%20Kids%20-%20Sleep_files\sleepy1.gif"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file:///C:\Documents%20and%20Settings\bgroosjohan.UCMBEIRA\My%20Documents\segundo%20ano\Neuroscience%20for%20Kids%20-%20Sleep_files\sleepy3.gif"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file:///C:\Documents%20and%20Settings\bgroosjohan.UCMBEIRA\My%20Documents\segundo%20ano\The%20Phenomena%20of%20Sleep%20-%20Karger%20Gazette_files\werve.jpg" TargetMode="Externa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819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endParaRPr lang="en-US" altLang="en-US" sz="1100" dirty="0">
              <a:solidFill>
                <a:schemeClr val="tx2"/>
              </a:solidFill>
            </a:endParaRPr>
          </a:p>
        </p:txBody>
      </p:sp>
      <p:sp>
        <p:nvSpPr>
          <p:cNvPr id="819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17FFF8FE-C399-477C-B366-3C8893AA5A2D}" type="slidenum">
              <a:rPr lang="en-US" altLang="en-US" sz="1200">
                <a:solidFill>
                  <a:schemeClr val="tx2"/>
                </a:solidFill>
              </a:rPr>
              <a:pPr/>
              <a:t>1</a:t>
            </a:fld>
            <a:endParaRPr lang="en-US" altLang="en-US" sz="1200">
              <a:solidFill>
                <a:schemeClr val="tx2"/>
              </a:solidFill>
            </a:endParaRPr>
          </a:p>
        </p:txBody>
      </p:sp>
      <p:sp>
        <p:nvSpPr>
          <p:cNvPr id="1258498" name="Rectangle 2"/>
          <p:cNvSpPr>
            <a:spLocks noGrp="1" noChangeArrowheads="1"/>
          </p:cNvSpPr>
          <p:nvPr>
            <p:ph type="ctrTitle"/>
          </p:nvPr>
        </p:nvSpPr>
        <p:spPr>
          <a:xfrm>
            <a:off x="457200" y="0"/>
            <a:ext cx="8610600" cy="6705600"/>
          </a:xfrm>
        </p:spPr>
        <p:txBody>
          <a:bodyPr/>
          <a:lstStyle/>
          <a:p>
            <a:pPr eaLnBrk="1" fontAlgn="auto" hangingPunct="1">
              <a:spcAft>
                <a:spcPts val="0"/>
              </a:spcAft>
              <a:defRPr/>
            </a:pPr>
            <a:br>
              <a:rPr lang="en-US" sz="4200" dirty="0">
                <a:solidFill>
                  <a:srgbClr val="FFFF00"/>
                </a:solidFill>
                <a:latin typeface="Bauhaus 93" panose="04030905020B02020C02" pitchFamily="82" charset="0"/>
              </a:rPr>
            </a:br>
            <a:r>
              <a:rPr lang="en-US" sz="4200" dirty="0">
                <a:solidFill>
                  <a:srgbClr val="FFFF00"/>
                </a:solidFill>
                <a:latin typeface="Bauhaus 93" panose="04030905020B02020C02" pitchFamily="82" charset="0"/>
              </a:rPr>
              <a:t>THE HUMAN BIOLOGICAL CLOCK , </a:t>
            </a:r>
            <a:br>
              <a:rPr lang="en-US" sz="4200" dirty="0">
                <a:solidFill>
                  <a:srgbClr val="FFFF00"/>
                </a:solidFill>
                <a:latin typeface="Bauhaus 93" panose="04030905020B02020C02" pitchFamily="82" charset="0"/>
              </a:rPr>
            </a:br>
            <a:br>
              <a:rPr lang="en-US" sz="4200" dirty="0">
                <a:solidFill>
                  <a:srgbClr val="FFFF00"/>
                </a:solidFill>
                <a:latin typeface="Bauhaus 93" panose="04030905020B02020C02" pitchFamily="82" charset="0"/>
              </a:rPr>
            </a:br>
            <a:r>
              <a:rPr lang="en-US" sz="4200" dirty="0">
                <a:solidFill>
                  <a:srgbClr val="FFFF00"/>
                </a:solidFill>
                <a:latin typeface="Bauhaus 93" panose="04030905020B02020C02" pitchFamily="82" charset="0"/>
              </a:rPr>
              <a:t>THE CONCEPT OF HOMEOSTASIS </a:t>
            </a:r>
            <a:br>
              <a:rPr lang="en-US" sz="4200" dirty="0">
                <a:solidFill>
                  <a:srgbClr val="FFFF00"/>
                </a:solidFill>
                <a:latin typeface="Bauhaus 93" panose="04030905020B02020C02" pitchFamily="82" charset="0"/>
              </a:rPr>
            </a:br>
            <a:br>
              <a:rPr lang="en-US" sz="4200" dirty="0">
                <a:solidFill>
                  <a:srgbClr val="FFFF00"/>
                </a:solidFill>
                <a:latin typeface="Bauhaus 93" panose="04030905020B02020C02" pitchFamily="82" charset="0"/>
              </a:rPr>
            </a:br>
            <a:r>
              <a:rPr lang="en-US" sz="4200" dirty="0">
                <a:solidFill>
                  <a:srgbClr val="FFFF00"/>
                </a:solidFill>
                <a:latin typeface="Bauhaus 93" panose="04030905020B02020C02" pitchFamily="82" charset="0"/>
              </a:rPr>
              <a:t>&amp; PHYSIOLOGY OF AGEING</a:t>
            </a:r>
            <a:r>
              <a:rPr lang="en-US" sz="4200" dirty="0">
                <a:solidFill>
                  <a:srgbClr val="FFFF00"/>
                </a:solidFill>
              </a:rPr>
              <a:t>       </a:t>
            </a:r>
            <a:br>
              <a:rPr lang="en-US" sz="4200" dirty="0">
                <a:solidFill>
                  <a:srgbClr val="FFFF00"/>
                </a:solidFill>
              </a:rPr>
            </a:br>
            <a:br>
              <a:rPr lang="en-US" sz="4200" dirty="0">
                <a:solidFill>
                  <a:srgbClr val="FFFF00"/>
                </a:solidFill>
              </a:rPr>
            </a:br>
            <a:r>
              <a:rPr lang="en-US" sz="3800" dirty="0">
                <a:solidFill>
                  <a:schemeClr val="tx1"/>
                </a:solidFill>
              </a:rPr>
              <a:t>KOFI OWUSU-DAAKU</a:t>
            </a:r>
            <a:r>
              <a:rPr lang="en-US" sz="3800" dirty="0">
                <a:solidFill>
                  <a:srgbClr val="FFFF00"/>
                </a:solidFill>
              </a:rPr>
              <a:t> </a:t>
            </a:r>
            <a:br>
              <a:rPr lang="en-US" sz="3800">
                <a:solidFill>
                  <a:srgbClr val="FFFF00"/>
                </a:solidFill>
              </a:rPr>
            </a:br>
            <a:r>
              <a:rPr lang="en-US" sz="3800">
                <a:solidFill>
                  <a:schemeClr val="accent6">
                    <a:lumMod val="60000"/>
                    <a:lumOff val="40000"/>
                  </a:schemeClr>
                </a:solidFill>
              </a:rPr>
              <a:t>THURSDAY JUNE 15 &amp; 22 </a:t>
            </a:r>
            <a:r>
              <a:rPr lang="en-US" sz="3800" dirty="0">
                <a:solidFill>
                  <a:schemeClr val="accent6">
                    <a:lumMod val="60000"/>
                    <a:lumOff val="40000"/>
                  </a:schemeClr>
                </a:solidFill>
              </a:rPr>
              <a:t>2023</a:t>
            </a:r>
          </a:p>
        </p:txBody>
      </p:sp>
      <p:sp>
        <p:nvSpPr>
          <p:cNvPr id="8198" name="Rectangle 3"/>
          <p:cNvSpPr>
            <a:spLocks noChangeArrowheads="1"/>
          </p:cNvSpPr>
          <p:nvPr/>
        </p:nvSpPr>
        <p:spPr bwMode="auto">
          <a:xfrm>
            <a:off x="6469063" y="56721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GB"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8242" name="Rectangle 2"/>
          <p:cNvSpPr>
            <a:spLocks noGrp="1" noChangeArrowheads="1"/>
          </p:cNvSpPr>
          <p:nvPr>
            <p:ph type="title"/>
          </p:nvPr>
        </p:nvSpPr>
        <p:spPr>
          <a:xfrm>
            <a:off x="685800" y="152400"/>
            <a:ext cx="7772400" cy="1066800"/>
          </a:xfrm>
        </p:spPr>
        <p:txBody>
          <a:bodyPr/>
          <a:lstStyle/>
          <a:p>
            <a:pPr eaLnBrk="1" fontAlgn="auto" hangingPunct="1">
              <a:spcAft>
                <a:spcPts val="0"/>
              </a:spcAft>
              <a:defRPr/>
            </a:pPr>
            <a:r>
              <a:rPr lang="en-US" dirty="0">
                <a:solidFill>
                  <a:schemeClr val="hlink"/>
                </a:solidFill>
              </a:rPr>
              <a:t>GENERAL OBJECTIVES </a:t>
            </a:r>
          </a:p>
        </p:txBody>
      </p:sp>
      <p:sp>
        <p:nvSpPr>
          <p:cNvPr id="9219" name="Rectangle 3"/>
          <p:cNvSpPr>
            <a:spLocks noGrp="1" noChangeArrowheads="1"/>
          </p:cNvSpPr>
          <p:nvPr>
            <p:ph idx="1"/>
          </p:nvPr>
        </p:nvSpPr>
        <p:spPr>
          <a:xfrm>
            <a:off x="228600" y="1066800"/>
            <a:ext cx="8763000" cy="5029200"/>
          </a:xfrm>
        </p:spPr>
        <p:txBody>
          <a:bodyPr/>
          <a:lstStyle/>
          <a:p>
            <a:pPr algn="ctr" eaLnBrk="1" hangingPunct="1">
              <a:lnSpc>
                <a:spcPct val="90000"/>
              </a:lnSpc>
              <a:buFontTx/>
              <a:buNone/>
            </a:pPr>
            <a:r>
              <a:rPr lang="en-US" altLang="en-US" b="1" u="sng" dirty="0"/>
              <a:t>OBJECTIVE I</a:t>
            </a:r>
          </a:p>
          <a:p>
            <a:pPr eaLnBrk="1" hangingPunct="1">
              <a:lnSpc>
                <a:spcPct val="90000"/>
              </a:lnSpc>
            </a:pPr>
            <a:r>
              <a:rPr lang="en-US" altLang="en-US" sz="2400" dirty="0">
                <a:solidFill>
                  <a:schemeClr val="hlink"/>
                </a:solidFill>
              </a:rPr>
              <a:t> Regulation mechanisms: Principle and operation</a:t>
            </a:r>
          </a:p>
          <a:p>
            <a:pPr eaLnBrk="1" hangingPunct="1">
              <a:lnSpc>
                <a:spcPct val="90000"/>
              </a:lnSpc>
              <a:buFontTx/>
              <a:buNone/>
            </a:pPr>
            <a:r>
              <a:rPr lang="en-US" altLang="en-US" sz="2200" dirty="0"/>
              <a:t>Global knowledge of the characteristics and regulation mechanisms in the biological and social systems ( for instance “feedback”, “feed forward” “gain” and interior environment and homeostasis)</a:t>
            </a:r>
          </a:p>
          <a:p>
            <a:pPr algn="ctr" eaLnBrk="1" hangingPunct="1">
              <a:lnSpc>
                <a:spcPct val="90000"/>
              </a:lnSpc>
              <a:buFontTx/>
              <a:buNone/>
            </a:pPr>
            <a:r>
              <a:rPr lang="en-US" altLang="en-US" b="1" u="sng" dirty="0"/>
              <a:t> OBJECTIVE  II</a:t>
            </a:r>
            <a:endParaRPr lang="en-US" altLang="en-US" sz="2200" dirty="0"/>
          </a:p>
          <a:p>
            <a:pPr eaLnBrk="1" hangingPunct="1">
              <a:lnSpc>
                <a:spcPct val="90000"/>
              </a:lnSpc>
            </a:pPr>
            <a:r>
              <a:rPr lang="en-US" altLang="en-US" sz="2400" dirty="0">
                <a:solidFill>
                  <a:schemeClr val="hlink"/>
                </a:solidFill>
              </a:rPr>
              <a:t>Biological variation (rhythms and cycles):</a:t>
            </a:r>
          </a:p>
          <a:p>
            <a:pPr eaLnBrk="1" hangingPunct="1">
              <a:lnSpc>
                <a:spcPct val="90000"/>
              </a:lnSpc>
              <a:buFontTx/>
              <a:buNone/>
            </a:pPr>
            <a:r>
              <a:rPr lang="en-US" altLang="en-US" sz="2200" dirty="0"/>
              <a:t>Global knowledge of the characteristics and cyclical (rhythms) variations in the biological and social systems. To be able to explain  the consequences of these cycles observing the variation starting from the individual’s description with referential, biological and psychic parameters . To be able to explain the principles of circadian cycle with real examples</a:t>
            </a:r>
          </a:p>
        </p:txBody>
      </p:sp>
      <p:sp>
        <p:nvSpPr>
          <p:cNvPr id="9220"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9221"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922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1AF6363-D714-4E65-9104-B9337ABCB54C}" type="slidenum">
              <a:rPr lang="en-US" altLang="en-US" sz="1200">
                <a:solidFill>
                  <a:schemeClr val="tx2"/>
                </a:solidFill>
              </a:rPr>
              <a:pPr/>
              <a:t>2</a:t>
            </a:fld>
            <a:endParaRPr lang="en-US" altLang="en-US" sz="1200">
              <a:solidFill>
                <a:schemeClr val="tx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6242" name="Rectangle 2"/>
          <p:cNvSpPr>
            <a:spLocks noGrp="1" noChangeArrowheads="1"/>
          </p:cNvSpPr>
          <p:nvPr>
            <p:ph type="title"/>
          </p:nvPr>
        </p:nvSpPr>
        <p:spPr/>
        <p:txBody>
          <a:bodyPr/>
          <a:lstStyle/>
          <a:p>
            <a:pPr eaLnBrk="1" fontAlgn="auto" hangingPunct="1">
              <a:spcAft>
                <a:spcPts val="0"/>
              </a:spcAft>
              <a:defRPr/>
            </a:pPr>
            <a:r>
              <a:rPr lang="en-US" b="1" i="1">
                <a:solidFill>
                  <a:schemeClr val="tx2">
                    <a:satMod val="200000"/>
                  </a:schemeClr>
                </a:solidFill>
                <a:latin typeface="Verdana" pitchFamily="34" charset="0"/>
              </a:rPr>
              <a:t>KEY CONCEPT</a:t>
            </a:r>
            <a:endParaRPr lang="en-US">
              <a:solidFill>
                <a:srgbClr val="0000FF"/>
              </a:solidFill>
            </a:endParaRPr>
          </a:p>
        </p:txBody>
      </p:sp>
      <p:sp>
        <p:nvSpPr>
          <p:cNvPr id="12291" name="Rectangle 3"/>
          <p:cNvSpPr>
            <a:spLocks noGrp="1" noChangeArrowheads="1"/>
          </p:cNvSpPr>
          <p:nvPr>
            <p:ph idx="1"/>
          </p:nvPr>
        </p:nvSpPr>
        <p:spPr/>
        <p:txBody>
          <a:bodyPr/>
          <a:lstStyle/>
          <a:p>
            <a:pPr eaLnBrk="1" hangingPunct="1">
              <a:lnSpc>
                <a:spcPct val="90000"/>
              </a:lnSpc>
            </a:pPr>
            <a:r>
              <a:rPr lang="en-US" altLang="en-US" i="1">
                <a:solidFill>
                  <a:schemeClr val="hlink"/>
                </a:solidFill>
              </a:rPr>
              <a:t>Homeostasis</a:t>
            </a:r>
            <a:r>
              <a:rPr lang="en-US" altLang="en-US">
                <a:solidFill>
                  <a:schemeClr val="hlink"/>
                </a:solidFill>
              </a:rPr>
              <a:t>:</a:t>
            </a:r>
            <a:r>
              <a:rPr lang="en-US" altLang="en-US"/>
              <a:t> All body systems working together to maintain a stable internal environment </a:t>
            </a:r>
          </a:p>
          <a:p>
            <a:pPr eaLnBrk="1" hangingPunct="1">
              <a:lnSpc>
                <a:spcPct val="90000"/>
              </a:lnSpc>
            </a:pPr>
            <a:r>
              <a:rPr lang="en-US" altLang="en-US"/>
              <a:t>Systems respond to external and internal changes to function within a normal range (body temperature, fluid balance)  </a:t>
            </a:r>
          </a:p>
          <a:p>
            <a:pPr eaLnBrk="1" hangingPunct="1">
              <a:lnSpc>
                <a:spcPct val="90000"/>
              </a:lnSpc>
              <a:buFontTx/>
              <a:buNone/>
            </a:pPr>
            <a:endParaRPr lang="en-US" altLang="en-US"/>
          </a:p>
        </p:txBody>
      </p:sp>
      <p:sp>
        <p:nvSpPr>
          <p:cNvPr id="1229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229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229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1DE2D66-E262-44F3-963F-51F9D97C9810}" type="slidenum">
              <a:rPr lang="en-US" altLang="en-US" sz="1200">
                <a:solidFill>
                  <a:schemeClr val="tx2"/>
                </a:solidFill>
              </a:rPr>
              <a:pPr/>
              <a:t>3</a:t>
            </a:fld>
            <a:endParaRPr lang="en-US" altLang="en-US" sz="1200">
              <a:solidFill>
                <a:schemeClr val="tx2"/>
              </a:solidFill>
            </a:endParaRPr>
          </a:p>
        </p:txBody>
      </p:sp>
    </p:spTree>
    <p:extLst>
      <p:ext uri="{BB962C8B-B14F-4D97-AF65-F5344CB8AC3E}">
        <p14:creationId xmlns:p14="http://schemas.microsoft.com/office/powerpoint/2010/main" val="272079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6930" name="Rectangle 2"/>
          <p:cNvSpPr>
            <a:spLocks noGrp="1" noChangeArrowheads="1"/>
          </p:cNvSpPr>
          <p:nvPr>
            <p:ph type="title"/>
          </p:nvPr>
        </p:nvSpPr>
        <p:spPr/>
        <p:txBody>
          <a:bodyPr/>
          <a:lstStyle/>
          <a:p>
            <a:pPr eaLnBrk="1" fontAlgn="auto" hangingPunct="1">
              <a:spcAft>
                <a:spcPts val="0"/>
              </a:spcAft>
              <a:defRPr/>
            </a:pPr>
            <a:r>
              <a:rPr lang="en-US" b="1" i="1">
                <a:solidFill>
                  <a:schemeClr val="tx2">
                    <a:satMod val="200000"/>
                  </a:schemeClr>
                </a:solidFill>
                <a:latin typeface="Verdana" pitchFamily="34" charset="0"/>
              </a:rPr>
              <a:t>KEY CONCEPT</a:t>
            </a:r>
            <a:endParaRPr lang="en-US">
              <a:solidFill>
                <a:srgbClr val="0000FF"/>
              </a:solidFill>
            </a:endParaRPr>
          </a:p>
        </p:txBody>
      </p:sp>
      <p:sp>
        <p:nvSpPr>
          <p:cNvPr id="20483" name="Rectangle 3"/>
          <p:cNvSpPr>
            <a:spLocks noGrp="1" noChangeArrowheads="1"/>
          </p:cNvSpPr>
          <p:nvPr>
            <p:ph idx="1"/>
          </p:nvPr>
        </p:nvSpPr>
        <p:spPr/>
        <p:txBody>
          <a:bodyPr/>
          <a:lstStyle/>
          <a:p>
            <a:pPr eaLnBrk="1" hangingPunct="1"/>
            <a:r>
              <a:rPr lang="en-US" altLang="en-US"/>
              <a:t>Homeostasis is a </a:t>
            </a:r>
            <a:r>
              <a:rPr lang="en-US" altLang="en-US" i="1"/>
              <a:t>state of equilibrium</a:t>
            </a:r>
            <a:r>
              <a:rPr lang="en-US" altLang="en-US"/>
              <a:t>:</a:t>
            </a:r>
          </a:p>
          <a:p>
            <a:pPr lvl="1" eaLnBrk="1" hangingPunct="1"/>
            <a:r>
              <a:rPr lang="en-US" altLang="en-US"/>
              <a:t>opposing forces are in balance</a:t>
            </a:r>
          </a:p>
          <a:p>
            <a:pPr eaLnBrk="1" hangingPunct="1"/>
            <a:r>
              <a:rPr lang="en-US" altLang="en-US"/>
              <a:t>Physiological systems work to restore balance</a:t>
            </a:r>
          </a:p>
          <a:p>
            <a:pPr eaLnBrk="1" hangingPunct="1"/>
            <a:r>
              <a:rPr lang="en-US" altLang="en-US"/>
              <a:t>Failure results in disease or death</a:t>
            </a:r>
            <a:endParaRPr lang="en-US" altLang="en-US">
              <a:solidFill>
                <a:srgbClr val="FF0000"/>
              </a:solidFill>
            </a:endParaRPr>
          </a:p>
        </p:txBody>
      </p:sp>
      <p:sp>
        <p:nvSpPr>
          <p:cNvPr id="2048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2048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2048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54C50B2-AEC4-41B0-A227-50C769F8CF5B}" type="slidenum">
              <a:rPr lang="en-US" altLang="en-US" sz="1200">
                <a:solidFill>
                  <a:schemeClr val="tx2"/>
                </a:solidFill>
              </a:rPr>
              <a:pPr/>
              <a:t>4</a:t>
            </a:fld>
            <a:endParaRPr lang="en-US" altLang="en-US" sz="1200">
              <a:solidFill>
                <a:schemeClr val="tx2"/>
              </a:solidFill>
            </a:endParaRPr>
          </a:p>
        </p:txBody>
      </p:sp>
    </p:spTree>
    <p:extLst>
      <p:ext uri="{BB962C8B-B14F-4D97-AF65-F5344CB8AC3E}">
        <p14:creationId xmlns:p14="http://schemas.microsoft.com/office/powerpoint/2010/main" val="3510304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8978" name="Rectangle 2"/>
          <p:cNvSpPr>
            <a:spLocks noGrp="1" noChangeArrowheads="1"/>
          </p:cNvSpPr>
          <p:nvPr>
            <p:ph type="title"/>
          </p:nvPr>
        </p:nvSpPr>
        <p:spPr/>
        <p:txBody>
          <a:bodyPr/>
          <a:lstStyle/>
          <a:p>
            <a:pPr eaLnBrk="1" fontAlgn="auto" hangingPunct="1">
              <a:spcAft>
                <a:spcPts val="0"/>
              </a:spcAft>
              <a:defRPr/>
            </a:pPr>
            <a:r>
              <a:rPr lang="en-US" b="1" i="1">
                <a:solidFill>
                  <a:schemeClr val="tx2">
                    <a:satMod val="200000"/>
                  </a:schemeClr>
                </a:solidFill>
                <a:latin typeface="Verdana" pitchFamily="34" charset="0"/>
              </a:rPr>
              <a:t>KEY CONCEPT</a:t>
            </a:r>
            <a:endParaRPr lang="en-US">
              <a:solidFill>
                <a:schemeClr val="tx2">
                  <a:satMod val="200000"/>
                </a:schemeClr>
              </a:solidFill>
            </a:endParaRPr>
          </a:p>
        </p:txBody>
      </p:sp>
      <p:sp>
        <p:nvSpPr>
          <p:cNvPr id="21507" name="Rectangle 3"/>
          <p:cNvSpPr>
            <a:spLocks noGrp="1" noChangeArrowheads="1"/>
          </p:cNvSpPr>
          <p:nvPr>
            <p:ph idx="1"/>
          </p:nvPr>
        </p:nvSpPr>
        <p:spPr/>
        <p:txBody>
          <a:bodyPr/>
          <a:lstStyle/>
          <a:p>
            <a:pPr eaLnBrk="1" hangingPunct="1"/>
            <a:r>
              <a:rPr lang="en-US" altLang="en-US"/>
              <a:t>Failure to function within a normal range results in disease</a:t>
            </a:r>
          </a:p>
          <a:p>
            <a:pPr eaLnBrk="1" hangingPunct="1"/>
            <a:r>
              <a:rPr lang="en-US" altLang="en-US"/>
              <a:t>Disease appears to accelerate with age</a:t>
            </a:r>
          </a:p>
        </p:txBody>
      </p:sp>
      <p:sp>
        <p:nvSpPr>
          <p:cNvPr id="2150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2150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2151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BB36653-D1B8-464B-B8B0-80D15F6BD58D}" type="slidenum">
              <a:rPr lang="en-US" altLang="en-US" sz="1200">
                <a:solidFill>
                  <a:schemeClr val="tx2"/>
                </a:solidFill>
              </a:rPr>
              <a:pPr/>
              <a:t>5</a:t>
            </a:fld>
            <a:endParaRPr lang="en-US" altLang="en-US" sz="1200">
              <a:solidFill>
                <a:schemeClr val="tx2"/>
              </a:solidFill>
            </a:endParaRPr>
          </a:p>
        </p:txBody>
      </p:sp>
    </p:spTree>
    <p:extLst>
      <p:ext uri="{BB962C8B-B14F-4D97-AF65-F5344CB8AC3E}">
        <p14:creationId xmlns:p14="http://schemas.microsoft.com/office/powerpoint/2010/main" val="462128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4882"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Maintaining Normal Limits </a:t>
            </a:r>
          </a:p>
        </p:txBody>
      </p:sp>
      <p:sp>
        <p:nvSpPr>
          <p:cNvPr id="13315" name="Rectangle 3"/>
          <p:cNvSpPr>
            <a:spLocks noGrp="1" noChangeArrowheads="1"/>
          </p:cNvSpPr>
          <p:nvPr>
            <p:ph idx="1"/>
          </p:nvPr>
        </p:nvSpPr>
        <p:spPr/>
        <p:txBody>
          <a:bodyPr/>
          <a:lstStyle/>
          <a:p>
            <a:pPr eaLnBrk="1" hangingPunct="1"/>
            <a:r>
              <a:rPr lang="en-US" altLang="en-US">
                <a:solidFill>
                  <a:schemeClr val="accent1"/>
                </a:solidFill>
              </a:rPr>
              <a:t>Receptor</a:t>
            </a:r>
            <a:r>
              <a:rPr lang="en-US" altLang="en-US"/>
              <a:t>: </a:t>
            </a:r>
          </a:p>
          <a:p>
            <a:pPr lvl="1" eaLnBrk="1" hangingPunct="1"/>
            <a:r>
              <a:rPr lang="en-US" altLang="en-US"/>
              <a:t>receives the stimulus </a:t>
            </a:r>
          </a:p>
          <a:p>
            <a:pPr eaLnBrk="1" hangingPunct="1"/>
            <a:r>
              <a:rPr lang="en-US" altLang="en-US">
                <a:solidFill>
                  <a:schemeClr val="accent1"/>
                </a:solidFill>
              </a:rPr>
              <a:t>Control center</a:t>
            </a:r>
            <a:r>
              <a:rPr lang="en-US" altLang="en-US"/>
              <a:t>: </a:t>
            </a:r>
          </a:p>
          <a:p>
            <a:pPr lvl="1" eaLnBrk="1" hangingPunct="1"/>
            <a:r>
              <a:rPr lang="en-US" altLang="en-US"/>
              <a:t>processes the signal and sends instructions </a:t>
            </a:r>
          </a:p>
          <a:p>
            <a:pPr eaLnBrk="1" hangingPunct="1"/>
            <a:r>
              <a:rPr lang="en-US" altLang="en-US">
                <a:solidFill>
                  <a:schemeClr val="accent1"/>
                </a:solidFill>
              </a:rPr>
              <a:t>Effector</a:t>
            </a:r>
            <a:r>
              <a:rPr lang="en-US" altLang="en-US"/>
              <a:t>: </a:t>
            </a:r>
          </a:p>
          <a:p>
            <a:pPr lvl="1" eaLnBrk="1" hangingPunct="1"/>
            <a:r>
              <a:rPr lang="en-US" altLang="en-US"/>
              <a:t>carries out instructions</a:t>
            </a:r>
          </a:p>
        </p:txBody>
      </p:sp>
      <p:sp>
        <p:nvSpPr>
          <p:cNvPr id="1331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331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331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6CBAA3D-5FBC-45B6-B495-C79C791D72E3}" type="slidenum">
              <a:rPr lang="en-US" altLang="en-US" sz="1200">
                <a:solidFill>
                  <a:schemeClr val="tx2"/>
                </a:solidFill>
              </a:rPr>
              <a:pPr/>
              <a:t>6</a:t>
            </a:fld>
            <a:endParaRPr lang="en-US" altLang="en-US" sz="1200">
              <a:solidFill>
                <a:schemeClr val="tx2"/>
              </a:solidFill>
            </a:endParaRPr>
          </a:p>
        </p:txBody>
      </p:sp>
    </p:spTree>
    <p:extLst>
      <p:ext uri="{BB962C8B-B14F-4D97-AF65-F5344CB8AC3E}">
        <p14:creationId xmlns:p14="http://schemas.microsoft.com/office/powerpoint/2010/main" val="674108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6690"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Maintaining Normal Limits </a:t>
            </a:r>
          </a:p>
        </p:txBody>
      </p:sp>
      <p:sp>
        <p:nvSpPr>
          <p:cNvPr id="14339"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4340"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434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C085F029-0A5E-405E-BAC2-DF808CA01E06}" type="slidenum">
              <a:rPr lang="en-US" altLang="en-US" sz="1200">
                <a:solidFill>
                  <a:schemeClr val="tx2"/>
                </a:solidFill>
              </a:rPr>
              <a:pPr/>
              <a:t>7</a:t>
            </a:fld>
            <a:endParaRPr lang="en-US" altLang="en-US" sz="1200">
              <a:solidFill>
                <a:schemeClr val="tx2"/>
              </a:solidFill>
            </a:endParaRPr>
          </a:p>
        </p:txBody>
      </p:sp>
      <p:pic>
        <p:nvPicPr>
          <p:cNvPr id="14342" name="Picture 3"/>
          <p:cNvPicPr>
            <a:picLocks noChangeAspect="1" noChangeArrowheads="1"/>
          </p:cNvPicPr>
          <p:nvPr/>
        </p:nvPicPr>
        <p:blipFill>
          <a:blip r:embed="rId3">
            <a:extLst>
              <a:ext uri="{28A0092B-C50C-407E-A947-70E740481C1C}">
                <a14:useLocalDpi xmlns:a14="http://schemas.microsoft.com/office/drawing/2010/main" val="0"/>
              </a:ext>
            </a:extLst>
          </a:blip>
          <a:srcRect t="12706" b="7883"/>
          <a:stretch>
            <a:fillRect/>
          </a:stretch>
        </p:blipFill>
        <p:spPr bwMode="auto">
          <a:xfrm>
            <a:off x="1141413" y="1982788"/>
            <a:ext cx="6859587" cy="421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3" name="Rectangle 4"/>
          <p:cNvSpPr>
            <a:spLocks noChangeArrowheads="1"/>
          </p:cNvSpPr>
          <p:nvPr/>
        </p:nvSpPr>
        <p:spPr bwMode="auto">
          <a:xfrm>
            <a:off x="7769225" y="6443663"/>
            <a:ext cx="8667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200">
                <a:latin typeface="Trebuchet MS" panose="020B0603020202020204" pitchFamily="34" charset="0"/>
              </a:rPr>
              <a:t>Figure 1–3</a:t>
            </a:r>
          </a:p>
        </p:txBody>
      </p:sp>
    </p:spTree>
    <p:extLst>
      <p:ext uri="{BB962C8B-B14F-4D97-AF65-F5344CB8AC3E}">
        <p14:creationId xmlns:p14="http://schemas.microsoft.com/office/powerpoint/2010/main" val="863758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0788" name="Rectangle 4"/>
          <p:cNvSpPr>
            <a:spLocks noGrp="1" noChangeArrowheads="1"/>
          </p:cNvSpPr>
          <p:nvPr>
            <p:ph type="title"/>
          </p:nvPr>
        </p:nvSpPr>
        <p:spPr/>
        <p:txBody>
          <a:bodyPr/>
          <a:lstStyle/>
          <a:p>
            <a:pPr eaLnBrk="1" fontAlgn="auto" hangingPunct="1">
              <a:spcAft>
                <a:spcPts val="0"/>
              </a:spcAft>
              <a:defRPr/>
            </a:pPr>
            <a:r>
              <a:rPr lang="en-US">
                <a:solidFill>
                  <a:schemeClr val="accent2"/>
                </a:solidFill>
              </a:rPr>
              <a:t>Negative Feedback</a:t>
            </a:r>
            <a:endParaRPr lang="en-US">
              <a:solidFill>
                <a:schemeClr val="tx2">
                  <a:satMod val="200000"/>
                </a:schemeClr>
              </a:solidFill>
            </a:endParaRPr>
          </a:p>
        </p:txBody>
      </p:sp>
      <p:sp>
        <p:nvSpPr>
          <p:cNvPr id="15363" name="Rectangle 5"/>
          <p:cNvSpPr>
            <a:spLocks noGrp="1" noChangeArrowheads="1"/>
          </p:cNvSpPr>
          <p:nvPr>
            <p:ph idx="1"/>
          </p:nvPr>
        </p:nvSpPr>
        <p:spPr>
          <a:xfrm>
            <a:off x="685800" y="1982788"/>
            <a:ext cx="7772400" cy="1219200"/>
          </a:xfrm>
        </p:spPr>
        <p:txBody>
          <a:bodyPr/>
          <a:lstStyle/>
          <a:p>
            <a:pPr eaLnBrk="1" hangingPunct="1"/>
            <a:r>
              <a:rPr lang="en-US" altLang="en-US"/>
              <a:t>The response of the effector </a:t>
            </a:r>
            <a:r>
              <a:rPr lang="en-US" altLang="en-US" i="1"/>
              <a:t>negates</a:t>
            </a:r>
            <a:r>
              <a:rPr lang="en-US" altLang="en-US"/>
              <a:t> the stimulus</a:t>
            </a:r>
          </a:p>
        </p:txBody>
      </p:sp>
      <p:sp>
        <p:nvSpPr>
          <p:cNvPr id="1536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536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536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87765A2-5968-44D9-A722-B65BE39C85A4}" type="slidenum">
              <a:rPr lang="en-US" altLang="en-US" sz="1200">
                <a:solidFill>
                  <a:schemeClr val="tx2"/>
                </a:solidFill>
              </a:rPr>
              <a:pPr/>
              <a:t>8</a:t>
            </a:fld>
            <a:endParaRPr lang="en-US" altLang="en-US" sz="1200">
              <a:solidFill>
                <a:schemeClr val="tx2"/>
              </a:solidFill>
            </a:endParaRPr>
          </a:p>
        </p:txBody>
      </p:sp>
      <p:pic>
        <p:nvPicPr>
          <p:cNvPr id="15367" name="Picture 2"/>
          <p:cNvPicPr>
            <a:picLocks noChangeAspect="1" noChangeArrowheads="1"/>
          </p:cNvPicPr>
          <p:nvPr/>
        </p:nvPicPr>
        <p:blipFill>
          <a:blip r:embed="rId3">
            <a:extLst>
              <a:ext uri="{28A0092B-C50C-407E-A947-70E740481C1C}">
                <a14:useLocalDpi xmlns:a14="http://schemas.microsoft.com/office/drawing/2010/main" val="0"/>
              </a:ext>
            </a:extLst>
          </a:blip>
          <a:srcRect l="2248" t="12289" r="2248" b="8028"/>
          <a:stretch>
            <a:fillRect/>
          </a:stretch>
        </p:blipFill>
        <p:spPr bwMode="auto">
          <a:xfrm>
            <a:off x="1981200" y="3200400"/>
            <a:ext cx="5105400" cy="329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8" name="Rectangle 3"/>
          <p:cNvSpPr>
            <a:spLocks noChangeArrowheads="1"/>
          </p:cNvSpPr>
          <p:nvPr/>
        </p:nvSpPr>
        <p:spPr bwMode="auto">
          <a:xfrm>
            <a:off x="7769225" y="6443663"/>
            <a:ext cx="8667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200">
                <a:latin typeface="Trebuchet MS" panose="020B0603020202020204" pitchFamily="34" charset="0"/>
              </a:rPr>
              <a:t>Figure 1–4</a:t>
            </a:r>
          </a:p>
        </p:txBody>
      </p:sp>
    </p:spTree>
    <p:extLst>
      <p:ext uri="{BB962C8B-B14F-4D97-AF65-F5344CB8AC3E}">
        <p14:creationId xmlns:p14="http://schemas.microsoft.com/office/powerpoint/2010/main" val="35741090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2834" name="Rectangle 2"/>
          <p:cNvSpPr>
            <a:spLocks noGrp="1" noChangeArrowheads="1"/>
          </p:cNvSpPr>
          <p:nvPr>
            <p:ph type="title"/>
          </p:nvPr>
        </p:nvSpPr>
        <p:spPr/>
        <p:txBody>
          <a:bodyPr/>
          <a:lstStyle/>
          <a:p>
            <a:pPr eaLnBrk="1" fontAlgn="auto" hangingPunct="1">
              <a:spcAft>
                <a:spcPts val="0"/>
              </a:spcAft>
              <a:defRPr/>
            </a:pPr>
            <a:r>
              <a:rPr lang="en-US">
                <a:solidFill>
                  <a:schemeClr val="accent2"/>
                </a:solidFill>
              </a:rPr>
              <a:t>Positive Feedback</a:t>
            </a:r>
          </a:p>
        </p:txBody>
      </p:sp>
      <p:sp>
        <p:nvSpPr>
          <p:cNvPr id="16387" name="Rectangle 3"/>
          <p:cNvSpPr>
            <a:spLocks noGrp="1" noChangeArrowheads="1"/>
          </p:cNvSpPr>
          <p:nvPr>
            <p:ph idx="1"/>
          </p:nvPr>
        </p:nvSpPr>
        <p:spPr/>
        <p:txBody>
          <a:bodyPr/>
          <a:lstStyle/>
          <a:p>
            <a:pPr eaLnBrk="1" hangingPunct="1"/>
            <a:r>
              <a:rPr lang="en-US" altLang="en-US"/>
              <a:t>The response of the effector </a:t>
            </a:r>
            <a:r>
              <a:rPr lang="en-US" altLang="en-US" i="1"/>
              <a:t>reinforces</a:t>
            </a:r>
            <a:r>
              <a:rPr lang="en-US" altLang="en-US"/>
              <a:t> the stimulus</a:t>
            </a:r>
          </a:p>
        </p:txBody>
      </p:sp>
      <p:sp>
        <p:nvSpPr>
          <p:cNvPr id="1638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638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639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2980F4D-2A11-400E-8686-4BA6117FD111}" type="slidenum">
              <a:rPr lang="en-US" altLang="en-US" sz="1200">
                <a:solidFill>
                  <a:schemeClr val="tx2"/>
                </a:solidFill>
              </a:rPr>
              <a:pPr/>
              <a:t>9</a:t>
            </a:fld>
            <a:endParaRPr lang="en-US" altLang="en-US" sz="1200">
              <a:solidFill>
                <a:schemeClr val="tx2"/>
              </a:solidFill>
            </a:endParaRPr>
          </a:p>
        </p:txBody>
      </p:sp>
      <p:pic>
        <p:nvPicPr>
          <p:cNvPr id="16391" name="Picture 4"/>
          <p:cNvPicPr>
            <a:picLocks noChangeAspect="1" noChangeArrowheads="1"/>
          </p:cNvPicPr>
          <p:nvPr/>
        </p:nvPicPr>
        <p:blipFill>
          <a:blip r:embed="rId3">
            <a:extLst>
              <a:ext uri="{28A0092B-C50C-407E-A947-70E740481C1C}">
                <a14:useLocalDpi xmlns:a14="http://schemas.microsoft.com/office/drawing/2010/main" val="0"/>
              </a:ext>
            </a:extLst>
          </a:blip>
          <a:srcRect l="2727" t="37529" r="2818" b="29529"/>
          <a:stretch>
            <a:fillRect/>
          </a:stretch>
        </p:blipFill>
        <p:spPr bwMode="auto">
          <a:xfrm>
            <a:off x="758825" y="3429000"/>
            <a:ext cx="7623175"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2" name="Rectangle 5"/>
          <p:cNvSpPr>
            <a:spLocks noChangeArrowheads="1"/>
          </p:cNvSpPr>
          <p:nvPr/>
        </p:nvSpPr>
        <p:spPr bwMode="auto">
          <a:xfrm>
            <a:off x="7769225" y="6443663"/>
            <a:ext cx="8667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200">
                <a:latin typeface="Trebuchet MS" panose="020B0603020202020204" pitchFamily="34" charset="0"/>
              </a:rPr>
              <a:t>Figure 1–5</a:t>
            </a:r>
          </a:p>
        </p:txBody>
      </p:sp>
    </p:spTree>
    <p:extLst>
      <p:ext uri="{BB962C8B-B14F-4D97-AF65-F5344CB8AC3E}">
        <p14:creationId xmlns:p14="http://schemas.microsoft.com/office/powerpoint/2010/main" val="1924387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8290"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Mechanisms of Regulation</a:t>
            </a:r>
            <a:endParaRPr lang="en-US">
              <a:solidFill>
                <a:srgbClr val="0000FF"/>
              </a:solidFill>
            </a:endParaRPr>
          </a:p>
        </p:txBody>
      </p:sp>
      <p:sp>
        <p:nvSpPr>
          <p:cNvPr id="17411" name="Rectangle 3"/>
          <p:cNvSpPr>
            <a:spLocks noGrp="1" noChangeArrowheads="1"/>
          </p:cNvSpPr>
          <p:nvPr>
            <p:ph idx="1"/>
          </p:nvPr>
        </p:nvSpPr>
        <p:spPr/>
        <p:txBody>
          <a:bodyPr/>
          <a:lstStyle/>
          <a:p>
            <a:pPr eaLnBrk="1" hangingPunct="1"/>
            <a:r>
              <a:rPr lang="en-GB" altLang="en-US">
                <a:solidFill>
                  <a:schemeClr val="accent1"/>
                </a:solidFill>
              </a:rPr>
              <a:t>Autoregulation</a:t>
            </a:r>
            <a:r>
              <a:rPr lang="en-US" altLang="en-US">
                <a:solidFill>
                  <a:srgbClr val="FF0000"/>
                </a:solidFill>
              </a:rPr>
              <a:t> </a:t>
            </a:r>
            <a:r>
              <a:rPr lang="en-US" altLang="en-US"/>
              <a:t>(</a:t>
            </a:r>
            <a:r>
              <a:rPr lang="en-US" altLang="en-US">
                <a:solidFill>
                  <a:schemeClr val="accent1"/>
                </a:solidFill>
              </a:rPr>
              <a:t>intrinsic</a:t>
            </a:r>
            <a:r>
              <a:rPr lang="en-US" altLang="en-US"/>
              <a:t>):</a:t>
            </a:r>
          </a:p>
          <a:p>
            <a:pPr lvl="1" eaLnBrk="1" hangingPunct="1"/>
            <a:r>
              <a:rPr lang="en-US" altLang="en-US"/>
              <a:t>automatic response in a cell, tissue, or organ </a:t>
            </a:r>
          </a:p>
          <a:p>
            <a:pPr eaLnBrk="1" hangingPunct="1"/>
            <a:r>
              <a:rPr lang="en-US" altLang="en-US">
                <a:solidFill>
                  <a:schemeClr val="accent1"/>
                </a:solidFill>
              </a:rPr>
              <a:t>Extrinsic regulation</a:t>
            </a:r>
            <a:r>
              <a:rPr lang="en-US" altLang="en-US"/>
              <a:t>: </a:t>
            </a:r>
          </a:p>
          <a:p>
            <a:pPr lvl="1" eaLnBrk="1" hangingPunct="1"/>
            <a:r>
              <a:rPr lang="en-US" altLang="en-US"/>
              <a:t>responses controlled by </a:t>
            </a:r>
            <a:r>
              <a:rPr lang="en-US" altLang="en-US">
                <a:solidFill>
                  <a:schemeClr val="accent1"/>
                </a:solidFill>
              </a:rPr>
              <a:t>nervous</a:t>
            </a:r>
            <a:r>
              <a:rPr lang="en-US" altLang="en-US"/>
              <a:t> and </a:t>
            </a:r>
            <a:r>
              <a:rPr lang="en-US" altLang="en-US">
                <a:solidFill>
                  <a:schemeClr val="accent1"/>
                </a:solidFill>
              </a:rPr>
              <a:t>endocrine</a:t>
            </a:r>
            <a:r>
              <a:rPr lang="en-US" altLang="en-US"/>
              <a:t> systems</a:t>
            </a:r>
          </a:p>
        </p:txBody>
      </p:sp>
      <p:sp>
        <p:nvSpPr>
          <p:cNvPr id="1741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741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741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7F465E33-3883-47EF-BF84-11BD1805783A}" type="slidenum">
              <a:rPr lang="en-US" altLang="en-US" sz="1200">
                <a:solidFill>
                  <a:schemeClr val="tx2"/>
                </a:solidFill>
              </a:rPr>
              <a:pPr/>
              <a:t>10</a:t>
            </a:fld>
            <a:endParaRPr lang="en-US" altLang="en-US" sz="1200">
              <a:solidFill>
                <a:schemeClr val="tx2"/>
              </a:solidFill>
            </a:endParaRPr>
          </a:p>
        </p:txBody>
      </p:sp>
    </p:spTree>
    <p:extLst>
      <p:ext uri="{BB962C8B-B14F-4D97-AF65-F5344CB8AC3E}">
        <p14:creationId xmlns:p14="http://schemas.microsoft.com/office/powerpoint/2010/main" val="39590318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3410" name="Rectangle 2"/>
          <p:cNvSpPr>
            <a:spLocks noGrp="1" noChangeArrowheads="1"/>
          </p:cNvSpPr>
          <p:nvPr>
            <p:ph type="title"/>
          </p:nvPr>
        </p:nvSpPr>
        <p:spPr/>
        <p:txBody>
          <a:bodyPr/>
          <a:lstStyle/>
          <a:p>
            <a:pPr eaLnBrk="1" fontAlgn="auto" hangingPunct="1">
              <a:spcAft>
                <a:spcPts val="0"/>
              </a:spcAft>
              <a:defRPr/>
            </a:pPr>
            <a:r>
              <a:rPr lang="en-US" sz="3600">
                <a:solidFill>
                  <a:schemeClr val="tx2">
                    <a:satMod val="200000"/>
                  </a:schemeClr>
                </a:solidFill>
              </a:rPr>
              <a:t>The body systems working together in homeostasis</a:t>
            </a:r>
          </a:p>
        </p:txBody>
      </p:sp>
      <p:sp>
        <p:nvSpPr>
          <p:cNvPr id="18435"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8436"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843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1E53F945-0A00-4BC8-AC56-979C83BA43B6}" type="slidenum">
              <a:rPr lang="en-US" altLang="en-US" sz="1200">
                <a:solidFill>
                  <a:schemeClr val="tx2"/>
                </a:solidFill>
              </a:rPr>
              <a:pPr/>
              <a:t>11</a:t>
            </a:fld>
            <a:endParaRPr lang="en-US" altLang="en-US" sz="1200">
              <a:solidFill>
                <a:schemeClr val="tx2"/>
              </a:solidFill>
            </a:endParaRPr>
          </a:p>
        </p:txBody>
      </p:sp>
      <p:pic>
        <p:nvPicPr>
          <p:cNvPr id="18438" name="Picture 3"/>
          <p:cNvPicPr>
            <a:picLocks noChangeAspect="1" noChangeArrowheads="1"/>
          </p:cNvPicPr>
          <p:nvPr/>
        </p:nvPicPr>
        <p:blipFill>
          <a:blip r:embed="rId3">
            <a:extLst>
              <a:ext uri="{28A0092B-C50C-407E-A947-70E740481C1C}">
                <a14:useLocalDpi xmlns:a14="http://schemas.microsoft.com/office/drawing/2010/main" val="0"/>
              </a:ext>
            </a:extLst>
          </a:blip>
          <a:srcRect l="3636" t="18118" r="3818" b="10353"/>
          <a:stretch>
            <a:fillRect/>
          </a:stretch>
        </p:blipFill>
        <p:spPr bwMode="auto">
          <a:xfrm>
            <a:off x="1279525" y="2093913"/>
            <a:ext cx="6570663" cy="392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85180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9266" name="Rectangle 2"/>
          <p:cNvSpPr>
            <a:spLocks noGrp="1" noChangeArrowheads="1"/>
          </p:cNvSpPr>
          <p:nvPr>
            <p:ph type="title"/>
          </p:nvPr>
        </p:nvSpPr>
        <p:spPr>
          <a:xfrm>
            <a:off x="685800" y="304800"/>
            <a:ext cx="7772400" cy="1066800"/>
          </a:xfrm>
        </p:spPr>
        <p:txBody>
          <a:bodyPr>
            <a:normAutofit/>
          </a:bodyPr>
          <a:lstStyle/>
          <a:p>
            <a:pPr eaLnBrk="1" fontAlgn="auto" hangingPunct="1">
              <a:spcAft>
                <a:spcPts val="0"/>
              </a:spcAft>
              <a:defRPr/>
            </a:pPr>
            <a:r>
              <a:rPr lang="en-US" b="1" u="sng">
                <a:solidFill>
                  <a:schemeClr val="hlink"/>
                </a:solidFill>
              </a:rPr>
              <a:t>SPECIFIC LECTURE OBJECTIVES</a:t>
            </a:r>
          </a:p>
        </p:txBody>
      </p:sp>
      <p:sp>
        <p:nvSpPr>
          <p:cNvPr id="10243" name="Rectangle 3"/>
          <p:cNvSpPr>
            <a:spLocks noGrp="1" noChangeArrowheads="1"/>
          </p:cNvSpPr>
          <p:nvPr>
            <p:ph idx="1"/>
          </p:nvPr>
        </p:nvSpPr>
        <p:spPr>
          <a:xfrm>
            <a:off x="381000" y="1600200"/>
            <a:ext cx="8458200" cy="4495800"/>
          </a:xfrm>
        </p:spPr>
        <p:txBody>
          <a:bodyPr/>
          <a:lstStyle/>
          <a:p>
            <a:pPr algn="ctr" eaLnBrk="1" hangingPunct="1">
              <a:buFontTx/>
              <a:buNone/>
            </a:pPr>
            <a:r>
              <a:rPr lang="en-US" altLang="en-US" sz="3600">
                <a:solidFill>
                  <a:schemeClr val="hlink"/>
                </a:solidFill>
              </a:rPr>
              <a:t>The Human Biological clock</a:t>
            </a:r>
          </a:p>
          <a:p>
            <a:pPr eaLnBrk="1" hangingPunct="1"/>
            <a:r>
              <a:rPr lang="en-US" altLang="en-US"/>
              <a:t>Internal mechanisms of time</a:t>
            </a:r>
          </a:p>
          <a:p>
            <a:pPr eaLnBrk="1" hangingPunct="1"/>
            <a:r>
              <a:rPr lang="en-US" altLang="en-US"/>
              <a:t>Control of reproductive cycles</a:t>
            </a:r>
          </a:p>
          <a:p>
            <a:pPr eaLnBrk="1" hangingPunct="1"/>
            <a:r>
              <a:rPr lang="en-US" altLang="en-US"/>
              <a:t>Control of other animal behavioural cycles</a:t>
            </a:r>
          </a:p>
          <a:p>
            <a:pPr eaLnBrk="1" hangingPunct="1"/>
            <a:r>
              <a:rPr lang="en-US" altLang="en-US"/>
              <a:t>Jet-lag and shift work as an example of a disrupted cycle</a:t>
            </a:r>
          </a:p>
          <a:p>
            <a:pPr eaLnBrk="1" hangingPunct="1"/>
            <a:endParaRPr lang="en-US" altLang="en-US" sz="2800"/>
          </a:p>
        </p:txBody>
      </p:sp>
      <p:sp>
        <p:nvSpPr>
          <p:cNvPr id="1024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024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02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A9F27E8-B02E-455D-9992-D1E9D1A3DB58}" type="slidenum">
              <a:rPr lang="en-US" altLang="en-US" sz="1200">
                <a:solidFill>
                  <a:schemeClr val="tx2"/>
                </a:solidFill>
              </a:rPr>
              <a:pPr/>
              <a:t>12</a:t>
            </a:fld>
            <a:endParaRPr lang="en-US" altLang="en-US" sz="1200">
              <a:solidFill>
                <a:schemeClr val="tx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0834" name="Rectangle 2"/>
          <p:cNvSpPr>
            <a:spLocks noGrp="1" noChangeArrowheads="1"/>
          </p:cNvSpPr>
          <p:nvPr>
            <p:ph type="title"/>
          </p:nvPr>
        </p:nvSpPr>
        <p:spPr/>
        <p:txBody>
          <a:bodyPr/>
          <a:lstStyle/>
          <a:p>
            <a:pPr eaLnBrk="1" fontAlgn="auto" hangingPunct="1">
              <a:spcAft>
                <a:spcPts val="0"/>
              </a:spcAft>
              <a:defRPr/>
            </a:pPr>
            <a:r>
              <a:rPr lang="en-US" dirty="0">
                <a:solidFill>
                  <a:schemeClr val="accent1"/>
                </a:solidFill>
              </a:rPr>
              <a:t>LINKAGES TO THE LECTURE</a:t>
            </a:r>
          </a:p>
        </p:txBody>
      </p:sp>
      <p:sp>
        <p:nvSpPr>
          <p:cNvPr id="11267" name="Rectangle 3"/>
          <p:cNvSpPr>
            <a:spLocks noGrp="1" noChangeArrowheads="1"/>
          </p:cNvSpPr>
          <p:nvPr>
            <p:ph idx="1"/>
          </p:nvPr>
        </p:nvSpPr>
        <p:spPr/>
        <p:txBody>
          <a:bodyPr/>
          <a:lstStyle/>
          <a:p>
            <a:pPr eaLnBrk="1" hangingPunct="1"/>
            <a:r>
              <a:rPr lang="en-US" altLang="en-US"/>
              <a:t>Sleep  as an adaptive response</a:t>
            </a:r>
          </a:p>
          <a:p>
            <a:pPr eaLnBrk="1" hangingPunct="1"/>
            <a:r>
              <a:rPr lang="en-US" altLang="en-US"/>
              <a:t>Sleep  as a restorative process</a:t>
            </a:r>
          </a:p>
          <a:p>
            <a:pPr eaLnBrk="1" hangingPunct="1"/>
            <a:r>
              <a:rPr lang="en-US" altLang="en-US"/>
              <a:t>The functions of REM sleep</a:t>
            </a:r>
          </a:p>
          <a:p>
            <a:pPr eaLnBrk="1" hangingPunct="1"/>
            <a:r>
              <a:rPr lang="en-US" altLang="en-US"/>
              <a:t>Physiological mechanisms of sleep and waking – chemical and neural controls</a:t>
            </a:r>
          </a:p>
          <a:p>
            <a:pPr eaLnBrk="1" hangingPunct="1"/>
            <a:r>
              <a:rPr lang="en-US" altLang="en-US"/>
              <a:t>Sleep disorders</a:t>
            </a:r>
          </a:p>
          <a:p>
            <a:pPr eaLnBrk="1" hangingPunct="1"/>
            <a:r>
              <a:rPr lang="en-US" altLang="en-US"/>
              <a:t>Altered states of consciousness</a:t>
            </a:r>
          </a:p>
        </p:txBody>
      </p:sp>
      <p:sp>
        <p:nvSpPr>
          <p:cNvPr id="1126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126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127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B485CF7-C5A2-4B76-9B04-3D0A910B5D8D}" type="slidenum">
              <a:rPr lang="en-US" altLang="en-US" sz="1200">
                <a:solidFill>
                  <a:schemeClr val="tx2"/>
                </a:solidFill>
              </a:rPr>
              <a:pPr/>
              <a:t>13</a:t>
            </a:fld>
            <a:endParaRPr lang="en-US" altLang="en-US" sz="1200">
              <a:solidFill>
                <a:schemeClr val="tx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0450" name="Rectangle 2"/>
          <p:cNvSpPr>
            <a:spLocks noGrp="1" noChangeArrowheads="1"/>
          </p:cNvSpPr>
          <p:nvPr>
            <p:ph type="title"/>
          </p:nvPr>
        </p:nvSpPr>
        <p:spPr/>
        <p:txBody>
          <a:bodyPr/>
          <a:lstStyle/>
          <a:p>
            <a:pPr eaLnBrk="1" fontAlgn="auto" hangingPunct="1">
              <a:spcAft>
                <a:spcPts val="0"/>
              </a:spcAft>
              <a:defRPr/>
            </a:pPr>
            <a:r>
              <a:rPr lang="en-US">
                <a:solidFill>
                  <a:schemeClr val="accent2"/>
                </a:solidFill>
              </a:rPr>
              <a:t>Review 1</a:t>
            </a:r>
          </a:p>
        </p:txBody>
      </p:sp>
      <p:sp>
        <p:nvSpPr>
          <p:cNvPr id="12291" name="Rectangle 3"/>
          <p:cNvSpPr>
            <a:spLocks noGrp="1" noChangeArrowheads="1"/>
          </p:cNvSpPr>
          <p:nvPr>
            <p:ph idx="1"/>
          </p:nvPr>
        </p:nvSpPr>
        <p:spPr/>
        <p:txBody>
          <a:bodyPr/>
          <a:lstStyle/>
          <a:p>
            <a:pPr eaLnBrk="1" hangingPunct="1"/>
            <a:r>
              <a:rPr lang="en-US" altLang="en-US" sz="2800"/>
              <a:t>Sleep serves as an adaptive response  providing a period of restoration</a:t>
            </a:r>
          </a:p>
          <a:p>
            <a:pPr eaLnBrk="1" hangingPunct="1"/>
            <a:r>
              <a:rPr lang="en-US" altLang="en-US" sz="2800"/>
              <a:t>Sleep slow wave sleep appears to be most important phase permitting the brain to recuperate as brain metabolism is lowered</a:t>
            </a:r>
          </a:p>
          <a:p>
            <a:pPr eaLnBrk="1" hangingPunct="1"/>
            <a:r>
              <a:rPr lang="en-US" altLang="en-US" sz="2800"/>
              <a:t>REM sleep is less understood but it is believed to promote brain development and learning. Its absence is not fatal compared to slow wave sleep</a:t>
            </a:r>
          </a:p>
        </p:txBody>
      </p:sp>
      <p:sp>
        <p:nvSpPr>
          <p:cNvPr id="1229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229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229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FD42F84-A19F-4829-9CE4-61A69DBF10BC}" type="slidenum">
              <a:rPr lang="en-US" altLang="en-US" sz="1200">
                <a:solidFill>
                  <a:schemeClr val="tx2"/>
                </a:solidFill>
              </a:rPr>
              <a:pPr/>
              <a:t>14</a:t>
            </a:fld>
            <a:endParaRPr lang="en-US" altLang="en-US" sz="1200">
              <a:solidFill>
                <a:schemeClr val="tx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6"/>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8435" name="Footer Placeholder 5"/>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8436"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1A01A5C-9045-49EA-8975-14B46B0BF398}" type="slidenum">
              <a:rPr lang="en-US" altLang="en-US" sz="1200">
                <a:solidFill>
                  <a:schemeClr val="tx2"/>
                </a:solidFill>
              </a:rPr>
              <a:pPr/>
              <a:t>15</a:t>
            </a:fld>
            <a:endParaRPr lang="en-US" altLang="en-US" sz="1200">
              <a:solidFill>
                <a:schemeClr val="tx2"/>
              </a:solidFill>
            </a:endParaRPr>
          </a:p>
        </p:txBody>
      </p:sp>
      <p:sp>
        <p:nvSpPr>
          <p:cNvPr id="14339" name="Rectangle 4"/>
          <p:cNvSpPr>
            <a:spLocks noGrp="1" noChangeArrowheads="1"/>
          </p:cNvSpPr>
          <p:nvPr>
            <p:ph type="ctrTitle"/>
          </p:nvPr>
        </p:nvSpPr>
        <p:spPr>
          <a:xfrm>
            <a:off x="1143000" y="908050"/>
            <a:ext cx="7772400" cy="1657350"/>
          </a:xfrm>
        </p:spPr>
        <p:txBody>
          <a:bodyPr/>
          <a:lstStyle/>
          <a:p>
            <a:pPr algn="ctr" eaLnBrk="1" fontAlgn="auto" hangingPunct="1">
              <a:spcAft>
                <a:spcPts val="0"/>
              </a:spcAft>
              <a:defRPr/>
            </a:pPr>
            <a:r>
              <a:rPr lang="en-US" sz="9600">
                <a:solidFill>
                  <a:schemeClr val="tx2">
                    <a:satMod val="200000"/>
                  </a:schemeClr>
                </a:solidFill>
              </a:rPr>
              <a:t>SLEEP</a:t>
            </a:r>
          </a:p>
        </p:txBody>
      </p:sp>
      <p:sp>
        <p:nvSpPr>
          <p:cNvPr id="18438" name="Rectangle 5"/>
          <p:cNvSpPr>
            <a:spLocks noGrp="1" noChangeArrowheads="1"/>
          </p:cNvSpPr>
          <p:nvPr>
            <p:ph type="subTitle" idx="1"/>
          </p:nvPr>
        </p:nvSpPr>
        <p:spPr>
          <a:xfrm>
            <a:off x="2133600" y="3213100"/>
            <a:ext cx="6400800" cy="2952750"/>
          </a:xfrm>
        </p:spPr>
        <p:txBody>
          <a:bodyPr/>
          <a:lstStyle/>
          <a:p>
            <a:pPr eaLnBrk="1" hangingPunct="1">
              <a:spcBef>
                <a:spcPct val="0"/>
              </a:spcBef>
              <a:buFont typeface="Wingdings" panose="05000000000000000000" pitchFamily="2" charset="2"/>
              <a:buChar char="®"/>
            </a:pPr>
            <a:r>
              <a:rPr lang="en-US" altLang="en-US" sz="5400"/>
              <a:t>Normal cycle</a:t>
            </a:r>
          </a:p>
          <a:p>
            <a:pPr eaLnBrk="1" hangingPunct="1">
              <a:spcBef>
                <a:spcPct val="0"/>
              </a:spcBef>
              <a:buFont typeface="Wingdings" panose="05000000000000000000" pitchFamily="2" charset="2"/>
              <a:buChar char="®"/>
            </a:pPr>
            <a:r>
              <a:rPr lang="en-US" altLang="en-US" sz="5400"/>
              <a:t>Disorders </a:t>
            </a:r>
          </a:p>
          <a:p>
            <a:pPr eaLnBrk="1" hangingPunct="1">
              <a:spcBef>
                <a:spcPct val="0"/>
              </a:spcBef>
              <a:buFont typeface="Wingdings" panose="05000000000000000000" pitchFamily="2" charset="2"/>
              <a:buChar char="®"/>
            </a:pPr>
            <a:r>
              <a:rPr lang="en-US" altLang="en-US" sz="5400"/>
              <a:t>Dreams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Date Placeholder 1"/>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9459" name="Footer Placeholder 5"/>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9460"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6AC4EB7-85AA-450F-8B02-70CB6214BDC5}" type="slidenum">
              <a:rPr lang="en-US" altLang="en-US" sz="1200">
                <a:solidFill>
                  <a:schemeClr val="tx2"/>
                </a:solidFill>
              </a:rPr>
              <a:pPr/>
              <a:t>16</a:t>
            </a:fld>
            <a:endParaRPr lang="en-US" altLang="en-US" sz="1200">
              <a:solidFill>
                <a:schemeClr val="tx2"/>
              </a:solidFill>
            </a:endParaRPr>
          </a:p>
        </p:txBody>
      </p:sp>
      <p:sp>
        <p:nvSpPr>
          <p:cNvPr id="19461" name="Rectangle 2"/>
          <p:cNvSpPr>
            <a:spLocks noChangeArrowheads="1"/>
          </p:cNvSpPr>
          <p:nvPr/>
        </p:nvSpPr>
        <p:spPr bwMode="auto">
          <a:xfrm>
            <a:off x="0" y="1817688"/>
            <a:ext cx="9144000" cy="11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pic>
        <p:nvPicPr>
          <p:cNvPr id="19462" name="Picture 3" descr="illustration of the five sleep stag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1438"/>
            <a:ext cx="9144000" cy="607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Date Placeholder 1"/>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20483" name="Footer Placeholder 69"/>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20484" name="Slide Number Placeholder 6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5FEA937-45FB-4FC0-AE1A-404A956B7546}" type="slidenum">
              <a:rPr lang="en-US" altLang="en-US" sz="1200">
                <a:solidFill>
                  <a:schemeClr val="tx2"/>
                </a:solidFill>
              </a:rPr>
              <a:pPr/>
              <a:t>17</a:t>
            </a:fld>
            <a:endParaRPr lang="en-US" altLang="en-US" sz="1200">
              <a:solidFill>
                <a:schemeClr val="tx2"/>
              </a:solidFill>
            </a:endParaRPr>
          </a:p>
        </p:txBody>
      </p:sp>
      <p:grpSp>
        <p:nvGrpSpPr>
          <p:cNvPr id="20485" name="Group 2"/>
          <p:cNvGrpSpPr>
            <a:grpSpLocks/>
          </p:cNvGrpSpPr>
          <p:nvPr/>
        </p:nvGrpSpPr>
        <p:grpSpPr bwMode="auto">
          <a:xfrm>
            <a:off x="1071563" y="142875"/>
            <a:ext cx="7772400" cy="5786438"/>
            <a:chOff x="-3" y="-3"/>
            <a:chExt cx="2374" cy="3532"/>
          </a:xfrm>
        </p:grpSpPr>
        <p:grpSp>
          <p:nvGrpSpPr>
            <p:cNvPr id="20486" name="Group 3"/>
            <p:cNvGrpSpPr>
              <a:grpSpLocks/>
            </p:cNvGrpSpPr>
            <p:nvPr/>
          </p:nvGrpSpPr>
          <p:grpSpPr bwMode="auto">
            <a:xfrm>
              <a:off x="0" y="0"/>
              <a:ext cx="2368" cy="3526"/>
              <a:chOff x="0" y="0"/>
              <a:chExt cx="2368" cy="3526"/>
            </a:xfrm>
          </p:grpSpPr>
          <p:grpSp>
            <p:nvGrpSpPr>
              <p:cNvPr id="20488" name="Group 4"/>
              <p:cNvGrpSpPr>
                <a:grpSpLocks/>
              </p:cNvGrpSpPr>
              <p:nvPr/>
            </p:nvGrpSpPr>
            <p:grpSpPr bwMode="auto">
              <a:xfrm>
                <a:off x="0" y="0"/>
                <a:ext cx="448" cy="518"/>
                <a:chOff x="0" y="0"/>
                <a:chExt cx="448" cy="518"/>
              </a:xfrm>
            </p:grpSpPr>
            <p:sp>
              <p:nvSpPr>
                <p:cNvPr id="20549" name="Rectangle 5"/>
                <p:cNvSpPr>
                  <a:spLocks noChangeArrowheads="1"/>
                </p:cNvSpPr>
                <p:nvPr/>
              </p:nvSpPr>
              <p:spPr bwMode="auto">
                <a:xfrm>
                  <a:off x="30" y="30"/>
                  <a:ext cx="388" cy="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kumimoji="1" lang="en-US" altLang="en-US" sz="1800" b="1">
                      <a:latin typeface="Times New Roman" panose="02020603050405020304" pitchFamily="18" charset="0"/>
                      <a:cs typeface="Times New Roman" panose="02020603050405020304" pitchFamily="18" charset="0"/>
                    </a:rPr>
                    <a:t>Stage</a:t>
                  </a:r>
                  <a:endParaRPr kumimoji="1" lang="en-US" altLang="en-US" sz="1800">
                    <a:latin typeface="Times New Roman" panose="02020603050405020304" pitchFamily="18" charset="0"/>
                    <a:cs typeface="Times New Roman" panose="02020603050405020304" pitchFamily="18" charset="0"/>
                  </a:endParaRPr>
                </a:p>
                <a:p>
                  <a:pPr algn="ctr"/>
                  <a:endParaRPr kumimoji="1" lang="en-US" altLang="en-US" sz="1800">
                    <a:latin typeface="Times New Roman" panose="02020603050405020304" pitchFamily="18" charset="0"/>
                  </a:endParaRPr>
                </a:p>
              </p:txBody>
            </p:sp>
            <p:sp>
              <p:nvSpPr>
                <p:cNvPr id="20550" name="Rectangle 6"/>
                <p:cNvSpPr>
                  <a:spLocks noChangeArrowheads="1"/>
                </p:cNvSpPr>
                <p:nvPr/>
              </p:nvSpPr>
              <p:spPr bwMode="auto">
                <a:xfrm>
                  <a:off x="0" y="0"/>
                  <a:ext cx="448"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0489" name="Group 7"/>
              <p:cNvGrpSpPr>
                <a:grpSpLocks/>
              </p:cNvGrpSpPr>
              <p:nvPr/>
            </p:nvGrpSpPr>
            <p:grpSpPr bwMode="auto">
              <a:xfrm>
                <a:off x="448" y="0"/>
                <a:ext cx="1243" cy="518"/>
                <a:chOff x="448" y="0"/>
                <a:chExt cx="1243" cy="518"/>
              </a:xfrm>
            </p:grpSpPr>
            <p:sp>
              <p:nvSpPr>
                <p:cNvPr id="20547" name="Rectangle 8"/>
                <p:cNvSpPr>
                  <a:spLocks noChangeArrowheads="1"/>
                </p:cNvSpPr>
                <p:nvPr/>
              </p:nvSpPr>
              <p:spPr bwMode="auto">
                <a:xfrm>
                  <a:off x="478" y="30"/>
                  <a:ext cx="1183" cy="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kumimoji="1" lang="en-US" altLang="en-US" sz="1800" b="1">
                      <a:latin typeface="Times New Roman" panose="02020603050405020304" pitchFamily="18" charset="0"/>
                      <a:cs typeface="Times New Roman" panose="02020603050405020304" pitchFamily="18" charset="0"/>
                    </a:rPr>
                    <a:t>EEG Rate</a:t>
                  </a:r>
                  <a:br>
                    <a:rPr kumimoji="1" lang="en-US" altLang="en-US" sz="1800" b="1">
                      <a:latin typeface="Times New Roman" panose="02020603050405020304" pitchFamily="18" charset="0"/>
                      <a:cs typeface="Times New Roman" panose="02020603050405020304" pitchFamily="18" charset="0"/>
                    </a:rPr>
                  </a:br>
                  <a:r>
                    <a:rPr kumimoji="1" lang="en-US" altLang="en-US" sz="1800" b="1">
                      <a:latin typeface="Times New Roman" panose="02020603050405020304" pitchFamily="18" charset="0"/>
                      <a:cs typeface="Times New Roman" panose="02020603050405020304" pitchFamily="18" charset="0"/>
                    </a:rPr>
                    <a:t>(Frequency)</a:t>
                  </a:r>
                  <a:endParaRPr kumimoji="1" lang="en-US" altLang="en-US" sz="1800">
                    <a:latin typeface="Times New Roman" panose="02020603050405020304" pitchFamily="18" charset="0"/>
                    <a:cs typeface="Times New Roman" panose="02020603050405020304" pitchFamily="18" charset="0"/>
                  </a:endParaRPr>
                </a:p>
                <a:p>
                  <a:pPr algn="ctr"/>
                  <a:endParaRPr kumimoji="1" lang="en-US" altLang="en-US" sz="1800">
                    <a:latin typeface="Times New Roman" panose="02020603050405020304" pitchFamily="18" charset="0"/>
                  </a:endParaRPr>
                </a:p>
              </p:txBody>
            </p:sp>
            <p:sp>
              <p:nvSpPr>
                <p:cNvPr id="20548" name="Rectangle 9"/>
                <p:cNvSpPr>
                  <a:spLocks noChangeArrowheads="1"/>
                </p:cNvSpPr>
                <p:nvPr/>
              </p:nvSpPr>
              <p:spPr bwMode="auto">
                <a:xfrm>
                  <a:off x="448" y="0"/>
                  <a:ext cx="1243"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0490" name="Group 10"/>
              <p:cNvGrpSpPr>
                <a:grpSpLocks/>
              </p:cNvGrpSpPr>
              <p:nvPr/>
            </p:nvGrpSpPr>
            <p:grpSpPr bwMode="auto">
              <a:xfrm>
                <a:off x="1691" y="0"/>
                <a:ext cx="677" cy="518"/>
                <a:chOff x="1691" y="0"/>
                <a:chExt cx="677" cy="518"/>
              </a:xfrm>
            </p:grpSpPr>
            <p:sp>
              <p:nvSpPr>
                <p:cNvPr id="20545" name="Rectangle 11"/>
                <p:cNvSpPr>
                  <a:spLocks noChangeArrowheads="1"/>
                </p:cNvSpPr>
                <p:nvPr/>
              </p:nvSpPr>
              <p:spPr bwMode="auto">
                <a:xfrm>
                  <a:off x="1721" y="30"/>
                  <a:ext cx="617" cy="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kumimoji="1" lang="en-US" altLang="en-US" sz="1800" b="1">
                      <a:latin typeface="Times New Roman" panose="02020603050405020304" pitchFamily="18" charset="0"/>
                      <a:cs typeface="Times New Roman" panose="02020603050405020304" pitchFamily="18" charset="0"/>
                    </a:rPr>
                    <a:t>EEG Size </a:t>
                  </a:r>
                  <a:br>
                    <a:rPr kumimoji="1" lang="en-US" altLang="en-US" sz="1800" b="1">
                      <a:latin typeface="Times New Roman" panose="02020603050405020304" pitchFamily="18" charset="0"/>
                      <a:cs typeface="Times New Roman" panose="02020603050405020304" pitchFamily="18" charset="0"/>
                    </a:rPr>
                  </a:br>
                  <a:r>
                    <a:rPr kumimoji="1" lang="en-US" altLang="en-US" sz="1800" b="1">
                      <a:latin typeface="Times New Roman" panose="02020603050405020304" pitchFamily="18" charset="0"/>
                      <a:cs typeface="Times New Roman" panose="02020603050405020304" pitchFamily="18" charset="0"/>
                    </a:rPr>
                    <a:t>(Amplitude)</a:t>
                  </a:r>
                  <a:endParaRPr kumimoji="1" lang="en-US" altLang="en-US" sz="1800">
                    <a:latin typeface="Times New Roman" panose="02020603050405020304" pitchFamily="18" charset="0"/>
                    <a:cs typeface="Times New Roman" panose="02020603050405020304" pitchFamily="18" charset="0"/>
                  </a:endParaRPr>
                </a:p>
                <a:p>
                  <a:pPr algn="ctr"/>
                  <a:endParaRPr kumimoji="1" lang="en-US" altLang="en-US">
                    <a:latin typeface="Times New Roman" panose="02020603050405020304" pitchFamily="18" charset="0"/>
                  </a:endParaRPr>
                </a:p>
              </p:txBody>
            </p:sp>
            <p:sp>
              <p:nvSpPr>
                <p:cNvPr id="20546" name="Rectangle 12"/>
                <p:cNvSpPr>
                  <a:spLocks noChangeArrowheads="1"/>
                </p:cNvSpPr>
                <p:nvPr/>
              </p:nvSpPr>
              <p:spPr bwMode="auto">
                <a:xfrm>
                  <a:off x="1691" y="0"/>
                  <a:ext cx="677"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0491" name="Group 13"/>
              <p:cNvGrpSpPr>
                <a:grpSpLocks/>
              </p:cNvGrpSpPr>
              <p:nvPr/>
            </p:nvGrpSpPr>
            <p:grpSpPr bwMode="auto">
              <a:xfrm>
                <a:off x="0" y="578"/>
                <a:ext cx="448" cy="403"/>
                <a:chOff x="0" y="578"/>
                <a:chExt cx="448" cy="403"/>
              </a:xfrm>
            </p:grpSpPr>
            <p:sp>
              <p:nvSpPr>
                <p:cNvPr id="20543" name="Rectangle 14"/>
                <p:cNvSpPr>
                  <a:spLocks noChangeArrowheads="1"/>
                </p:cNvSpPr>
                <p:nvPr/>
              </p:nvSpPr>
              <p:spPr bwMode="auto">
                <a:xfrm>
                  <a:off x="30" y="608"/>
                  <a:ext cx="388"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kumimoji="1" lang="en-US" altLang="en-US" sz="1800">
                      <a:latin typeface="Times New Roman" panose="02020603050405020304" pitchFamily="18" charset="0"/>
                      <a:cs typeface="Times New Roman" panose="02020603050405020304" pitchFamily="18" charset="0"/>
                    </a:rPr>
                    <a:t>Awake</a:t>
                  </a:r>
                </a:p>
                <a:p>
                  <a:pPr algn="ctr"/>
                  <a:endParaRPr kumimoji="1" lang="en-US" altLang="en-US" sz="1800">
                    <a:latin typeface="Times New Roman" panose="02020603050405020304" pitchFamily="18" charset="0"/>
                  </a:endParaRPr>
                </a:p>
              </p:txBody>
            </p:sp>
            <p:sp>
              <p:nvSpPr>
                <p:cNvPr id="20544" name="Rectangle 15"/>
                <p:cNvSpPr>
                  <a:spLocks noChangeArrowheads="1"/>
                </p:cNvSpPr>
                <p:nvPr/>
              </p:nvSpPr>
              <p:spPr bwMode="auto">
                <a:xfrm>
                  <a:off x="0" y="578"/>
                  <a:ext cx="448"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0492" name="Group 16"/>
              <p:cNvGrpSpPr>
                <a:grpSpLocks/>
              </p:cNvGrpSpPr>
              <p:nvPr/>
            </p:nvGrpSpPr>
            <p:grpSpPr bwMode="auto">
              <a:xfrm>
                <a:off x="448" y="578"/>
                <a:ext cx="1243" cy="403"/>
                <a:chOff x="448" y="578"/>
                <a:chExt cx="1243" cy="403"/>
              </a:xfrm>
            </p:grpSpPr>
            <p:sp>
              <p:nvSpPr>
                <p:cNvPr id="20541" name="Rectangle 17"/>
                <p:cNvSpPr>
                  <a:spLocks noChangeArrowheads="1"/>
                </p:cNvSpPr>
                <p:nvPr/>
              </p:nvSpPr>
              <p:spPr bwMode="auto">
                <a:xfrm>
                  <a:off x="478" y="608"/>
                  <a:ext cx="1183"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kumimoji="1" lang="en-US" altLang="en-US" sz="1800">
                      <a:latin typeface="Times New Roman" panose="02020603050405020304" pitchFamily="18" charset="0"/>
                      <a:cs typeface="Times New Roman" panose="02020603050405020304" pitchFamily="18" charset="0"/>
                    </a:rPr>
                    <a:t>8-25 Hz</a:t>
                  </a:r>
                </a:p>
                <a:p>
                  <a:pPr algn="ctr"/>
                  <a:endParaRPr kumimoji="1" lang="en-US" altLang="en-US" sz="1800">
                    <a:latin typeface="Times New Roman" panose="02020603050405020304" pitchFamily="18" charset="0"/>
                  </a:endParaRPr>
                </a:p>
              </p:txBody>
            </p:sp>
            <p:sp>
              <p:nvSpPr>
                <p:cNvPr id="20542" name="Rectangle 18"/>
                <p:cNvSpPr>
                  <a:spLocks noChangeArrowheads="1"/>
                </p:cNvSpPr>
                <p:nvPr/>
              </p:nvSpPr>
              <p:spPr bwMode="auto">
                <a:xfrm>
                  <a:off x="448" y="578"/>
                  <a:ext cx="1243"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0493" name="Group 19"/>
              <p:cNvGrpSpPr>
                <a:grpSpLocks/>
              </p:cNvGrpSpPr>
              <p:nvPr/>
            </p:nvGrpSpPr>
            <p:grpSpPr bwMode="auto">
              <a:xfrm>
                <a:off x="1691" y="578"/>
                <a:ext cx="677" cy="403"/>
                <a:chOff x="1691" y="578"/>
                <a:chExt cx="677" cy="403"/>
              </a:xfrm>
            </p:grpSpPr>
            <p:sp>
              <p:nvSpPr>
                <p:cNvPr id="20539" name="Rectangle 20"/>
                <p:cNvSpPr>
                  <a:spLocks noChangeArrowheads="1"/>
                </p:cNvSpPr>
                <p:nvPr/>
              </p:nvSpPr>
              <p:spPr bwMode="auto">
                <a:xfrm>
                  <a:off x="1721" y="608"/>
                  <a:ext cx="617"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kumimoji="1" lang="en-US" altLang="en-US" sz="1800">
                      <a:latin typeface="Times New Roman" panose="02020603050405020304" pitchFamily="18" charset="0"/>
                      <a:cs typeface="Times New Roman" panose="02020603050405020304" pitchFamily="18" charset="0"/>
                    </a:rPr>
                    <a:t>Low</a:t>
                  </a:r>
                </a:p>
                <a:p>
                  <a:pPr algn="ctr"/>
                  <a:r>
                    <a:rPr lang="en-GB" altLang="en-US" sz="3200">
                      <a:latin typeface="Arial" panose="020B0604020202020204" pitchFamily="34" charset="0"/>
                      <a:sym typeface="Symbol" panose="05050102010706020507" pitchFamily="18" charset="2"/>
                    </a:rPr>
                    <a:t></a:t>
                  </a:r>
                  <a:r>
                    <a:rPr lang="pt-PT" altLang="en-US" sz="3200">
                      <a:latin typeface="Arial" panose="020B0604020202020204" pitchFamily="34" charset="0"/>
                      <a:sym typeface="Symbol" panose="05050102010706020507" pitchFamily="18" charset="2"/>
                    </a:rPr>
                    <a:t>/ </a:t>
                  </a:r>
                  <a:endParaRPr kumimoji="1" lang="en-US" altLang="en-US" sz="1800">
                    <a:latin typeface="Times New Roman" panose="02020603050405020304" pitchFamily="18" charset="0"/>
                    <a:cs typeface="Times New Roman" panose="02020603050405020304" pitchFamily="18" charset="0"/>
                  </a:endParaRPr>
                </a:p>
                <a:p>
                  <a:pPr algn="ctr"/>
                  <a:endParaRPr kumimoji="1" lang="en-US" altLang="en-US" sz="1800">
                    <a:latin typeface="Times New Roman" panose="02020603050405020304" pitchFamily="18" charset="0"/>
                  </a:endParaRPr>
                </a:p>
              </p:txBody>
            </p:sp>
            <p:sp>
              <p:nvSpPr>
                <p:cNvPr id="20540" name="Rectangle 21"/>
                <p:cNvSpPr>
                  <a:spLocks noChangeArrowheads="1"/>
                </p:cNvSpPr>
                <p:nvPr/>
              </p:nvSpPr>
              <p:spPr bwMode="auto">
                <a:xfrm>
                  <a:off x="1691" y="578"/>
                  <a:ext cx="677"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0494" name="Group 22"/>
              <p:cNvGrpSpPr>
                <a:grpSpLocks/>
              </p:cNvGrpSpPr>
              <p:nvPr/>
            </p:nvGrpSpPr>
            <p:grpSpPr bwMode="auto">
              <a:xfrm>
                <a:off x="0" y="1041"/>
                <a:ext cx="448" cy="403"/>
                <a:chOff x="0" y="1041"/>
                <a:chExt cx="448" cy="403"/>
              </a:xfrm>
            </p:grpSpPr>
            <p:sp>
              <p:nvSpPr>
                <p:cNvPr id="20537" name="Rectangle 23"/>
                <p:cNvSpPr>
                  <a:spLocks noChangeArrowheads="1"/>
                </p:cNvSpPr>
                <p:nvPr/>
              </p:nvSpPr>
              <p:spPr bwMode="auto">
                <a:xfrm>
                  <a:off x="30" y="1071"/>
                  <a:ext cx="388"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kumimoji="1" lang="en-US" altLang="en-US">
                      <a:latin typeface="Times New Roman" panose="02020603050405020304" pitchFamily="18" charset="0"/>
                      <a:cs typeface="Times New Roman" panose="02020603050405020304" pitchFamily="18" charset="0"/>
                    </a:rPr>
                    <a:t>1</a:t>
                  </a:r>
                </a:p>
                <a:p>
                  <a:pPr algn="ctr"/>
                  <a:endParaRPr kumimoji="1" lang="en-US" altLang="en-US">
                    <a:latin typeface="Times New Roman" panose="02020603050405020304" pitchFamily="18" charset="0"/>
                  </a:endParaRPr>
                </a:p>
              </p:txBody>
            </p:sp>
            <p:sp>
              <p:nvSpPr>
                <p:cNvPr id="20538" name="Rectangle 24"/>
                <p:cNvSpPr>
                  <a:spLocks noChangeArrowheads="1"/>
                </p:cNvSpPr>
                <p:nvPr/>
              </p:nvSpPr>
              <p:spPr bwMode="auto">
                <a:xfrm>
                  <a:off x="0" y="1041"/>
                  <a:ext cx="448"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0495" name="Group 25"/>
              <p:cNvGrpSpPr>
                <a:grpSpLocks/>
              </p:cNvGrpSpPr>
              <p:nvPr/>
            </p:nvGrpSpPr>
            <p:grpSpPr bwMode="auto">
              <a:xfrm>
                <a:off x="448" y="1041"/>
                <a:ext cx="1243" cy="403"/>
                <a:chOff x="448" y="1041"/>
                <a:chExt cx="1243" cy="403"/>
              </a:xfrm>
            </p:grpSpPr>
            <p:sp>
              <p:nvSpPr>
                <p:cNvPr id="20535" name="Rectangle 26"/>
                <p:cNvSpPr>
                  <a:spLocks noChangeArrowheads="1"/>
                </p:cNvSpPr>
                <p:nvPr/>
              </p:nvSpPr>
              <p:spPr bwMode="auto">
                <a:xfrm>
                  <a:off x="478" y="1071"/>
                  <a:ext cx="1183"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kumimoji="1" lang="en-US" altLang="en-US" sz="1800">
                      <a:latin typeface="Times New Roman" panose="02020603050405020304" pitchFamily="18" charset="0"/>
                      <a:cs typeface="Times New Roman" panose="02020603050405020304" pitchFamily="18" charset="0"/>
                    </a:rPr>
                    <a:t>6-8 Hz</a:t>
                  </a:r>
                </a:p>
                <a:p>
                  <a:pPr algn="ctr"/>
                  <a:endParaRPr kumimoji="1" lang="en-US" altLang="en-US" sz="1800">
                    <a:latin typeface="Times New Roman" panose="02020603050405020304" pitchFamily="18" charset="0"/>
                  </a:endParaRPr>
                </a:p>
              </p:txBody>
            </p:sp>
            <p:sp>
              <p:nvSpPr>
                <p:cNvPr id="20536" name="Rectangle 27"/>
                <p:cNvSpPr>
                  <a:spLocks noChangeArrowheads="1"/>
                </p:cNvSpPr>
                <p:nvPr/>
              </p:nvSpPr>
              <p:spPr bwMode="auto">
                <a:xfrm>
                  <a:off x="448" y="1041"/>
                  <a:ext cx="1243"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0496" name="Group 28"/>
              <p:cNvGrpSpPr>
                <a:grpSpLocks/>
              </p:cNvGrpSpPr>
              <p:nvPr/>
            </p:nvGrpSpPr>
            <p:grpSpPr bwMode="auto">
              <a:xfrm>
                <a:off x="1691" y="1041"/>
                <a:ext cx="677" cy="403"/>
                <a:chOff x="1691" y="1041"/>
                <a:chExt cx="677" cy="403"/>
              </a:xfrm>
            </p:grpSpPr>
            <p:sp>
              <p:nvSpPr>
                <p:cNvPr id="20533" name="Rectangle 29"/>
                <p:cNvSpPr>
                  <a:spLocks noChangeArrowheads="1"/>
                </p:cNvSpPr>
                <p:nvPr/>
              </p:nvSpPr>
              <p:spPr bwMode="auto">
                <a:xfrm>
                  <a:off x="1721" y="1071"/>
                  <a:ext cx="617"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kumimoji="1" lang="en-US" altLang="en-US" sz="1800">
                      <a:latin typeface="Times New Roman" panose="02020603050405020304" pitchFamily="18" charset="0"/>
                      <a:cs typeface="Times New Roman" panose="02020603050405020304" pitchFamily="18" charset="0"/>
                    </a:rPr>
                    <a:t>Low</a:t>
                  </a:r>
                </a:p>
                <a:p>
                  <a:pPr algn="ctr"/>
                  <a:r>
                    <a:rPr lang="en-GB" altLang="en-US" sz="3200">
                      <a:latin typeface="Arial" panose="020B0604020202020204" pitchFamily="34" charset="0"/>
                      <a:sym typeface="Symbol" panose="05050102010706020507" pitchFamily="18" charset="2"/>
                    </a:rPr>
                    <a:t></a:t>
                  </a:r>
                  <a:r>
                    <a:rPr lang="pt-PT" altLang="en-US" sz="3200">
                      <a:latin typeface="Arial" panose="020B0604020202020204" pitchFamily="34" charset="0"/>
                      <a:sym typeface="Symbol" panose="05050102010706020507" pitchFamily="18" charset="2"/>
                    </a:rPr>
                    <a:t>/ </a:t>
                  </a:r>
                  <a:endParaRPr kumimoji="1" lang="en-US" altLang="en-US" sz="1800">
                    <a:latin typeface="Times New Roman" panose="02020603050405020304" pitchFamily="18" charset="0"/>
                    <a:cs typeface="Times New Roman" panose="02020603050405020304" pitchFamily="18" charset="0"/>
                  </a:endParaRPr>
                </a:p>
                <a:p>
                  <a:pPr algn="ctr"/>
                  <a:endParaRPr kumimoji="1" lang="en-US" altLang="en-US" sz="1800">
                    <a:latin typeface="Times New Roman" panose="02020603050405020304" pitchFamily="18" charset="0"/>
                  </a:endParaRPr>
                </a:p>
              </p:txBody>
            </p:sp>
            <p:sp>
              <p:nvSpPr>
                <p:cNvPr id="20534" name="Rectangle 30"/>
                <p:cNvSpPr>
                  <a:spLocks noChangeArrowheads="1"/>
                </p:cNvSpPr>
                <p:nvPr/>
              </p:nvSpPr>
              <p:spPr bwMode="auto">
                <a:xfrm>
                  <a:off x="1691" y="1041"/>
                  <a:ext cx="677"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0497" name="Group 31"/>
              <p:cNvGrpSpPr>
                <a:grpSpLocks/>
              </p:cNvGrpSpPr>
              <p:nvPr/>
            </p:nvGrpSpPr>
            <p:grpSpPr bwMode="auto">
              <a:xfrm>
                <a:off x="0" y="1504"/>
                <a:ext cx="448" cy="633"/>
                <a:chOff x="0" y="1504"/>
                <a:chExt cx="448" cy="633"/>
              </a:xfrm>
            </p:grpSpPr>
            <p:sp>
              <p:nvSpPr>
                <p:cNvPr id="20531" name="Rectangle 32"/>
                <p:cNvSpPr>
                  <a:spLocks noChangeArrowheads="1"/>
                </p:cNvSpPr>
                <p:nvPr/>
              </p:nvSpPr>
              <p:spPr bwMode="auto">
                <a:xfrm>
                  <a:off x="30" y="1534"/>
                  <a:ext cx="388" cy="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kumimoji="1" lang="en-US" altLang="en-US">
                      <a:latin typeface="Times New Roman" panose="02020603050405020304" pitchFamily="18" charset="0"/>
                      <a:cs typeface="Times New Roman" panose="02020603050405020304" pitchFamily="18" charset="0"/>
                    </a:rPr>
                    <a:t>2</a:t>
                  </a:r>
                </a:p>
                <a:p>
                  <a:pPr algn="ctr"/>
                  <a:endParaRPr kumimoji="1" lang="en-US" altLang="en-US">
                    <a:latin typeface="Times New Roman" panose="02020603050405020304" pitchFamily="18" charset="0"/>
                  </a:endParaRPr>
                </a:p>
              </p:txBody>
            </p:sp>
            <p:sp>
              <p:nvSpPr>
                <p:cNvPr id="20532" name="Rectangle 33"/>
                <p:cNvSpPr>
                  <a:spLocks noChangeArrowheads="1"/>
                </p:cNvSpPr>
                <p:nvPr/>
              </p:nvSpPr>
              <p:spPr bwMode="auto">
                <a:xfrm>
                  <a:off x="0" y="1504"/>
                  <a:ext cx="448" cy="63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0498" name="Group 34"/>
              <p:cNvGrpSpPr>
                <a:grpSpLocks/>
              </p:cNvGrpSpPr>
              <p:nvPr/>
            </p:nvGrpSpPr>
            <p:grpSpPr bwMode="auto">
              <a:xfrm>
                <a:off x="448" y="1504"/>
                <a:ext cx="1243" cy="633"/>
                <a:chOff x="448" y="1504"/>
                <a:chExt cx="1243" cy="633"/>
              </a:xfrm>
            </p:grpSpPr>
            <p:sp>
              <p:nvSpPr>
                <p:cNvPr id="20529" name="Rectangle 35"/>
                <p:cNvSpPr>
                  <a:spLocks noChangeArrowheads="1"/>
                </p:cNvSpPr>
                <p:nvPr/>
              </p:nvSpPr>
              <p:spPr bwMode="auto">
                <a:xfrm>
                  <a:off x="478" y="1534"/>
                  <a:ext cx="1183" cy="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kumimoji="1" lang="en-US" altLang="en-US" sz="1800">
                      <a:latin typeface="Times New Roman" panose="02020603050405020304" pitchFamily="18" charset="0"/>
                      <a:cs typeface="Times New Roman" panose="02020603050405020304" pitchFamily="18" charset="0"/>
                    </a:rPr>
                    <a:t>4-7 Hz</a:t>
                  </a:r>
                  <a:br>
                    <a:rPr kumimoji="1" lang="en-US" altLang="en-US" sz="1800">
                      <a:latin typeface="Times New Roman" panose="02020603050405020304" pitchFamily="18" charset="0"/>
                      <a:cs typeface="Times New Roman" panose="02020603050405020304" pitchFamily="18" charset="0"/>
                    </a:rPr>
                  </a:br>
                  <a:r>
                    <a:rPr kumimoji="1" lang="en-US" altLang="en-US" sz="1800">
                      <a:latin typeface="Times New Roman" panose="02020603050405020304" pitchFamily="18" charset="0"/>
                      <a:cs typeface="Times New Roman" panose="02020603050405020304" pitchFamily="18" charset="0"/>
                    </a:rPr>
                    <a:t>Occasional "sleep spindles"</a:t>
                  </a:r>
                  <a:br>
                    <a:rPr kumimoji="1" lang="en-US" altLang="en-US" sz="1800">
                      <a:latin typeface="Times New Roman" panose="02020603050405020304" pitchFamily="18" charset="0"/>
                      <a:cs typeface="Times New Roman" panose="02020603050405020304" pitchFamily="18" charset="0"/>
                    </a:rPr>
                  </a:br>
                  <a:r>
                    <a:rPr kumimoji="1" lang="en-US" altLang="en-US" sz="1800">
                      <a:latin typeface="Times New Roman" panose="02020603050405020304" pitchFamily="18" charset="0"/>
                      <a:cs typeface="Times New Roman" panose="02020603050405020304" pitchFamily="18" charset="0"/>
                    </a:rPr>
                    <a:t>Occasional "K" complexes</a:t>
                  </a:r>
                </a:p>
                <a:p>
                  <a:pPr algn="ctr"/>
                  <a:endParaRPr kumimoji="1" lang="en-US" altLang="en-US">
                    <a:latin typeface="Times New Roman" panose="02020603050405020304" pitchFamily="18" charset="0"/>
                  </a:endParaRPr>
                </a:p>
              </p:txBody>
            </p:sp>
            <p:sp>
              <p:nvSpPr>
                <p:cNvPr id="20530" name="Rectangle 36"/>
                <p:cNvSpPr>
                  <a:spLocks noChangeArrowheads="1"/>
                </p:cNvSpPr>
                <p:nvPr/>
              </p:nvSpPr>
              <p:spPr bwMode="auto">
                <a:xfrm>
                  <a:off x="448" y="1504"/>
                  <a:ext cx="1243" cy="63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0499" name="Group 37"/>
              <p:cNvGrpSpPr>
                <a:grpSpLocks/>
              </p:cNvGrpSpPr>
              <p:nvPr/>
            </p:nvGrpSpPr>
            <p:grpSpPr bwMode="auto">
              <a:xfrm>
                <a:off x="1691" y="1504"/>
                <a:ext cx="677" cy="633"/>
                <a:chOff x="1691" y="1504"/>
                <a:chExt cx="677" cy="633"/>
              </a:xfrm>
            </p:grpSpPr>
            <p:sp>
              <p:nvSpPr>
                <p:cNvPr id="20527" name="Rectangle 38"/>
                <p:cNvSpPr>
                  <a:spLocks noChangeArrowheads="1"/>
                </p:cNvSpPr>
                <p:nvPr/>
              </p:nvSpPr>
              <p:spPr bwMode="auto">
                <a:xfrm>
                  <a:off x="1721" y="1534"/>
                  <a:ext cx="617" cy="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kumimoji="1" lang="en-US" altLang="en-US" sz="1800">
                      <a:latin typeface="Times New Roman" panose="02020603050405020304" pitchFamily="18" charset="0"/>
                      <a:cs typeface="Times New Roman" panose="02020603050405020304" pitchFamily="18" charset="0"/>
                    </a:rPr>
                    <a:t>Medium</a:t>
                  </a:r>
                </a:p>
                <a:p>
                  <a:pPr algn="ctr"/>
                  <a:r>
                    <a:rPr lang="pt-PT" altLang="en-US" sz="3200">
                      <a:latin typeface="Arial" panose="020B0604020202020204" pitchFamily="34" charset="0"/>
                      <a:sym typeface="Symbol" panose="05050102010706020507" pitchFamily="18" charset="2"/>
                    </a:rPr>
                    <a:t></a:t>
                  </a:r>
                  <a:endParaRPr lang="en-US" altLang="en-US" sz="3200">
                    <a:latin typeface="Arial" panose="020B0604020202020204" pitchFamily="34" charset="0"/>
                    <a:sym typeface="Symbol" panose="05050102010706020507" pitchFamily="18" charset="2"/>
                  </a:endParaRPr>
                </a:p>
              </p:txBody>
            </p:sp>
            <p:sp>
              <p:nvSpPr>
                <p:cNvPr id="20528" name="Rectangle 39"/>
                <p:cNvSpPr>
                  <a:spLocks noChangeArrowheads="1"/>
                </p:cNvSpPr>
                <p:nvPr/>
              </p:nvSpPr>
              <p:spPr bwMode="auto">
                <a:xfrm>
                  <a:off x="1691" y="1504"/>
                  <a:ext cx="677" cy="63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0500" name="Group 40"/>
              <p:cNvGrpSpPr>
                <a:grpSpLocks/>
              </p:cNvGrpSpPr>
              <p:nvPr/>
            </p:nvGrpSpPr>
            <p:grpSpPr bwMode="auto">
              <a:xfrm>
                <a:off x="0" y="2197"/>
                <a:ext cx="448" cy="403"/>
                <a:chOff x="0" y="2197"/>
                <a:chExt cx="448" cy="403"/>
              </a:xfrm>
            </p:grpSpPr>
            <p:sp>
              <p:nvSpPr>
                <p:cNvPr id="20525" name="Rectangle 41"/>
                <p:cNvSpPr>
                  <a:spLocks noChangeArrowheads="1"/>
                </p:cNvSpPr>
                <p:nvPr/>
              </p:nvSpPr>
              <p:spPr bwMode="auto">
                <a:xfrm>
                  <a:off x="30" y="2227"/>
                  <a:ext cx="388"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kumimoji="1" lang="en-US" altLang="en-US">
                      <a:latin typeface="Times New Roman" panose="02020603050405020304" pitchFamily="18" charset="0"/>
                      <a:cs typeface="Times New Roman" panose="02020603050405020304" pitchFamily="18" charset="0"/>
                    </a:rPr>
                    <a:t>3</a:t>
                  </a:r>
                </a:p>
                <a:p>
                  <a:pPr algn="ctr"/>
                  <a:endParaRPr kumimoji="1" lang="en-US" altLang="en-US">
                    <a:latin typeface="Times New Roman" panose="02020603050405020304" pitchFamily="18" charset="0"/>
                  </a:endParaRPr>
                </a:p>
              </p:txBody>
            </p:sp>
            <p:sp>
              <p:nvSpPr>
                <p:cNvPr id="20526" name="Rectangle 42"/>
                <p:cNvSpPr>
                  <a:spLocks noChangeArrowheads="1"/>
                </p:cNvSpPr>
                <p:nvPr/>
              </p:nvSpPr>
              <p:spPr bwMode="auto">
                <a:xfrm>
                  <a:off x="0" y="2197"/>
                  <a:ext cx="448"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0501" name="Group 43"/>
              <p:cNvGrpSpPr>
                <a:grpSpLocks/>
              </p:cNvGrpSpPr>
              <p:nvPr/>
            </p:nvGrpSpPr>
            <p:grpSpPr bwMode="auto">
              <a:xfrm>
                <a:off x="448" y="2197"/>
                <a:ext cx="1243" cy="403"/>
                <a:chOff x="448" y="2197"/>
                <a:chExt cx="1243" cy="403"/>
              </a:xfrm>
            </p:grpSpPr>
            <p:sp>
              <p:nvSpPr>
                <p:cNvPr id="20523" name="Rectangle 44"/>
                <p:cNvSpPr>
                  <a:spLocks noChangeArrowheads="1"/>
                </p:cNvSpPr>
                <p:nvPr/>
              </p:nvSpPr>
              <p:spPr bwMode="auto">
                <a:xfrm>
                  <a:off x="478" y="2227"/>
                  <a:ext cx="1183"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kumimoji="1" lang="en-US" altLang="en-US" sz="1800">
                      <a:latin typeface="Times New Roman" panose="02020603050405020304" pitchFamily="18" charset="0"/>
                      <a:cs typeface="Times New Roman" panose="02020603050405020304" pitchFamily="18" charset="0"/>
                    </a:rPr>
                    <a:t>1-3 Hz</a:t>
                  </a:r>
                </a:p>
                <a:p>
                  <a:pPr algn="ctr"/>
                  <a:endParaRPr kumimoji="1" lang="en-US" altLang="en-US" sz="1800">
                    <a:latin typeface="Times New Roman" panose="02020603050405020304" pitchFamily="18" charset="0"/>
                  </a:endParaRPr>
                </a:p>
              </p:txBody>
            </p:sp>
            <p:sp>
              <p:nvSpPr>
                <p:cNvPr id="20524" name="Rectangle 45"/>
                <p:cNvSpPr>
                  <a:spLocks noChangeArrowheads="1"/>
                </p:cNvSpPr>
                <p:nvPr/>
              </p:nvSpPr>
              <p:spPr bwMode="auto">
                <a:xfrm>
                  <a:off x="448" y="2197"/>
                  <a:ext cx="1243"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0502" name="Group 46"/>
              <p:cNvGrpSpPr>
                <a:grpSpLocks/>
              </p:cNvGrpSpPr>
              <p:nvPr/>
            </p:nvGrpSpPr>
            <p:grpSpPr bwMode="auto">
              <a:xfrm>
                <a:off x="1691" y="2197"/>
                <a:ext cx="677" cy="403"/>
                <a:chOff x="1691" y="2197"/>
                <a:chExt cx="677" cy="403"/>
              </a:xfrm>
            </p:grpSpPr>
            <p:sp>
              <p:nvSpPr>
                <p:cNvPr id="20521" name="Rectangle 47"/>
                <p:cNvSpPr>
                  <a:spLocks noChangeArrowheads="1"/>
                </p:cNvSpPr>
                <p:nvPr/>
              </p:nvSpPr>
              <p:spPr bwMode="auto">
                <a:xfrm>
                  <a:off x="1721" y="2227"/>
                  <a:ext cx="617"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kumimoji="1" lang="en-US" altLang="en-US" sz="1800">
                      <a:latin typeface="Times New Roman" panose="02020603050405020304" pitchFamily="18" charset="0"/>
                      <a:cs typeface="Times New Roman" panose="02020603050405020304" pitchFamily="18" charset="0"/>
                    </a:rPr>
                    <a:t>High</a:t>
                  </a:r>
                </a:p>
                <a:p>
                  <a:pPr algn="ctr"/>
                  <a:r>
                    <a:rPr lang="pt-PT" altLang="en-US" sz="3200">
                      <a:latin typeface="Arial" panose="020B0604020202020204" pitchFamily="34" charset="0"/>
                      <a:sym typeface="Symbol" panose="05050102010706020507" pitchFamily="18" charset="2"/>
                    </a:rPr>
                    <a:t></a:t>
                  </a:r>
                  <a:endParaRPr lang="en-US" altLang="en-US" sz="3200">
                    <a:latin typeface="Arial" panose="020B0604020202020204" pitchFamily="34" charset="0"/>
                    <a:sym typeface="Symbol" panose="05050102010706020507" pitchFamily="18" charset="2"/>
                  </a:endParaRPr>
                </a:p>
              </p:txBody>
            </p:sp>
            <p:sp>
              <p:nvSpPr>
                <p:cNvPr id="20522" name="Rectangle 48"/>
                <p:cNvSpPr>
                  <a:spLocks noChangeArrowheads="1"/>
                </p:cNvSpPr>
                <p:nvPr/>
              </p:nvSpPr>
              <p:spPr bwMode="auto">
                <a:xfrm>
                  <a:off x="1691" y="2197"/>
                  <a:ext cx="677"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0503" name="Group 49"/>
              <p:cNvGrpSpPr>
                <a:grpSpLocks/>
              </p:cNvGrpSpPr>
              <p:nvPr/>
            </p:nvGrpSpPr>
            <p:grpSpPr bwMode="auto">
              <a:xfrm>
                <a:off x="0" y="2660"/>
                <a:ext cx="448" cy="403"/>
                <a:chOff x="0" y="2660"/>
                <a:chExt cx="448" cy="403"/>
              </a:xfrm>
            </p:grpSpPr>
            <p:sp>
              <p:nvSpPr>
                <p:cNvPr id="20519" name="Rectangle 50"/>
                <p:cNvSpPr>
                  <a:spLocks noChangeArrowheads="1"/>
                </p:cNvSpPr>
                <p:nvPr/>
              </p:nvSpPr>
              <p:spPr bwMode="auto">
                <a:xfrm>
                  <a:off x="30" y="2690"/>
                  <a:ext cx="388"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kumimoji="1" lang="en-US" altLang="en-US">
                      <a:latin typeface="Times New Roman" panose="02020603050405020304" pitchFamily="18" charset="0"/>
                      <a:cs typeface="Times New Roman" panose="02020603050405020304" pitchFamily="18" charset="0"/>
                    </a:rPr>
                    <a:t>4</a:t>
                  </a:r>
                </a:p>
                <a:p>
                  <a:pPr algn="ctr"/>
                  <a:endParaRPr kumimoji="1" lang="en-US" altLang="en-US">
                    <a:latin typeface="Times New Roman" panose="02020603050405020304" pitchFamily="18" charset="0"/>
                  </a:endParaRPr>
                </a:p>
              </p:txBody>
            </p:sp>
            <p:sp>
              <p:nvSpPr>
                <p:cNvPr id="20520" name="Rectangle 51"/>
                <p:cNvSpPr>
                  <a:spLocks noChangeArrowheads="1"/>
                </p:cNvSpPr>
                <p:nvPr/>
              </p:nvSpPr>
              <p:spPr bwMode="auto">
                <a:xfrm>
                  <a:off x="0" y="2660"/>
                  <a:ext cx="448"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0504" name="Group 52"/>
              <p:cNvGrpSpPr>
                <a:grpSpLocks/>
              </p:cNvGrpSpPr>
              <p:nvPr/>
            </p:nvGrpSpPr>
            <p:grpSpPr bwMode="auto">
              <a:xfrm>
                <a:off x="448" y="2660"/>
                <a:ext cx="1243" cy="403"/>
                <a:chOff x="448" y="2660"/>
                <a:chExt cx="1243" cy="403"/>
              </a:xfrm>
            </p:grpSpPr>
            <p:sp>
              <p:nvSpPr>
                <p:cNvPr id="20517" name="Rectangle 53"/>
                <p:cNvSpPr>
                  <a:spLocks noChangeArrowheads="1"/>
                </p:cNvSpPr>
                <p:nvPr/>
              </p:nvSpPr>
              <p:spPr bwMode="auto">
                <a:xfrm>
                  <a:off x="478" y="2690"/>
                  <a:ext cx="1183"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kumimoji="1" lang="en-US" altLang="en-US" sz="1800">
                      <a:latin typeface="Times New Roman" panose="02020603050405020304" pitchFamily="18" charset="0"/>
                      <a:cs typeface="Times New Roman" panose="02020603050405020304" pitchFamily="18" charset="0"/>
                    </a:rPr>
                    <a:t>Less than 2 Hz</a:t>
                  </a:r>
                </a:p>
                <a:p>
                  <a:pPr algn="ctr"/>
                  <a:endParaRPr kumimoji="1" lang="en-US" altLang="en-US" sz="1800">
                    <a:latin typeface="Times New Roman" panose="02020603050405020304" pitchFamily="18" charset="0"/>
                  </a:endParaRPr>
                </a:p>
              </p:txBody>
            </p:sp>
            <p:sp>
              <p:nvSpPr>
                <p:cNvPr id="20518" name="Rectangle 54"/>
                <p:cNvSpPr>
                  <a:spLocks noChangeArrowheads="1"/>
                </p:cNvSpPr>
                <p:nvPr/>
              </p:nvSpPr>
              <p:spPr bwMode="auto">
                <a:xfrm>
                  <a:off x="448" y="2660"/>
                  <a:ext cx="1243"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0505" name="Group 55"/>
              <p:cNvGrpSpPr>
                <a:grpSpLocks/>
              </p:cNvGrpSpPr>
              <p:nvPr/>
            </p:nvGrpSpPr>
            <p:grpSpPr bwMode="auto">
              <a:xfrm>
                <a:off x="1691" y="2660"/>
                <a:ext cx="677" cy="403"/>
                <a:chOff x="1691" y="2660"/>
                <a:chExt cx="677" cy="403"/>
              </a:xfrm>
            </p:grpSpPr>
            <p:sp>
              <p:nvSpPr>
                <p:cNvPr id="20515" name="Rectangle 56"/>
                <p:cNvSpPr>
                  <a:spLocks noChangeArrowheads="1"/>
                </p:cNvSpPr>
                <p:nvPr/>
              </p:nvSpPr>
              <p:spPr bwMode="auto">
                <a:xfrm>
                  <a:off x="1721" y="2690"/>
                  <a:ext cx="617"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kumimoji="1" lang="en-US" altLang="en-US" sz="1800">
                      <a:latin typeface="Times New Roman" panose="02020603050405020304" pitchFamily="18" charset="0"/>
                      <a:cs typeface="Times New Roman" panose="02020603050405020304" pitchFamily="18" charset="0"/>
                    </a:rPr>
                    <a:t>High</a:t>
                  </a:r>
                </a:p>
                <a:p>
                  <a:pPr algn="ctr"/>
                  <a:r>
                    <a:rPr lang="pt-PT" altLang="en-US" sz="3200">
                      <a:latin typeface="Arial" panose="020B0604020202020204" pitchFamily="34" charset="0"/>
                      <a:sym typeface="Symbol" panose="05050102010706020507" pitchFamily="18" charset="2"/>
                    </a:rPr>
                    <a:t></a:t>
                  </a:r>
                  <a:endParaRPr kumimoji="1" lang="en-US" altLang="en-US" sz="1800">
                    <a:latin typeface="Times New Roman" panose="02020603050405020304" pitchFamily="18" charset="0"/>
                    <a:cs typeface="Times New Roman" panose="02020603050405020304" pitchFamily="18" charset="0"/>
                  </a:endParaRPr>
                </a:p>
                <a:p>
                  <a:pPr algn="ctr"/>
                  <a:endParaRPr kumimoji="1" lang="en-US" altLang="en-US" sz="1800">
                    <a:latin typeface="Times New Roman" panose="02020603050405020304" pitchFamily="18" charset="0"/>
                  </a:endParaRPr>
                </a:p>
              </p:txBody>
            </p:sp>
            <p:sp>
              <p:nvSpPr>
                <p:cNvPr id="20516" name="Rectangle 57"/>
                <p:cNvSpPr>
                  <a:spLocks noChangeArrowheads="1"/>
                </p:cNvSpPr>
                <p:nvPr/>
              </p:nvSpPr>
              <p:spPr bwMode="auto">
                <a:xfrm>
                  <a:off x="1691" y="2660"/>
                  <a:ext cx="677"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0506" name="Group 58"/>
              <p:cNvGrpSpPr>
                <a:grpSpLocks/>
              </p:cNvGrpSpPr>
              <p:nvPr/>
            </p:nvGrpSpPr>
            <p:grpSpPr bwMode="auto">
              <a:xfrm>
                <a:off x="0" y="3123"/>
                <a:ext cx="448" cy="403"/>
                <a:chOff x="0" y="3123"/>
                <a:chExt cx="448" cy="403"/>
              </a:xfrm>
            </p:grpSpPr>
            <p:sp>
              <p:nvSpPr>
                <p:cNvPr id="20513" name="Rectangle 59"/>
                <p:cNvSpPr>
                  <a:spLocks noChangeArrowheads="1"/>
                </p:cNvSpPr>
                <p:nvPr/>
              </p:nvSpPr>
              <p:spPr bwMode="auto">
                <a:xfrm>
                  <a:off x="30" y="3153"/>
                  <a:ext cx="388"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kumimoji="1" lang="en-US" altLang="en-US">
                      <a:latin typeface="Times New Roman" panose="02020603050405020304" pitchFamily="18" charset="0"/>
                      <a:cs typeface="Times New Roman" panose="02020603050405020304" pitchFamily="18" charset="0"/>
                    </a:rPr>
                    <a:t>REM</a:t>
                  </a:r>
                </a:p>
                <a:p>
                  <a:pPr algn="ctr"/>
                  <a:endParaRPr kumimoji="1" lang="en-US" altLang="en-US">
                    <a:latin typeface="Times New Roman" panose="02020603050405020304" pitchFamily="18" charset="0"/>
                  </a:endParaRPr>
                </a:p>
              </p:txBody>
            </p:sp>
            <p:sp>
              <p:nvSpPr>
                <p:cNvPr id="20514" name="Rectangle 60"/>
                <p:cNvSpPr>
                  <a:spLocks noChangeArrowheads="1"/>
                </p:cNvSpPr>
                <p:nvPr/>
              </p:nvSpPr>
              <p:spPr bwMode="auto">
                <a:xfrm>
                  <a:off x="0" y="3123"/>
                  <a:ext cx="448"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0507" name="Group 61"/>
              <p:cNvGrpSpPr>
                <a:grpSpLocks/>
              </p:cNvGrpSpPr>
              <p:nvPr/>
            </p:nvGrpSpPr>
            <p:grpSpPr bwMode="auto">
              <a:xfrm>
                <a:off x="448" y="3123"/>
                <a:ext cx="1243" cy="403"/>
                <a:chOff x="448" y="3123"/>
                <a:chExt cx="1243" cy="403"/>
              </a:xfrm>
            </p:grpSpPr>
            <p:sp>
              <p:nvSpPr>
                <p:cNvPr id="20511" name="Rectangle 62"/>
                <p:cNvSpPr>
                  <a:spLocks noChangeArrowheads="1"/>
                </p:cNvSpPr>
                <p:nvPr/>
              </p:nvSpPr>
              <p:spPr bwMode="auto">
                <a:xfrm>
                  <a:off x="478" y="3153"/>
                  <a:ext cx="1183"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kumimoji="1" lang="en-US" altLang="en-US" sz="1800">
                      <a:latin typeface="Times New Roman" panose="02020603050405020304" pitchFamily="18" charset="0"/>
                      <a:cs typeface="Times New Roman" panose="02020603050405020304" pitchFamily="18" charset="0"/>
                    </a:rPr>
                    <a:t>More than 10 Hz</a:t>
                  </a:r>
                </a:p>
                <a:p>
                  <a:pPr algn="ctr"/>
                  <a:endParaRPr kumimoji="1" lang="en-US" altLang="en-US" sz="1800">
                    <a:latin typeface="Times New Roman" panose="02020603050405020304" pitchFamily="18" charset="0"/>
                  </a:endParaRPr>
                </a:p>
              </p:txBody>
            </p:sp>
            <p:sp>
              <p:nvSpPr>
                <p:cNvPr id="20512" name="Rectangle 63"/>
                <p:cNvSpPr>
                  <a:spLocks noChangeArrowheads="1"/>
                </p:cNvSpPr>
                <p:nvPr/>
              </p:nvSpPr>
              <p:spPr bwMode="auto">
                <a:xfrm>
                  <a:off x="448" y="3123"/>
                  <a:ext cx="1243"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0508" name="Group 64"/>
              <p:cNvGrpSpPr>
                <a:grpSpLocks/>
              </p:cNvGrpSpPr>
              <p:nvPr/>
            </p:nvGrpSpPr>
            <p:grpSpPr bwMode="auto">
              <a:xfrm>
                <a:off x="1691" y="3123"/>
                <a:ext cx="677" cy="403"/>
                <a:chOff x="1691" y="3123"/>
                <a:chExt cx="677" cy="403"/>
              </a:xfrm>
            </p:grpSpPr>
            <p:sp>
              <p:nvSpPr>
                <p:cNvPr id="20509" name="Rectangle 65"/>
                <p:cNvSpPr>
                  <a:spLocks noChangeArrowheads="1"/>
                </p:cNvSpPr>
                <p:nvPr/>
              </p:nvSpPr>
              <p:spPr bwMode="auto">
                <a:xfrm>
                  <a:off x="1721" y="3153"/>
                  <a:ext cx="617"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kumimoji="1" lang="en-US" altLang="en-US" sz="1800">
                      <a:latin typeface="Times New Roman" panose="02020603050405020304" pitchFamily="18" charset="0"/>
                      <a:cs typeface="Times New Roman" panose="02020603050405020304" pitchFamily="18" charset="0"/>
                    </a:rPr>
                    <a:t>Low</a:t>
                  </a:r>
                </a:p>
                <a:p>
                  <a:pPr algn="ctr"/>
                  <a:r>
                    <a:rPr lang="pt-PT" altLang="en-US" sz="3200">
                      <a:latin typeface="Arial" panose="020B0604020202020204" pitchFamily="34" charset="0"/>
                      <a:sym typeface="Symbol" panose="05050102010706020507" pitchFamily="18" charset="2"/>
                    </a:rPr>
                    <a:t>(teta)</a:t>
                  </a:r>
                  <a:endParaRPr kumimoji="1" lang="en-US" altLang="en-US" sz="1800">
                    <a:latin typeface="Times New Roman" panose="02020603050405020304" pitchFamily="18" charset="0"/>
                    <a:cs typeface="Times New Roman" panose="02020603050405020304" pitchFamily="18" charset="0"/>
                  </a:endParaRPr>
                </a:p>
                <a:p>
                  <a:pPr algn="ctr"/>
                  <a:endParaRPr kumimoji="1" lang="en-US" altLang="en-US">
                    <a:latin typeface="Times New Roman" panose="02020603050405020304" pitchFamily="18" charset="0"/>
                  </a:endParaRPr>
                </a:p>
              </p:txBody>
            </p:sp>
            <p:sp>
              <p:nvSpPr>
                <p:cNvPr id="20510" name="Rectangle 66"/>
                <p:cNvSpPr>
                  <a:spLocks noChangeArrowheads="1"/>
                </p:cNvSpPr>
                <p:nvPr/>
              </p:nvSpPr>
              <p:spPr bwMode="auto">
                <a:xfrm>
                  <a:off x="1691" y="3123"/>
                  <a:ext cx="677"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sp>
          <p:nvSpPr>
            <p:cNvPr id="20487" name="Rectangle 67"/>
            <p:cNvSpPr>
              <a:spLocks noChangeArrowheads="1"/>
            </p:cNvSpPr>
            <p:nvPr/>
          </p:nvSpPr>
          <p:spPr bwMode="auto">
            <a:xfrm>
              <a:off x="-3" y="-3"/>
              <a:ext cx="2374" cy="3532"/>
            </a:xfrm>
            <a:prstGeom prst="rect">
              <a:avLst/>
            </a:prstGeom>
            <a:noFill/>
            <a:ln w="11112">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fontAlgn="auto" hangingPunct="1">
              <a:spcAft>
                <a:spcPts val="0"/>
              </a:spcAft>
              <a:defRPr/>
            </a:pPr>
            <a:r>
              <a:rPr lang="en-US">
                <a:solidFill>
                  <a:schemeClr val="tx2">
                    <a:satMod val="200000"/>
                  </a:schemeClr>
                </a:solidFill>
              </a:rPr>
              <a:t>TWO STATES OF SLEEP</a:t>
            </a:r>
          </a:p>
        </p:txBody>
      </p:sp>
      <p:sp>
        <p:nvSpPr>
          <p:cNvPr id="21507" name="Content Placeholder 2"/>
          <p:cNvSpPr>
            <a:spLocks noGrp="1"/>
          </p:cNvSpPr>
          <p:nvPr>
            <p:ph idx="1"/>
          </p:nvPr>
        </p:nvSpPr>
        <p:spPr>
          <a:xfrm>
            <a:off x="928688" y="1676400"/>
            <a:ext cx="7910512" cy="4324350"/>
          </a:xfrm>
        </p:spPr>
        <p:txBody>
          <a:bodyPr/>
          <a:lstStyle/>
          <a:p>
            <a:pPr eaLnBrk="1" hangingPunct="1"/>
            <a:r>
              <a:rPr lang="en-US" altLang="en-US">
                <a:solidFill>
                  <a:srgbClr val="FFC000"/>
                </a:solidFill>
              </a:rPr>
              <a:t>NREM</a:t>
            </a:r>
            <a:r>
              <a:rPr lang="en-US" altLang="en-US"/>
              <a:t>- non-rapid eye movement and has 4 stages- An idling brain in a movable body</a:t>
            </a:r>
          </a:p>
          <a:p>
            <a:pPr eaLnBrk="1" hangingPunct="1"/>
            <a:r>
              <a:rPr lang="en-US" altLang="en-US">
                <a:solidFill>
                  <a:srgbClr val="FFC000"/>
                </a:solidFill>
              </a:rPr>
              <a:t>REM-</a:t>
            </a:r>
            <a:r>
              <a:rPr lang="en-US" altLang="en-US"/>
              <a:t> Rapid eye movement a single stage- an awake brain in a paralysed body </a:t>
            </a:r>
          </a:p>
          <a:p>
            <a:pPr eaLnBrk="1" hangingPunct="1"/>
            <a:r>
              <a:rPr lang="en-US" altLang="en-US"/>
              <a:t>the two types alternate through out the sleep period</a:t>
            </a:r>
          </a:p>
        </p:txBody>
      </p:sp>
      <p:sp>
        <p:nvSpPr>
          <p:cNvPr id="2150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2150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2151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F3050EA-DDCD-477B-A968-3E9BBC3BB10C}" type="slidenum">
              <a:rPr lang="en-US" altLang="en-US" sz="1200">
                <a:solidFill>
                  <a:schemeClr val="tx2"/>
                </a:solidFill>
              </a:rPr>
              <a:pPr/>
              <a:t>18</a:t>
            </a:fld>
            <a:endParaRPr lang="en-US" altLang="en-US" sz="1200">
              <a:solidFill>
                <a:schemeClr val="tx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1066800" y="304800"/>
            <a:ext cx="7772400" cy="838200"/>
          </a:xfrm>
        </p:spPr>
        <p:txBody>
          <a:bodyPr/>
          <a:lstStyle/>
          <a:p>
            <a:pPr eaLnBrk="1" fontAlgn="auto" hangingPunct="1">
              <a:spcAft>
                <a:spcPts val="0"/>
              </a:spcAft>
              <a:defRPr/>
            </a:pPr>
            <a:r>
              <a:rPr lang="en-US">
                <a:solidFill>
                  <a:schemeClr val="tx2">
                    <a:satMod val="200000"/>
                  </a:schemeClr>
                </a:solidFill>
              </a:rPr>
              <a:t>Characteristics of NREM</a:t>
            </a:r>
          </a:p>
        </p:txBody>
      </p:sp>
      <p:sp>
        <p:nvSpPr>
          <p:cNvPr id="22531" name="Content Placeholder 2"/>
          <p:cNvSpPr>
            <a:spLocks noGrp="1"/>
          </p:cNvSpPr>
          <p:nvPr>
            <p:ph idx="1"/>
          </p:nvPr>
        </p:nvSpPr>
        <p:spPr>
          <a:xfrm>
            <a:off x="928688" y="1285875"/>
            <a:ext cx="7986712" cy="5000625"/>
          </a:xfrm>
        </p:spPr>
        <p:txBody>
          <a:bodyPr/>
          <a:lstStyle/>
          <a:p>
            <a:pPr eaLnBrk="1" hangingPunct="1"/>
            <a:r>
              <a:rPr lang="en-US" altLang="en-US" sz="2800"/>
              <a:t>Slowing of EEG rhythm</a:t>
            </a:r>
          </a:p>
          <a:p>
            <a:pPr eaLnBrk="1" hangingPunct="1"/>
            <a:r>
              <a:rPr lang="en-US" altLang="en-US" sz="2800"/>
              <a:t>Higher muscle tone</a:t>
            </a:r>
          </a:p>
          <a:p>
            <a:pPr eaLnBrk="1" hangingPunct="1"/>
            <a:r>
              <a:rPr lang="en-US" altLang="en-US" sz="2800"/>
              <a:t>Absence of eye movement</a:t>
            </a:r>
          </a:p>
          <a:p>
            <a:pPr eaLnBrk="1" hangingPunct="1"/>
            <a:r>
              <a:rPr lang="en-US" altLang="en-US" sz="2800"/>
              <a:t>Absence of ‘thought-like’ mental activity</a:t>
            </a:r>
          </a:p>
          <a:p>
            <a:pPr eaLnBrk="1" hangingPunct="1"/>
            <a:r>
              <a:rPr lang="en-US" altLang="en-US" sz="2800"/>
              <a:t>The deepest sleep levels occur in stages 3 &amp; 4 and occurs first half of the night referred to as delta sleep and duration of delta is 65% inherited. Most adults spend sleep time in stage 2 and least in stage </a:t>
            </a:r>
            <a:r>
              <a:rPr lang="en-US" altLang="en-US"/>
              <a:t>1</a:t>
            </a:r>
          </a:p>
        </p:txBody>
      </p:sp>
      <p:sp>
        <p:nvSpPr>
          <p:cNvPr id="2253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2253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2253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9FDB259-5C3C-41B6-AF17-6CC143FBF967}" type="slidenum">
              <a:rPr lang="en-US" altLang="en-US" sz="1200">
                <a:solidFill>
                  <a:schemeClr val="tx2"/>
                </a:solidFill>
              </a:rPr>
              <a:pPr/>
              <a:t>19</a:t>
            </a:fld>
            <a:endParaRPr lang="en-US" altLang="en-US" sz="1200">
              <a:solidFill>
                <a:schemeClr val="tx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1066800" y="304800"/>
            <a:ext cx="7772400" cy="623888"/>
          </a:xfrm>
        </p:spPr>
        <p:txBody>
          <a:bodyPr>
            <a:normAutofit fontScale="90000"/>
          </a:bodyPr>
          <a:lstStyle/>
          <a:p>
            <a:pPr algn="ctr" eaLnBrk="1" fontAlgn="auto" hangingPunct="1">
              <a:spcAft>
                <a:spcPts val="0"/>
              </a:spcAft>
              <a:defRPr/>
            </a:pPr>
            <a:r>
              <a:rPr lang="en-US">
                <a:solidFill>
                  <a:schemeClr val="tx2">
                    <a:satMod val="200000"/>
                  </a:schemeClr>
                </a:solidFill>
              </a:rPr>
              <a:t>Characteristics of REM</a:t>
            </a:r>
          </a:p>
        </p:txBody>
      </p:sp>
      <p:sp>
        <p:nvSpPr>
          <p:cNvPr id="23555" name="Content Placeholder 2"/>
          <p:cNvSpPr>
            <a:spLocks noGrp="1"/>
          </p:cNvSpPr>
          <p:nvPr>
            <p:ph idx="1"/>
          </p:nvPr>
        </p:nvSpPr>
        <p:spPr>
          <a:xfrm>
            <a:off x="1000125" y="928688"/>
            <a:ext cx="7839075" cy="5072062"/>
          </a:xfrm>
        </p:spPr>
        <p:txBody>
          <a:bodyPr/>
          <a:lstStyle/>
          <a:p>
            <a:pPr eaLnBrk="1" hangingPunct="1"/>
            <a:r>
              <a:rPr lang="en-US" altLang="en-US"/>
              <a:t>An aroused EEG pattern</a:t>
            </a:r>
          </a:p>
          <a:p>
            <a:pPr eaLnBrk="1" hangingPunct="1"/>
            <a:r>
              <a:rPr lang="en-US" altLang="en-US"/>
              <a:t>Sexual arousal</a:t>
            </a:r>
          </a:p>
          <a:p>
            <a:pPr eaLnBrk="1" hangingPunct="1"/>
            <a:r>
              <a:rPr lang="en-US" altLang="en-US"/>
              <a:t>Rapid eye movement</a:t>
            </a:r>
          </a:p>
          <a:p>
            <a:pPr eaLnBrk="1" hangingPunct="1"/>
            <a:r>
              <a:rPr lang="en-US" altLang="en-US"/>
              <a:t>Elaborate visual imaging (dreaming)</a:t>
            </a:r>
          </a:p>
          <a:p>
            <a:pPr eaLnBrk="1" hangingPunct="1"/>
            <a:r>
              <a:rPr lang="en-US" altLang="en-US"/>
              <a:t>Associated with pons</a:t>
            </a:r>
          </a:p>
          <a:p>
            <a:pPr eaLnBrk="1" hangingPunct="1"/>
            <a:r>
              <a:rPr lang="en-US" altLang="en-US"/>
              <a:t>Occurs during the last half of the night gets progressively longer as the night wears on.</a:t>
            </a:r>
          </a:p>
          <a:p>
            <a:pPr eaLnBrk="1" hangingPunct="1"/>
            <a:r>
              <a:rPr lang="en-US" altLang="en-US"/>
              <a:t>Occurs in a 90 minutes cycle </a:t>
            </a:r>
          </a:p>
        </p:txBody>
      </p:sp>
      <p:sp>
        <p:nvSpPr>
          <p:cNvPr id="2355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2355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2355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89E5D41-3140-429A-8D7B-D60688BAF345}" type="slidenum">
              <a:rPr lang="en-US" altLang="en-US" sz="1200">
                <a:solidFill>
                  <a:schemeClr val="tx2"/>
                </a:solidFill>
              </a:rPr>
              <a:pPr/>
              <a:t>20</a:t>
            </a:fld>
            <a:endParaRPr lang="en-US" altLang="en-US" sz="1200">
              <a:solidFill>
                <a:schemeClr val="tx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pPr eaLnBrk="1" fontAlgn="auto" hangingPunct="1">
              <a:spcAft>
                <a:spcPts val="0"/>
              </a:spcAft>
              <a:defRPr/>
            </a:pPr>
            <a:r>
              <a:rPr lang="en-US">
                <a:solidFill>
                  <a:schemeClr val="accent2"/>
                </a:solidFill>
              </a:rPr>
              <a:t> </a:t>
            </a:r>
            <a:r>
              <a:rPr lang="en-US">
                <a:solidFill>
                  <a:srgbClr val="FFC000"/>
                </a:solidFill>
              </a:rPr>
              <a:t>Further</a:t>
            </a:r>
            <a:r>
              <a:rPr lang="en-US">
                <a:solidFill>
                  <a:schemeClr val="accent2"/>
                </a:solidFill>
              </a:rPr>
              <a:t> (</a:t>
            </a:r>
            <a:r>
              <a:rPr lang="en-US">
                <a:solidFill>
                  <a:schemeClr val="accent1"/>
                </a:solidFill>
              </a:rPr>
              <a:t>REM</a:t>
            </a:r>
            <a:r>
              <a:rPr lang="en-US">
                <a:solidFill>
                  <a:schemeClr val="accent2"/>
                </a:solidFill>
              </a:rPr>
              <a:t>)</a:t>
            </a:r>
            <a:r>
              <a:rPr lang="en-US">
                <a:solidFill>
                  <a:schemeClr val="tx2">
                    <a:satMod val="200000"/>
                  </a:schemeClr>
                </a:solidFill>
              </a:rPr>
              <a:t> </a:t>
            </a:r>
            <a:r>
              <a:rPr lang="en-US">
                <a:solidFill>
                  <a:schemeClr val="accent1"/>
                </a:solidFill>
              </a:rPr>
              <a:t>activities</a:t>
            </a:r>
            <a:endParaRPr lang="en-US">
              <a:solidFill>
                <a:schemeClr val="tx2">
                  <a:satMod val="200000"/>
                </a:schemeClr>
              </a:solidFill>
            </a:endParaRPr>
          </a:p>
        </p:txBody>
      </p:sp>
      <p:sp>
        <p:nvSpPr>
          <p:cNvPr id="24579" name="Rectangle 3"/>
          <p:cNvSpPr>
            <a:spLocks noGrp="1" noChangeArrowheads="1"/>
          </p:cNvSpPr>
          <p:nvPr>
            <p:ph idx="1"/>
          </p:nvPr>
        </p:nvSpPr>
        <p:spPr/>
        <p:txBody>
          <a:bodyPr/>
          <a:lstStyle/>
          <a:p>
            <a:pPr eaLnBrk="1" hangingPunct="1"/>
            <a:endParaRPr lang="en-US" altLang="en-US" sz="2800"/>
          </a:p>
          <a:p>
            <a:pPr eaLnBrk="1" hangingPunct="1"/>
            <a:r>
              <a:rPr lang="en-US" altLang="en-US" sz="2400"/>
              <a:t>Changes in blood pressure and respiratory rate</a:t>
            </a:r>
          </a:p>
          <a:p>
            <a:pPr eaLnBrk="1" hangingPunct="1"/>
            <a:r>
              <a:rPr lang="en-US" altLang="en-US" sz="2400"/>
              <a:t>Less receptive to outside stimuli than in deep sleep</a:t>
            </a:r>
          </a:p>
          <a:p>
            <a:pPr eaLnBrk="1" hangingPunct="1"/>
            <a:r>
              <a:rPr lang="en-US" altLang="en-US" sz="2400"/>
              <a:t>Muscle tone decreases markedly</a:t>
            </a:r>
          </a:p>
          <a:p>
            <a:pPr eaLnBrk="1" hangingPunct="1"/>
            <a:r>
              <a:rPr lang="en-US" altLang="en-US" sz="2400"/>
              <a:t>Intense inhibition of somatic motor neurons</a:t>
            </a:r>
          </a:p>
          <a:p>
            <a:pPr eaLnBrk="1" hangingPunct="1"/>
            <a:r>
              <a:rPr lang="en-US" altLang="en-US" sz="2400">
                <a:solidFill>
                  <a:srgbClr val="FFC000"/>
                </a:solidFill>
              </a:rPr>
              <a:t>Sleep latency </a:t>
            </a:r>
            <a:r>
              <a:rPr lang="en-US" altLang="en-US" sz="2400"/>
              <a:t>Period between trying to fall asleep and sleep onset. Insomniacs have long sleep latencies. </a:t>
            </a:r>
            <a:r>
              <a:rPr lang="en-US" altLang="en-US" sz="2400">
                <a:solidFill>
                  <a:srgbClr val="FFC000"/>
                </a:solidFill>
              </a:rPr>
              <a:t>REM latency:</a:t>
            </a:r>
            <a:r>
              <a:rPr lang="en-US" altLang="en-US" sz="2400"/>
              <a:t> Period between falling asleep until first REM  about 90 minutes</a:t>
            </a:r>
            <a:endParaRPr lang="en-US" altLang="en-US" sz="2400">
              <a:solidFill>
                <a:srgbClr val="FFC000"/>
              </a:solidFill>
            </a:endParaRPr>
          </a:p>
          <a:p>
            <a:pPr eaLnBrk="1" hangingPunct="1">
              <a:buFont typeface="Wingdings" panose="05000000000000000000" pitchFamily="2" charset="2"/>
              <a:buNone/>
            </a:pPr>
            <a:endParaRPr lang="en-US" altLang="en-US" sz="2800"/>
          </a:p>
        </p:txBody>
      </p:sp>
      <p:sp>
        <p:nvSpPr>
          <p:cNvPr id="24580"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24581" name="Footer Placeholder 5"/>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24582"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AF31807-B9AC-4E8B-A556-781101EC8CFD}" type="slidenum">
              <a:rPr lang="en-US" altLang="en-US" sz="1200">
                <a:solidFill>
                  <a:schemeClr val="tx2"/>
                </a:solidFill>
              </a:rPr>
              <a:pPr/>
              <a:t>21</a:t>
            </a:fld>
            <a:endParaRPr lang="en-US" altLang="en-US" sz="1200">
              <a:solidFill>
                <a:schemeClr val="tx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6"/>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25603" name="Footer Placeholder 6"/>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2560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97593DB-6A0A-48E4-8D9F-A05A2675A8E6}" type="slidenum">
              <a:rPr lang="en-US" altLang="en-US" sz="1200">
                <a:solidFill>
                  <a:schemeClr val="tx2"/>
                </a:solidFill>
              </a:rPr>
              <a:pPr/>
              <a:t>22</a:t>
            </a:fld>
            <a:endParaRPr lang="en-US" altLang="en-US" sz="1200">
              <a:solidFill>
                <a:schemeClr val="tx2"/>
              </a:solidFill>
            </a:endParaRPr>
          </a:p>
        </p:txBody>
      </p:sp>
      <p:sp>
        <p:nvSpPr>
          <p:cNvPr id="21507" name="Rectangle 2"/>
          <p:cNvSpPr>
            <a:spLocks noGrp="1" noChangeArrowheads="1"/>
          </p:cNvSpPr>
          <p:nvPr>
            <p:ph type="ctrTitle"/>
          </p:nvPr>
        </p:nvSpPr>
        <p:spPr/>
        <p:txBody>
          <a:bodyPr/>
          <a:lstStyle/>
          <a:p>
            <a:pPr eaLnBrk="1" fontAlgn="auto" hangingPunct="1">
              <a:spcAft>
                <a:spcPts val="0"/>
              </a:spcAft>
              <a:defRPr/>
            </a:pPr>
            <a:r>
              <a:rPr lang="en-US" sz="5400">
                <a:solidFill>
                  <a:schemeClr val="tx2">
                    <a:satMod val="200000"/>
                  </a:schemeClr>
                </a:solidFill>
              </a:rPr>
              <a:t>Imagine</a:t>
            </a:r>
          </a:p>
        </p:txBody>
      </p:sp>
      <p:sp>
        <p:nvSpPr>
          <p:cNvPr id="25606" name="Rectangle 3"/>
          <p:cNvSpPr>
            <a:spLocks noGrp="1" noChangeArrowheads="1"/>
          </p:cNvSpPr>
          <p:nvPr>
            <p:ph type="subTitle" idx="1"/>
          </p:nvPr>
        </p:nvSpPr>
        <p:spPr>
          <a:xfrm>
            <a:off x="914400" y="2835275"/>
            <a:ext cx="7772400" cy="1508125"/>
          </a:xfrm>
        </p:spPr>
        <p:txBody>
          <a:bodyPr/>
          <a:lstStyle/>
          <a:p>
            <a:pPr eaLnBrk="1" hangingPunct="1">
              <a:spcBef>
                <a:spcPct val="0"/>
              </a:spcBef>
            </a:pPr>
            <a:r>
              <a:rPr lang="en-US" altLang="en-US"/>
              <a:t>It’s dark</a:t>
            </a:r>
          </a:p>
          <a:p>
            <a:pPr eaLnBrk="1" hangingPunct="1">
              <a:spcBef>
                <a:spcPct val="0"/>
              </a:spcBef>
            </a:pPr>
            <a:r>
              <a:rPr lang="en-US" altLang="en-US"/>
              <a:t>No sounds, except for an owl</a:t>
            </a:r>
          </a:p>
          <a:p>
            <a:pPr eaLnBrk="1" hangingPunct="1">
              <a:spcBef>
                <a:spcPct val="0"/>
              </a:spcBef>
            </a:pPr>
            <a:r>
              <a:rPr lang="en-US" altLang="en-US"/>
              <a:t>People are asleep</a:t>
            </a:r>
          </a:p>
        </p:txBody>
      </p:sp>
      <p:pic>
        <p:nvPicPr>
          <p:cNvPr id="25607" name="Picture 4" descr="headermo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1066800"/>
            <a:ext cx="2155825" cy="206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Sleep patterns &amp; age</a:t>
            </a:r>
          </a:p>
        </p:txBody>
      </p:sp>
      <p:sp>
        <p:nvSpPr>
          <p:cNvPr id="26627" name="Rectangle 3"/>
          <p:cNvSpPr>
            <a:spLocks noGrp="1" noChangeArrowheads="1"/>
          </p:cNvSpPr>
          <p:nvPr>
            <p:ph idx="1"/>
          </p:nvPr>
        </p:nvSpPr>
        <p:spPr/>
        <p:txBody>
          <a:bodyPr/>
          <a:lstStyle/>
          <a:p>
            <a:pPr marL="609600" indent="-609600" eaLnBrk="1" hangingPunct="1"/>
            <a:endParaRPr lang="en-US" altLang="en-US" sz="2800"/>
          </a:p>
          <a:p>
            <a:pPr marL="609600" indent="-609600" eaLnBrk="1" hangingPunct="1"/>
            <a:r>
              <a:rPr lang="en-US" altLang="en-US" sz="2800"/>
              <a:t>Neonate	16-18 hrs 		50% REM</a:t>
            </a:r>
          </a:p>
          <a:p>
            <a:pPr marL="609600" indent="-609600" eaLnBrk="1" hangingPunct="1"/>
            <a:r>
              <a:rPr lang="en-US" altLang="en-US" sz="2800"/>
              <a:t>1 yr		12 hrs		30% REM</a:t>
            </a:r>
          </a:p>
          <a:p>
            <a:pPr marL="609600" indent="-609600" eaLnBrk="1" hangingPunct="1"/>
            <a:r>
              <a:rPr lang="en-US" altLang="en-US" sz="2800"/>
              <a:t>10yrs		10hrs			25%</a:t>
            </a:r>
          </a:p>
          <a:p>
            <a:pPr marL="609600" indent="-609600" eaLnBrk="1" hangingPunct="1"/>
            <a:r>
              <a:rPr lang="en-US" altLang="en-US" sz="2800"/>
              <a:t>13 -16		8hrs			20%</a:t>
            </a:r>
          </a:p>
          <a:p>
            <a:pPr marL="609600" indent="-609600" eaLnBrk="1" hangingPunct="1"/>
            <a:r>
              <a:rPr lang="en-US" altLang="en-US" sz="2800"/>
              <a:t>Adults		gradual 		drops further</a:t>
            </a:r>
          </a:p>
          <a:p>
            <a:pPr marL="609600" indent="-609600" eaLnBrk="1" hangingPunct="1">
              <a:buFont typeface="Wingdings" panose="05000000000000000000" pitchFamily="2" charset="2"/>
              <a:buNone/>
            </a:pPr>
            <a:r>
              <a:rPr lang="en-US" altLang="en-US" sz="2800"/>
              <a:t>				decrease		after 80yrs</a:t>
            </a:r>
          </a:p>
          <a:p>
            <a:pPr marL="609600" indent="-609600" eaLnBrk="1" hangingPunct="1">
              <a:buFont typeface="Wingdings" panose="05000000000000000000" pitchFamily="2" charset="2"/>
              <a:buNone/>
            </a:pPr>
            <a:r>
              <a:rPr lang="en-US" altLang="en-US">
                <a:sym typeface="Wingdings" panose="05000000000000000000" pitchFamily="2" charset="2"/>
              </a:rPr>
              <a:t>ZZZZZZzzzzzzzzzzzZZZZZzzzzZZZZZZZ</a:t>
            </a:r>
          </a:p>
          <a:p>
            <a:pPr marL="609600" indent="-609600" eaLnBrk="1" hangingPunct="1"/>
            <a:endParaRPr lang="en-US" altLang="en-US">
              <a:sym typeface="Wingdings" panose="05000000000000000000" pitchFamily="2" charset="2"/>
            </a:endParaRPr>
          </a:p>
          <a:p>
            <a:pPr marL="609600" indent="-609600" eaLnBrk="1" hangingPunct="1"/>
            <a:endParaRPr lang="en-US" altLang="en-US"/>
          </a:p>
        </p:txBody>
      </p:sp>
      <p:sp>
        <p:nvSpPr>
          <p:cNvPr id="2662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26629" name="Footer Placeholder 6"/>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2663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4D19D83-A9B1-4548-A1BB-4962298C3089}" type="slidenum">
              <a:rPr lang="en-US" altLang="en-US" sz="1200">
                <a:solidFill>
                  <a:schemeClr val="tx2"/>
                </a:solidFill>
              </a:rPr>
              <a:pPr/>
              <a:t>23</a:t>
            </a:fld>
            <a:endParaRPr lang="en-US" altLang="en-US" sz="1200">
              <a:solidFill>
                <a:schemeClr val="tx2"/>
              </a:solidFill>
            </a:endParaRPr>
          </a:p>
        </p:txBody>
      </p:sp>
      <p:pic>
        <p:nvPicPr>
          <p:cNvPr id="26631" name="Picture 4" descr="headermo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9438" y="5929313"/>
            <a:ext cx="1000125" cy="92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How much sleep is needed?</a:t>
            </a:r>
          </a:p>
        </p:txBody>
      </p:sp>
      <p:sp>
        <p:nvSpPr>
          <p:cNvPr id="27651" name="Rectangle 3"/>
          <p:cNvSpPr>
            <a:spLocks noGrp="1" noChangeArrowheads="1"/>
          </p:cNvSpPr>
          <p:nvPr>
            <p:ph idx="1"/>
          </p:nvPr>
        </p:nvSpPr>
        <p:spPr/>
        <p:txBody>
          <a:bodyPr/>
          <a:lstStyle/>
          <a:p>
            <a:pPr marL="609600" indent="-609600" eaLnBrk="1" hangingPunct="1"/>
            <a:r>
              <a:rPr lang="en-US" altLang="en-US" sz="2400"/>
              <a:t>Premature infants no pattern</a:t>
            </a:r>
          </a:p>
          <a:p>
            <a:pPr marL="609600" indent="-609600" eaLnBrk="1" hangingPunct="1"/>
            <a:r>
              <a:rPr lang="en-US" altLang="en-US" sz="2400"/>
              <a:t> Adult-like rhythm established after 1 yr. neonatal cycle 30-40 minutes and gradually lengthens to 90 min cycle in teens.</a:t>
            </a:r>
          </a:p>
          <a:p>
            <a:pPr marL="609600" indent="-609600" eaLnBrk="1" hangingPunct="1"/>
            <a:r>
              <a:rPr lang="en-US" altLang="en-US" sz="2400"/>
              <a:t>Adults initial REM cycle 90 min approx and gets progressively shorter across evening. Sleep time decreases with age.</a:t>
            </a:r>
          </a:p>
          <a:p>
            <a:pPr marL="609600" indent="-609600" eaLnBrk="1" hangingPunct="1"/>
            <a:r>
              <a:rPr lang="en-US" altLang="en-US" sz="2400"/>
              <a:t>In elderly sleep time continues to decline. stage 3 deltalsleep vanishes..do not feel rested as before</a:t>
            </a:r>
          </a:p>
          <a:p>
            <a:pPr marL="609600" indent="-609600" eaLnBrk="1" hangingPunct="1"/>
            <a:endParaRPr lang="en-US" altLang="en-US" sz="2400"/>
          </a:p>
          <a:p>
            <a:pPr marL="609600" indent="-609600" eaLnBrk="1" hangingPunct="1"/>
            <a:endParaRPr lang="en-US" altLang="en-US" sz="2400"/>
          </a:p>
        </p:txBody>
      </p:sp>
      <p:sp>
        <p:nvSpPr>
          <p:cNvPr id="2765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27653" name="Footer Placeholder 7"/>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27654"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0282693-24A3-4BA3-8045-E2F8E134096F}" type="slidenum">
              <a:rPr lang="en-US" altLang="en-US" sz="1200">
                <a:solidFill>
                  <a:schemeClr val="tx2"/>
                </a:solidFill>
              </a:rPr>
              <a:pPr/>
              <a:t>24</a:t>
            </a:fld>
            <a:endParaRPr lang="en-US" altLang="en-US" sz="1200">
              <a:solidFill>
                <a:schemeClr val="tx2"/>
              </a:solidFill>
            </a:endParaRPr>
          </a:p>
        </p:txBody>
      </p:sp>
      <p:sp>
        <p:nvSpPr>
          <p:cNvPr id="27655" name="Rectangle 5"/>
          <p:cNvSpPr>
            <a:spLocks noChangeArrowheads="1"/>
          </p:cNvSpPr>
          <p:nvPr/>
        </p:nvSpPr>
        <p:spPr bwMode="auto">
          <a:xfrm>
            <a:off x="3929063" y="2871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pic>
        <p:nvPicPr>
          <p:cNvPr id="27656" name="Picture 4" descr="C:\Documents and Settings\bgroosjohan.UCMBEIRA\My Documents\segundo ano\Neuroscience for Kids - Sleep_files\sleepy1.gif"/>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7734300" y="5357813"/>
            <a:ext cx="1409700" cy="110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pPr eaLnBrk="1" fontAlgn="auto" hangingPunct="1">
              <a:spcAft>
                <a:spcPts val="0"/>
              </a:spcAft>
              <a:defRPr/>
            </a:pPr>
            <a:r>
              <a:rPr lang="en-GB">
                <a:solidFill>
                  <a:schemeClr val="tx2">
                    <a:satMod val="200000"/>
                  </a:schemeClr>
                </a:solidFill>
              </a:rPr>
              <a:t>In general.....</a:t>
            </a:r>
          </a:p>
        </p:txBody>
      </p:sp>
      <p:sp>
        <p:nvSpPr>
          <p:cNvPr id="28675" name="Rectangle 3"/>
          <p:cNvSpPr>
            <a:spLocks noGrp="1" noChangeArrowheads="1"/>
          </p:cNvSpPr>
          <p:nvPr>
            <p:ph idx="1"/>
          </p:nvPr>
        </p:nvSpPr>
        <p:spPr/>
        <p:txBody>
          <a:bodyPr/>
          <a:lstStyle/>
          <a:p>
            <a:pPr marL="609600" indent="-609600" eaLnBrk="1" hangingPunct="1">
              <a:buFont typeface="Wingdings" panose="05000000000000000000" pitchFamily="2" charset="2"/>
              <a:buAutoNum type="arabicPeriod"/>
            </a:pPr>
            <a:r>
              <a:rPr lang="en-US" altLang="en-US"/>
              <a:t>Children need more sleep than elderly</a:t>
            </a:r>
          </a:p>
          <a:p>
            <a:pPr marL="609600" indent="-609600" eaLnBrk="1" hangingPunct="1">
              <a:buFont typeface="Wingdings" panose="05000000000000000000" pitchFamily="2" charset="2"/>
              <a:buAutoNum type="arabicPeriod"/>
            </a:pPr>
            <a:r>
              <a:rPr lang="en-US" altLang="en-US"/>
              <a:t>Up to 50% is spent in REM sleep therefore children dream most</a:t>
            </a:r>
          </a:p>
          <a:p>
            <a:pPr marL="609600" indent="-609600" eaLnBrk="1" hangingPunct="1">
              <a:buFont typeface="Wingdings" panose="05000000000000000000" pitchFamily="2" charset="2"/>
              <a:buAutoNum type="arabicPeriod"/>
            </a:pPr>
            <a:r>
              <a:rPr lang="en-US" altLang="en-US"/>
              <a:t>Elderly have less slow wave sleep, so less deep sleep, so they wake up more easily during sleep</a:t>
            </a:r>
          </a:p>
          <a:p>
            <a:pPr marL="609600" indent="-609600" eaLnBrk="1" hangingPunct="1">
              <a:buFont typeface="Wingdings" panose="05000000000000000000" pitchFamily="2" charset="2"/>
              <a:buAutoNum type="arabicPeriod"/>
            </a:pPr>
            <a:endParaRPr lang="en-US" altLang="en-US"/>
          </a:p>
        </p:txBody>
      </p:sp>
      <p:sp>
        <p:nvSpPr>
          <p:cNvPr id="2867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28677" name="Footer Placeholder 7"/>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28678"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5A0AE47-C591-4A85-9DFD-78C9CC014479}" type="slidenum">
              <a:rPr lang="en-US" altLang="en-US" sz="1200">
                <a:solidFill>
                  <a:schemeClr val="tx2"/>
                </a:solidFill>
              </a:rPr>
              <a:pPr/>
              <a:t>25</a:t>
            </a:fld>
            <a:endParaRPr lang="en-US" altLang="en-US" sz="1200">
              <a:solidFill>
                <a:schemeClr val="tx2"/>
              </a:solidFill>
            </a:endParaRPr>
          </a:p>
        </p:txBody>
      </p:sp>
      <p:sp>
        <p:nvSpPr>
          <p:cNvPr id="28679" name="Rectangle 5"/>
          <p:cNvSpPr>
            <a:spLocks noChangeArrowheads="1"/>
          </p:cNvSpPr>
          <p:nvPr/>
        </p:nvSpPr>
        <p:spPr bwMode="auto">
          <a:xfrm>
            <a:off x="3943350" y="30765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pic>
        <p:nvPicPr>
          <p:cNvPr id="28680" name="Picture 4" descr="C:\Documents and Settings\bgroosjohan.UCMBEIRA\My Documents\segundo ano\Neuroscience for Kids - Sleep_files\sleepy3.gif"/>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6286500" y="5715000"/>
            <a:ext cx="2286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685800" y="2247900"/>
            <a:ext cx="7772400" cy="2362200"/>
          </a:xfrm>
        </p:spPr>
        <p:txBody>
          <a:bodyPr>
            <a:normAutofit fontScale="90000"/>
          </a:bodyPr>
          <a:lstStyle/>
          <a:p>
            <a:pPr eaLnBrk="1" fontAlgn="auto" hangingPunct="1">
              <a:spcAft>
                <a:spcPts val="0"/>
              </a:spcAft>
              <a:defRPr/>
            </a:pPr>
            <a:r>
              <a:rPr lang="en-US" b="1" i="1">
                <a:solidFill>
                  <a:schemeClr val="tx2">
                    <a:satMod val="200000"/>
                  </a:schemeClr>
                </a:solidFill>
              </a:rPr>
              <a:t>What are the </a:t>
            </a:r>
            <a:br>
              <a:rPr lang="en-US" b="1" i="1">
                <a:solidFill>
                  <a:schemeClr val="tx2">
                    <a:satMod val="200000"/>
                  </a:schemeClr>
                </a:solidFill>
              </a:rPr>
            </a:br>
            <a:r>
              <a:rPr lang="en-US" b="1" i="1">
                <a:solidFill>
                  <a:schemeClr val="tx2">
                    <a:satMod val="200000"/>
                  </a:schemeClr>
                </a:solidFill>
              </a:rPr>
              <a:t>characteristics of brain activity associated with the different levels of sleep?</a:t>
            </a:r>
            <a:endParaRPr lang="en-US">
              <a:solidFill>
                <a:schemeClr val="tx2">
                  <a:satMod val="200000"/>
                </a:schemeClr>
              </a:solidFill>
            </a:endParaRPr>
          </a:p>
        </p:txBody>
      </p:sp>
      <p:sp>
        <p:nvSpPr>
          <p:cNvPr id="29699"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29700"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29701"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5B6EE03-97FA-4328-B38B-0CD4E3CFF790}" type="slidenum">
              <a:rPr lang="en-US" altLang="en-US" sz="1200">
                <a:solidFill>
                  <a:schemeClr val="tx2"/>
                </a:solidFill>
              </a:rPr>
              <a:pPr/>
              <a:t>26</a:t>
            </a:fld>
            <a:endParaRPr lang="en-US" altLang="en-US" sz="1200">
              <a:solidFill>
                <a:schemeClr val="tx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2 Levels of Sleep</a:t>
            </a:r>
          </a:p>
        </p:txBody>
      </p:sp>
      <p:sp>
        <p:nvSpPr>
          <p:cNvPr id="30723" name="Rectangle 4"/>
          <p:cNvSpPr>
            <a:spLocks noGrp="1" noChangeArrowheads="1"/>
          </p:cNvSpPr>
          <p:nvPr>
            <p:ph type="body" sz="half" idx="2"/>
          </p:nvPr>
        </p:nvSpPr>
        <p:spPr>
          <a:xfrm>
            <a:off x="1065213" y="1677988"/>
            <a:ext cx="7769225" cy="1752600"/>
          </a:xfrm>
        </p:spPr>
        <p:txBody>
          <a:bodyPr/>
          <a:lstStyle/>
          <a:p>
            <a:pPr eaLnBrk="1" hangingPunct="1">
              <a:lnSpc>
                <a:spcPct val="90000"/>
              </a:lnSpc>
            </a:pPr>
            <a:r>
              <a:rPr lang="en-US" altLang="en-US" sz="2800"/>
              <a:t>Characteristic patterns of brain wave activity</a:t>
            </a:r>
          </a:p>
          <a:p>
            <a:pPr lvl="1" eaLnBrk="1" hangingPunct="1">
              <a:lnSpc>
                <a:spcPct val="90000"/>
              </a:lnSpc>
            </a:pPr>
            <a:r>
              <a:rPr lang="en-US" altLang="en-US" sz="2400"/>
              <a:t>deep sleep- part of NREM</a:t>
            </a:r>
          </a:p>
          <a:p>
            <a:pPr lvl="1" eaLnBrk="1" hangingPunct="1">
              <a:lnSpc>
                <a:spcPct val="90000"/>
              </a:lnSpc>
            </a:pPr>
            <a:r>
              <a:rPr lang="en-US" altLang="en-US" sz="2400"/>
              <a:t>REM</a:t>
            </a:r>
          </a:p>
        </p:txBody>
      </p:sp>
      <p:sp>
        <p:nvSpPr>
          <p:cNvPr id="30724" name="Date Placeholder 4"/>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30725" name="Footer Placeholder 7"/>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pic>
        <p:nvPicPr>
          <p:cNvPr id="30726" name="Picture 5"/>
          <p:cNvPicPr>
            <a:picLocks noChangeAspect="1" noChangeArrowheads="1"/>
          </p:cNvPicPr>
          <p:nvPr/>
        </p:nvPicPr>
        <p:blipFill>
          <a:blip r:embed="rId2">
            <a:extLst>
              <a:ext uri="{28A0092B-C50C-407E-A947-70E740481C1C}">
                <a14:useLocalDpi xmlns:a14="http://schemas.microsoft.com/office/drawing/2010/main" val="0"/>
              </a:ext>
            </a:extLst>
          </a:blip>
          <a:srcRect l="15303" t="21014" r="16661" b="53780"/>
          <a:stretch>
            <a:fillRect/>
          </a:stretch>
        </p:blipFill>
        <p:spPr bwMode="auto">
          <a:xfrm>
            <a:off x="2100263" y="3214688"/>
            <a:ext cx="4943475"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7"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A5683A3-C180-4BF7-ABB8-FD14F44B6E7B}" type="slidenum">
              <a:rPr lang="en-US" altLang="en-US" sz="1200">
                <a:solidFill>
                  <a:schemeClr val="tx2"/>
                </a:solidFill>
              </a:rPr>
              <a:pPr/>
              <a:t>27</a:t>
            </a:fld>
            <a:endParaRPr lang="en-US" altLang="en-US" sz="1200">
              <a:solidFill>
                <a:schemeClr val="tx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 </a:t>
            </a:r>
            <a:r>
              <a:rPr lang="en-US">
                <a:solidFill>
                  <a:schemeClr val="accent1"/>
                </a:solidFill>
              </a:rPr>
              <a:t>Deep Sleep</a:t>
            </a:r>
            <a:endParaRPr lang="en-US">
              <a:solidFill>
                <a:schemeClr val="tx2">
                  <a:satMod val="200000"/>
                </a:schemeClr>
              </a:solidFill>
            </a:endParaRPr>
          </a:p>
        </p:txBody>
      </p:sp>
      <p:sp>
        <p:nvSpPr>
          <p:cNvPr id="31747" name="Rectangle 3"/>
          <p:cNvSpPr>
            <a:spLocks noGrp="1" noChangeArrowheads="1"/>
          </p:cNvSpPr>
          <p:nvPr>
            <p:ph idx="1"/>
          </p:nvPr>
        </p:nvSpPr>
        <p:spPr/>
        <p:txBody>
          <a:bodyPr/>
          <a:lstStyle/>
          <a:p>
            <a:pPr eaLnBrk="1" hangingPunct="1"/>
            <a:r>
              <a:rPr lang="en-US" altLang="en-US"/>
              <a:t>Also called slow wave sleep</a:t>
            </a:r>
          </a:p>
          <a:p>
            <a:pPr eaLnBrk="1" hangingPunct="1"/>
            <a:r>
              <a:rPr lang="en-US" altLang="en-US"/>
              <a:t>Entire body relaxes</a:t>
            </a:r>
          </a:p>
          <a:p>
            <a:pPr eaLnBrk="1" hangingPunct="1"/>
            <a:r>
              <a:rPr lang="en-US" altLang="en-US"/>
              <a:t>Cerebral cortex activity minimal</a:t>
            </a:r>
          </a:p>
          <a:p>
            <a:pPr eaLnBrk="1" hangingPunct="1"/>
            <a:r>
              <a:rPr lang="en-US" altLang="en-US"/>
              <a:t>Heart rate, blood pressure, respiratory rate, and energy utilization decline up to 30%</a:t>
            </a:r>
          </a:p>
        </p:txBody>
      </p:sp>
      <p:sp>
        <p:nvSpPr>
          <p:cNvPr id="3174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31749" name="Footer Placeholder 5"/>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31750"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1B362BD4-4226-4754-AF4D-0E5DFA92B8FF}" type="slidenum">
              <a:rPr lang="en-US" altLang="en-US" sz="1200">
                <a:solidFill>
                  <a:schemeClr val="tx2"/>
                </a:solidFill>
              </a:rPr>
              <a:pPr/>
              <a:t>28</a:t>
            </a:fld>
            <a:endParaRPr lang="en-US" altLang="en-US" sz="1200">
              <a:solidFill>
                <a:schemeClr val="tx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Nighttime Sleep Pattern </a:t>
            </a:r>
          </a:p>
        </p:txBody>
      </p:sp>
      <p:sp>
        <p:nvSpPr>
          <p:cNvPr id="32771" name="Rectangle 3"/>
          <p:cNvSpPr>
            <a:spLocks noGrp="1" noChangeArrowheads="1"/>
          </p:cNvSpPr>
          <p:nvPr>
            <p:ph idx="1"/>
          </p:nvPr>
        </p:nvSpPr>
        <p:spPr/>
        <p:txBody>
          <a:bodyPr/>
          <a:lstStyle/>
          <a:p>
            <a:pPr eaLnBrk="1" hangingPunct="1"/>
            <a:r>
              <a:rPr lang="en-US" altLang="en-US"/>
              <a:t>Alternate between levels</a:t>
            </a:r>
          </a:p>
          <a:p>
            <a:pPr eaLnBrk="1" hangingPunct="1"/>
            <a:r>
              <a:rPr lang="en-US" altLang="en-US"/>
              <a:t>Begin in deep sleep</a:t>
            </a:r>
          </a:p>
          <a:p>
            <a:pPr eaLnBrk="1" hangingPunct="1"/>
            <a:r>
              <a:rPr lang="en-US" altLang="en-US"/>
              <a:t>REM periods average 5 minutes in length; increase to 20 minute over 8 hours</a:t>
            </a:r>
          </a:p>
        </p:txBody>
      </p:sp>
      <p:sp>
        <p:nvSpPr>
          <p:cNvPr id="3277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32773" name="Footer Placeholder 5"/>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32774"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74C276F7-8A64-42C5-A80F-CCCFAE293F6B}" type="slidenum">
              <a:rPr lang="en-US" altLang="en-US" sz="1200">
                <a:solidFill>
                  <a:schemeClr val="tx2"/>
                </a:solidFill>
              </a:rPr>
              <a:pPr/>
              <a:t>29</a:t>
            </a:fld>
            <a:endParaRPr lang="en-US" altLang="en-US" sz="1200">
              <a:solidFill>
                <a:schemeClr val="tx2"/>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Nighttime Sleep Pattern</a:t>
            </a:r>
          </a:p>
        </p:txBody>
      </p:sp>
      <p:sp>
        <p:nvSpPr>
          <p:cNvPr id="33795"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33796" name="Footer Placeholder 6"/>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pic>
        <p:nvPicPr>
          <p:cNvPr id="33797" name="Picture 4"/>
          <p:cNvPicPr>
            <a:picLocks noChangeAspect="1" noChangeArrowheads="1"/>
          </p:cNvPicPr>
          <p:nvPr/>
        </p:nvPicPr>
        <p:blipFill>
          <a:blip r:embed="rId2">
            <a:extLst>
              <a:ext uri="{28A0092B-C50C-407E-A947-70E740481C1C}">
                <a14:useLocalDpi xmlns:a14="http://schemas.microsoft.com/office/drawing/2010/main" val="0"/>
              </a:ext>
            </a:extLst>
          </a:blip>
          <a:srcRect l="18196" t="47902" r="19130" b="19308"/>
          <a:stretch>
            <a:fillRect/>
          </a:stretch>
        </p:blipFill>
        <p:spPr bwMode="auto">
          <a:xfrm>
            <a:off x="2057400" y="2438400"/>
            <a:ext cx="49530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8A0CD17-D0F2-4C23-8DF7-CFFF874D8E4F}" type="slidenum">
              <a:rPr lang="en-US" altLang="en-US" sz="1200">
                <a:solidFill>
                  <a:schemeClr val="tx2"/>
                </a:solidFill>
              </a:rPr>
              <a:pPr/>
              <a:t>30</a:t>
            </a:fld>
            <a:endParaRPr lang="en-US" altLang="en-US" sz="1200">
              <a:solidFill>
                <a:schemeClr val="tx2"/>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Date Placeholder 1"/>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34819" name="Footer Placeholder 5"/>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34820"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30B25A0-9976-4273-92D6-81D226446A66}" type="slidenum">
              <a:rPr lang="en-US" altLang="en-US" sz="1200">
                <a:solidFill>
                  <a:schemeClr val="tx2"/>
                </a:solidFill>
              </a:rPr>
              <a:pPr/>
              <a:t>31</a:t>
            </a:fld>
            <a:endParaRPr lang="en-US" altLang="en-US" sz="1200">
              <a:solidFill>
                <a:schemeClr val="tx2"/>
              </a:solidFill>
            </a:endParaRPr>
          </a:p>
        </p:txBody>
      </p:sp>
      <p:sp>
        <p:nvSpPr>
          <p:cNvPr id="34821" name="Rectangle 2"/>
          <p:cNvSpPr>
            <a:spLocks noChangeArrowheads="1"/>
          </p:cNvSpPr>
          <p:nvPr/>
        </p:nvSpPr>
        <p:spPr bwMode="auto">
          <a:xfrm>
            <a:off x="1354138" y="17256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pic>
        <p:nvPicPr>
          <p:cNvPr id="34822" name="Picture 3" descr="sslee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066800"/>
            <a:ext cx="8153400" cy="448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Significance of Sleep</a:t>
            </a:r>
          </a:p>
        </p:txBody>
      </p:sp>
      <p:sp>
        <p:nvSpPr>
          <p:cNvPr id="35843" name="Rectangle 3"/>
          <p:cNvSpPr>
            <a:spLocks noGrp="1" noChangeArrowheads="1"/>
          </p:cNvSpPr>
          <p:nvPr>
            <p:ph idx="1"/>
          </p:nvPr>
        </p:nvSpPr>
        <p:spPr/>
        <p:txBody>
          <a:bodyPr/>
          <a:lstStyle/>
          <a:p>
            <a:pPr eaLnBrk="1" hangingPunct="1"/>
            <a:r>
              <a:rPr lang="en-US" altLang="en-US"/>
              <a:t>Has important impact on CNS</a:t>
            </a:r>
          </a:p>
          <a:p>
            <a:pPr eaLnBrk="1" hangingPunct="1"/>
            <a:r>
              <a:rPr lang="en-US" altLang="en-US"/>
              <a:t>Minor changes in physiological activities of organs and systems</a:t>
            </a:r>
          </a:p>
          <a:p>
            <a:pPr eaLnBrk="1" hangingPunct="1"/>
            <a:r>
              <a:rPr lang="en-US" altLang="en-US"/>
              <a:t>Protein synthesis in neurons increases during sleep</a:t>
            </a:r>
          </a:p>
          <a:p>
            <a:pPr eaLnBrk="1" hangingPunct="1"/>
            <a:r>
              <a:rPr lang="en-US" altLang="en-US"/>
              <a:t>Extended periods without sleep lead to disturbances in mental function</a:t>
            </a:r>
          </a:p>
        </p:txBody>
      </p:sp>
      <p:sp>
        <p:nvSpPr>
          <p:cNvPr id="3584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35845" name="Footer Placeholder 5"/>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35846"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C5E120F-15DC-429A-A486-1EA7EA126A95}" type="slidenum">
              <a:rPr lang="en-US" altLang="en-US" sz="1200">
                <a:solidFill>
                  <a:schemeClr val="tx2"/>
                </a:solidFill>
              </a:rPr>
              <a:pPr/>
              <a:t>32</a:t>
            </a:fld>
            <a:endParaRPr lang="en-US" altLang="en-US" sz="1200">
              <a:solidFill>
                <a:schemeClr val="tx2"/>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a:lstStyle/>
          <a:p>
            <a:pPr eaLnBrk="1" fontAlgn="auto" hangingPunct="1">
              <a:spcAft>
                <a:spcPts val="0"/>
              </a:spcAft>
              <a:defRPr/>
            </a:pPr>
            <a:r>
              <a:rPr lang="en-US">
                <a:solidFill>
                  <a:schemeClr val="accent1"/>
                </a:solidFill>
              </a:rPr>
              <a:t>Arousal</a:t>
            </a:r>
            <a:endParaRPr lang="en-US">
              <a:solidFill>
                <a:schemeClr val="tx2">
                  <a:satMod val="200000"/>
                </a:schemeClr>
              </a:solidFill>
            </a:endParaRPr>
          </a:p>
        </p:txBody>
      </p:sp>
      <p:sp>
        <p:nvSpPr>
          <p:cNvPr id="36867" name="Rectangle 3"/>
          <p:cNvSpPr>
            <a:spLocks noGrp="1" noChangeArrowheads="1"/>
          </p:cNvSpPr>
          <p:nvPr>
            <p:ph idx="1"/>
          </p:nvPr>
        </p:nvSpPr>
        <p:spPr/>
        <p:txBody>
          <a:bodyPr/>
          <a:lstStyle/>
          <a:p>
            <a:pPr eaLnBrk="1" hangingPunct="1"/>
            <a:r>
              <a:rPr lang="en-US" altLang="en-US"/>
              <a:t>Awakening from sleep</a:t>
            </a:r>
          </a:p>
          <a:p>
            <a:pPr eaLnBrk="1" hangingPunct="1"/>
            <a:r>
              <a:rPr lang="en-US" altLang="en-US"/>
              <a:t>Function of </a:t>
            </a:r>
            <a:r>
              <a:rPr lang="en-US" altLang="en-US">
                <a:solidFill>
                  <a:schemeClr val="accent1"/>
                </a:solidFill>
              </a:rPr>
              <a:t>reticular formation</a:t>
            </a:r>
            <a:endParaRPr lang="en-US" altLang="en-US"/>
          </a:p>
        </p:txBody>
      </p:sp>
      <p:sp>
        <p:nvSpPr>
          <p:cNvPr id="3686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36869" name="Footer Placeholder 5"/>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36870"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7721754C-7549-45C7-882A-98D4101D8C6D}" type="slidenum">
              <a:rPr lang="en-US" altLang="en-US" sz="1200">
                <a:solidFill>
                  <a:schemeClr val="tx2"/>
                </a:solidFill>
              </a:rPr>
              <a:pPr/>
              <a:t>33</a:t>
            </a:fld>
            <a:endParaRPr lang="en-US" altLang="en-US" sz="1200">
              <a:solidFill>
                <a:schemeClr val="tx2"/>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Reticular Formation</a:t>
            </a:r>
          </a:p>
        </p:txBody>
      </p:sp>
      <p:sp>
        <p:nvSpPr>
          <p:cNvPr id="37891" name="Rectangle 3"/>
          <p:cNvSpPr>
            <a:spLocks noGrp="1" noChangeArrowheads="1"/>
          </p:cNvSpPr>
          <p:nvPr>
            <p:ph idx="1"/>
          </p:nvPr>
        </p:nvSpPr>
        <p:spPr/>
        <p:txBody>
          <a:bodyPr/>
          <a:lstStyle/>
          <a:p>
            <a:pPr eaLnBrk="1" hangingPunct="1"/>
            <a:r>
              <a:rPr lang="en-US" altLang="en-US"/>
              <a:t>Extensive interconnections with sensory, motor, integrative nuclei, and pathways along brain stem</a:t>
            </a:r>
          </a:p>
        </p:txBody>
      </p:sp>
      <p:sp>
        <p:nvSpPr>
          <p:cNvPr id="3789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37893" name="Footer Placeholder 5"/>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37894"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23BC7566-00D2-47A1-8F5B-2E2003C3FC62}" type="slidenum">
              <a:rPr lang="en-US" altLang="en-US" sz="1200">
                <a:solidFill>
                  <a:schemeClr val="tx2"/>
                </a:solidFill>
              </a:rPr>
              <a:pPr/>
              <a:t>34</a:t>
            </a:fld>
            <a:endParaRPr lang="en-US" altLang="en-US" sz="1200">
              <a:solidFill>
                <a:schemeClr val="tx2"/>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State of Consciousness </a:t>
            </a:r>
          </a:p>
        </p:txBody>
      </p:sp>
      <p:sp>
        <p:nvSpPr>
          <p:cNvPr id="38915" name="Rectangle 3"/>
          <p:cNvSpPr>
            <a:spLocks noGrp="1" noChangeArrowheads="1"/>
          </p:cNvSpPr>
          <p:nvPr>
            <p:ph idx="1"/>
          </p:nvPr>
        </p:nvSpPr>
        <p:spPr/>
        <p:txBody>
          <a:bodyPr/>
          <a:lstStyle/>
          <a:p>
            <a:pPr eaLnBrk="1" hangingPunct="1"/>
            <a:r>
              <a:rPr lang="en-US" altLang="en-US"/>
              <a:t>Determined by complex interactions between reticular formation and cerebral cortex</a:t>
            </a:r>
          </a:p>
        </p:txBody>
      </p:sp>
      <p:sp>
        <p:nvSpPr>
          <p:cNvPr id="3891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38917" name="Footer Placeholder 5"/>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38918"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4497E5A-0A6A-4AC8-8BE0-6E56ADF6B19E}" type="slidenum">
              <a:rPr lang="en-US" altLang="en-US" sz="1200">
                <a:solidFill>
                  <a:schemeClr val="tx2"/>
                </a:solidFill>
              </a:rPr>
              <a:pPr/>
              <a:t>35</a:t>
            </a:fld>
            <a:endParaRPr lang="en-US" altLang="en-US" sz="1200">
              <a:solidFill>
                <a:schemeClr val="tx2"/>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normAutofit fontScale="90000"/>
          </a:bodyPr>
          <a:lstStyle/>
          <a:p>
            <a:pPr eaLnBrk="1" fontAlgn="auto" hangingPunct="1">
              <a:spcAft>
                <a:spcPts val="0"/>
              </a:spcAft>
              <a:defRPr/>
            </a:pPr>
            <a:r>
              <a:rPr lang="en-US">
                <a:solidFill>
                  <a:schemeClr val="accent1"/>
                </a:solidFill>
              </a:rPr>
              <a:t>Reticular Activating </a:t>
            </a:r>
            <a:br>
              <a:rPr lang="en-US">
                <a:solidFill>
                  <a:schemeClr val="accent1"/>
                </a:solidFill>
              </a:rPr>
            </a:br>
            <a:r>
              <a:rPr lang="en-US">
                <a:solidFill>
                  <a:schemeClr val="accent1"/>
                </a:solidFill>
              </a:rPr>
              <a:t>System</a:t>
            </a:r>
            <a:r>
              <a:rPr lang="en-US">
                <a:solidFill>
                  <a:schemeClr val="tx2">
                    <a:satMod val="200000"/>
                  </a:schemeClr>
                </a:solidFill>
              </a:rPr>
              <a:t> </a:t>
            </a:r>
            <a:r>
              <a:rPr lang="en-US">
                <a:solidFill>
                  <a:schemeClr val="accent2"/>
                </a:solidFill>
              </a:rPr>
              <a:t>(RAS)</a:t>
            </a:r>
            <a:endParaRPr lang="en-US">
              <a:solidFill>
                <a:schemeClr val="tx2">
                  <a:satMod val="200000"/>
                </a:schemeClr>
              </a:solidFill>
            </a:endParaRPr>
          </a:p>
        </p:txBody>
      </p:sp>
      <p:sp>
        <p:nvSpPr>
          <p:cNvPr id="39939" name="Rectangle 3"/>
          <p:cNvSpPr>
            <a:spLocks noGrp="1" noChangeArrowheads="1"/>
          </p:cNvSpPr>
          <p:nvPr>
            <p:ph idx="1"/>
          </p:nvPr>
        </p:nvSpPr>
        <p:spPr/>
        <p:txBody>
          <a:bodyPr/>
          <a:lstStyle/>
          <a:p>
            <a:pPr eaLnBrk="1" hangingPunct="1"/>
            <a:r>
              <a:rPr lang="en-US" altLang="en-US"/>
              <a:t>Important brain stem component</a:t>
            </a:r>
          </a:p>
          <a:p>
            <a:pPr eaLnBrk="1" hangingPunct="1"/>
            <a:r>
              <a:rPr lang="en-US" altLang="en-US"/>
              <a:t>Diffuse network in reticular formation</a:t>
            </a:r>
          </a:p>
          <a:p>
            <a:pPr eaLnBrk="1" hangingPunct="1"/>
            <a:r>
              <a:rPr lang="en-US" altLang="en-US"/>
              <a:t>Extends from medulla oblongata to mesencephalon</a:t>
            </a:r>
          </a:p>
        </p:txBody>
      </p:sp>
      <p:sp>
        <p:nvSpPr>
          <p:cNvPr id="39940"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39941" name="Footer Placeholder 5"/>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39942"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455576F-D87B-4655-9012-B31A73B3ED89}" type="slidenum">
              <a:rPr lang="en-US" altLang="en-US" sz="1200">
                <a:solidFill>
                  <a:schemeClr val="tx2"/>
                </a:solidFill>
              </a:rPr>
              <a:pPr/>
              <a:t>36</a:t>
            </a:fld>
            <a:endParaRPr lang="en-US" altLang="en-US" sz="1200">
              <a:solidFill>
                <a:schemeClr val="tx2"/>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Date Placeholder 1"/>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40963" name="Footer Placeholder 9"/>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40964" name="Slide Number Placeholder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6DDA87A-5754-4585-9EC7-C76A9B6F33A3}" type="slidenum">
              <a:rPr lang="en-US" altLang="en-US" sz="1200">
                <a:solidFill>
                  <a:schemeClr val="tx2"/>
                </a:solidFill>
              </a:rPr>
              <a:pPr/>
              <a:t>37</a:t>
            </a:fld>
            <a:endParaRPr lang="en-US" altLang="en-US" sz="1200">
              <a:solidFill>
                <a:schemeClr val="tx2"/>
              </a:solidFill>
            </a:endParaRPr>
          </a:p>
        </p:txBody>
      </p:sp>
      <p:grpSp>
        <p:nvGrpSpPr>
          <p:cNvPr id="40965" name="Group 2"/>
          <p:cNvGrpSpPr>
            <a:grpSpLocks/>
          </p:cNvGrpSpPr>
          <p:nvPr/>
        </p:nvGrpSpPr>
        <p:grpSpPr bwMode="auto">
          <a:xfrm>
            <a:off x="2143125" y="1028700"/>
            <a:ext cx="4857750" cy="4138613"/>
            <a:chOff x="0" y="0"/>
            <a:chExt cx="3060" cy="2823"/>
          </a:xfrm>
        </p:grpSpPr>
        <p:sp>
          <p:nvSpPr>
            <p:cNvPr id="40967" name="Rectangle 3"/>
            <p:cNvSpPr>
              <a:spLocks noChangeArrowheads="1"/>
            </p:cNvSpPr>
            <p:nvPr/>
          </p:nvSpPr>
          <p:spPr bwMode="auto">
            <a:xfrm>
              <a:off x="0" y="0"/>
              <a:ext cx="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nvGrpSpPr>
            <p:cNvPr id="40968" name="Group 4"/>
            <p:cNvGrpSpPr>
              <a:grpSpLocks/>
            </p:cNvGrpSpPr>
            <p:nvPr/>
          </p:nvGrpSpPr>
          <p:grpSpPr bwMode="auto">
            <a:xfrm>
              <a:off x="0" y="36"/>
              <a:ext cx="3060" cy="2787"/>
              <a:chOff x="0" y="0"/>
              <a:chExt cx="3060" cy="2859"/>
            </a:xfrm>
          </p:grpSpPr>
          <p:sp>
            <p:nvSpPr>
              <p:cNvPr id="40969" name="Rectangle 5"/>
              <p:cNvSpPr>
                <a:spLocks noChangeArrowheads="1"/>
              </p:cNvSpPr>
              <p:nvPr/>
            </p:nvSpPr>
            <p:spPr bwMode="auto">
              <a:xfrm>
                <a:off x="0" y="0"/>
                <a:ext cx="306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40970" name="Rectangle 6"/>
              <p:cNvSpPr>
                <a:spLocks noChangeArrowheads="1"/>
              </p:cNvSpPr>
              <p:nvPr/>
            </p:nvSpPr>
            <p:spPr bwMode="auto">
              <a:xfrm>
                <a:off x="0" y="36"/>
                <a:ext cx="2988" cy="282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kumimoji="1" lang="en-US" altLang="en-US" sz="1000">
                    <a:solidFill>
                      <a:srgbClr val="000000"/>
                    </a:solidFill>
                    <a:latin typeface="Times New Roman" panose="02020603050405020304" pitchFamily="18" charset="0"/>
                  </a:rPr>
                  <a:t>  </a:t>
                </a:r>
                <a:r>
                  <a:rPr kumimoji="1" lang="en-US" altLang="en-US" sz="29300">
                    <a:solidFill>
                      <a:srgbClr val="000000"/>
                    </a:solidFill>
                    <a:latin typeface="Times New Roman" panose="02020603050405020304" pitchFamily="18" charset="0"/>
                  </a:rPr>
                  <a:t> </a:t>
                </a:r>
                <a:r>
                  <a:rPr kumimoji="1" lang="en-US" altLang="en-US" sz="1000">
                    <a:solidFill>
                      <a:srgbClr val="000000"/>
                    </a:solidFill>
                    <a:latin typeface="Times New Roman" panose="02020603050405020304" pitchFamily="18" charset="0"/>
                  </a:rPr>
                  <a:t>                                                                                                                                      </a:t>
                </a:r>
              </a:p>
            </p:txBody>
          </p:sp>
        </p:grpSp>
      </p:grpSp>
      <p:pic>
        <p:nvPicPr>
          <p:cNvPr id="40966" name="Picture 7" descr="rem_sleep_illu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78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type="title"/>
          </p:nvPr>
        </p:nvSpPr>
        <p:spPr/>
        <p:txBody>
          <a:bodyPr>
            <a:normAutofit fontScale="90000"/>
          </a:bodyPr>
          <a:lstStyle/>
          <a:p>
            <a:pPr eaLnBrk="1" fontAlgn="auto" hangingPunct="1">
              <a:spcAft>
                <a:spcPts val="0"/>
              </a:spcAft>
              <a:defRPr/>
            </a:pPr>
            <a:r>
              <a:rPr lang="en-US">
                <a:solidFill>
                  <a:schemeClr val="accent1"/>
                </a:solidFill>
              </a:rPr>
              <a:t>Reticular Activating </a:t>
            </a:r>
            <a:br>
              <a:rPr lang="en-US">
                <a:solidFill>
                  <a:schemeClr val="accent1"/>
                </a:solidFill>
              </a:rPr>
            </a:br>
            <a:r>
              <a:rPr lang="en-US">
                <a:solidFill>
                  <a:schemeClr val="accent1"/>
                </a:solidFill>
              </a:rPr>
              <a:t>System</a:t>
            </a:r>
            <a:r>
              <a:rPr lang="en-US">
                <a:solidFill>
                  <a:schemeClr val="tx2">
                    <a:satMod val="200000"/>
                  </a:schemeClr>
                </a:solidFill>
              </a:rPr>
              <a:t> </a:t>
            </a:r>
            <a:r>
              <a:rPr lang="en-US">
                <a:solidFill>
                  <a:schemeClr val="accent2"/>
                </a:solidFill>
              </a:rPr>
              <a:t>(RAS)</a:t>
            </a:r>
            <a:endParaRPr lang="en-US">
              <a:solidFill>
                <a:schemeClr val="tx2">
                  <a:satMod val="200000"/>
                </a:schemeClr>
              </a:solidFill>
            </a:endParaRPr>
          </a:p>
        </p:txBody>
      </p:sp>
      <p:sp>
        <p:nvSpPr>
          <p:cNvPr id="41987"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41988" name="Footer Placeholder 6"/>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pic>
        <p:nvPicPr>
          <p:cNvPr id="41989" name="Picture 4"/>
          <p:cNvPicPr>
            <a:picLocks noChangeAspect="1" noChangeArrowheads="1"/>
          </p:cNvPicPr>
          <p:nvPr/>
        </p:nvPicPr>
        <p:blipFill>
          <a:blip r:embed="rId2">
            <a:extLst>
              <a:ext uri="{28A0092B-C50C-407E-A947-70E740481C1C}">
                <a14:useLocalDpi xmlns:a14="http://schemas.microsoft.com/office/drawing/2010/main" val="0"/>
              </a:ext>
            </a:extLst>
          </a:blip>
          <a:srcRect l="24257" t="20856" r="24234" b="12497"/>
          <a:stretch>
            <a:fillRect/>
          </a:stretch>
        </p:blipFill>
        <p:spPr bwMode="auto">
          <a:xfrm>
            <a:off x="3286125" y="1571625"/>
            <a:ext cx="4419600"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8504374-F25C-4E16-9310-A7599355B4C5}" type="slidenum">
              <a:rPr lang="en-US" altLang="en-US" sz="1200">
                <a:solidFill>
                  <a:schemeClr val="tx2"/>
                </a:solidFill>
              </a:rPr>
              <a:pPr/>
              <a:t>38</a:t>
            </a:fld>
            <a:endParaRPr lang="en-US" altLang="en-US" sz="1200">
              <a:solidFill>
                <a:schemeClr val="tx2"/>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RAS and Cerebral Cortex</a:t>
            </a:r>
          </a:p>
        </p:txBody>
      </p:sp>
      <p:sp>
        <p:nvSpPr>
          <p:cNvPr id="43011" name="Rectangle 3"/>
          <p:cNvSpPr>
            <a:spLocks noGrp="1" noChangeArrowheads="1"/>
          </p:cNvSpPr>
          <p:nvPr>
            <p:ph idx="1"/>
          </p:nvPr>
        </p:nvSpPr>
        <p:spPr/>
        <p:txBody>
          <a:bodyPr/>
          <a:lstStyle/>
          <a:p>
            <a:pPr eaLnBrk="1" hangingPunct="1">
              <a:lnSpc>
                <a:spcPct val="90000"/>
              </a:lnSpc>
            </a:pPr>
            <a:r>
              <a:rPr lang="en-US" altLang="en-US"/>
              <a:t>Output of RAS projects to thalamic nuclei that influence large areas of cerebral cortex</a:t>
            </a:r>
          </a:p>
          <a:p>
            <a:pPr eaLnBrk="1" hangingPunct="1">
              <a:lnSpc>
                <a:spcPct val="90000"/>
              </a:lnSpc>
            </a:pPr>
            <a:r>
              <a:rPr lang="en-US" altLang="en-US"/>
              <a:t>When RAS inactive, so is cerebral cortex</a:t>
            </a:r>
          </a:p>
          <a:p>
            <a:pPr eaLnBrk="1" hangingPunct="1">
              <a:lnSpc>
                <a:spcPct val="90000"/>
              </a:lnSpc>
            </a:pPr>
            <a:r>
              <a:rPr lang="en-US" altLang="en-US"/>
              <a:t>Stimulation of RAS produces widespread activation of cerebral cortex</a:t>
            </a:r>
          </a:p>
        </p:txBody>
      </p:sp>
      <p:sp>
        <p:nvSpPr>
          <p:cNvPr id="4301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43013" name="Footer Placeholder 5"/>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43014"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D32EFBA-97FE-47FD-A01D-4FAE5D4FC705}" type="slidenum">
              <a:rPr lang="en-US" altLang="en-US" sz="1200">
                <a:solidFill>
                  <a:schemeClr val="tx2"/>
                </a:solidFill>
              </a:rPr>
              <a:pPr/>
              <a:t>39</a:t>
            </a:fld>
            <a:endParaRPr lang="en-US" altLang="en-US" sz="1200">
              <a:solidFill>
                <a:schemeClr val="tx2"/>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Mesencephalic Portion of RAS</a:t>
            </a:r>
          </a:p>
        </p:txBody>
      </p:sp>
      <p:sp>
        <p:nvSpPr>
          <p:cNvPr id="44035" name="Rectangle 3"/>
          <p:cNvSpPr>
            <a:spLocks noGrp="1" noChangeArrowheads="1"/>
          </p:cNvSpPr>
          <p:nvPr>
            <p:ph idx="1"/>
          </p:nvPr>
        </p:nvSpPr>
        <p:spPr/>
        <p:txBody>
          <a:bodyPr/>
          <a:lstStyle/>
          <a:p>
            <a:pPr eaLnBrk="1" hangingPunct="1"/>
            <a:r>
              <a:rPr lang="en-US" altLang="en-US"/>
              <a:t>“Headquarters” of system</a:t>
            </a:r>
          </a:p>
          <a:p>
            <a:pPr eaLnBrk="1" hangingPunct="1"/>
            <a:r>
              <a:rPr lang="en-US" altLang="en-US"/>
              <a:t>Stimulation of area produces most pronounced and long-lasting effects on cerebral cortex</a:t>
            </a:r>
          </a:p>
          <a:p>
            <a:pPr eaLnBrk="1" hangingPunct="1"/>
            <a:r>
              <a:rPr lang="en-US" altLang="en-US"/>
              <a:t>Greater stimulation leads to more alert and attentive induvidual</a:t>
            </a:r>
          </a:p>
        </p:txBody>
      </p:sp>
      <p:sp>
        <p:nvSpPr>
          <p:cNvPr id="4403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44037" name="Footer Placeholder 5"/>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44038"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03DE6A38-A3BA-4FBF-A434-D9A21A9F5A9D}" type="slidenum">
              <a:rPr lang="en-US" altLang="en-US" sz="1200">
                <a:solidFill>
                  <a:schemeClr val="tx2"/>
                </a:solidFill>
              </a:rPr>
              <a:pPr/>
              <a:t>40</a:t>
            </a:fld>
            <a:endParaRPr lang="en-US" altLang="en-US" sz="1200">
              <a:solidFill>
                <a:schemeClr val="tx2"/>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Thalamic Nuclei</a:t>
            </a:r>
          </a:p>
        </p:txBody>
      </p:sp>
      <p:sp>
        <p:nvSpPr>
          <p:cNvPr id="45059" name="Rectangle 3"/>
          <p:cNvSpPr>
            <a:spLocks noGrp="1" noChangeArrowheads="1"/>
          </p:cNvSpPr>
          <p:nvPr>
            <p:ph idx="1"/>
          </p:nvPr>
        </p:nvSpPr>
        <p:spPr/>
        <p:txBody>
          <a:bodyPr/>
          <a:lstStyle/>
          <a:p>
            <a:pPr eaLnBrk="1" hangingPunct="1"/>
            <a:r>
              <a:rPr lang="en-US" altLang="en-US"/>
              <a:t>Important role in focusing attention on specific mental processes</a:t>
            </a:r>
          </a:p>
        </p:txBody>
      </p:sp>
      <p:sp>
        <p:nvSpPr>
          <p:cNvPr id="45060"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45061" name="Footer Placeholder 5"/>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45062"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36388B0-BE55-45D3-94A0-FA6E4A661488}" type="slidenum">
              <a:rPr lang="en-US" altLang="en-US" sz="1200">
                <a:solidFill>
                  <a:schemeClr val="tx2"/>
                </a:solidFill>
              </a:rPr>
              <a:pPr/>
              <a:t>41</a:t>
            </a:fld>
            <a:endParaRPr lang="en-US" altLang="en-US" sz="1200">
              <a:solidFill>
                <a:schemeClr val="tx2"/>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Ending Sleep</a:t>
            </a:r>
          </a:p>
        </p:txBody>
      </p:sp>
      <p:sp>
        <p:nvSpPr>
          <p:cNvPr id="46083" name="Rectangle 3"/>
          <p:cNvSpPr>
            <a:spLocks noGrp="1" noChangeArrowheads="1"/>
          </p:cNvSpPr>
          <p:nvPr>
            <p:ph idx="1"/>
          </p:nvPr>
        </p:nvSpPr>
        <p:spPr/>
        <p:txBody>
          <a:bodyPr/>
          <a:lstStyle/>
          <a:p>
            <a:pPr eaLnBrk="1" hangingPunct="1"/>
            <a:r>
              <a:rPr lang="en-US" altLang="en-US"/>
              <a:t>Any stimulus activates reticular formation and RAS</a:t>
            </a:r>
          </a:p>
          <a:p>
            <a:pPr eaLnBrk="1" hangingPunct="1"/>
            <a:r>
              <a:rPr lang="en-US" altLang="en-US"/>
              <a:t>Arousal occurs rapidly</a:t>
            </a:r>
          </a:p>
          <a:p>
            <a:pPr eaLnBrk="1" hangingPunct="1"/>
            <a:r>
              <a:rPr lang="en-US" altLang="en-US"/>
              <a:t>Effects of single stimulation of RAS last less than a minute</a:t>
            </a:r>
          </a:p>
        </p:txBody>
      </p:sp>
      <p:sp>
        <p:nvSpPr>
          <p:cNvPr id="4608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46085" name="Footer Placeholder 5"/>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46086"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774E123C-7ABC-4885-B603-C11A59CE8155}" type="slidenum">
              <a:rPr lang="en-US" altLang="en-US" sz="1200">
                <a:solidFill>
                  <a:schemeClr val="tx2"/>
                </a:solidFill>
              </a:rPr>
              <a:pPr/>
              <a:t>42</a:t>
            </a:fld>
            <a:endParaRPr lang="en-US" altLang="en-US" sz="1200">
              <a:solidFill>
                <a:schemeClr val="tx2"/>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Maintaining Consciousness</a:t>
            </a:r>
          </a:p>
        </p:txBody>
      </p:sp>
      <p:sp>
        <p:nvSpPr>
          <p:cNvPr id="47107" name="Rectangle 3"/>
          <p:cNvSpPr>
            <a:spLocks noGrp="1" noChangeArrowheads="1"/>
          </p:cNvSpPr>
          <p:nvPr>
            <p:ph idx="1"/>
          </p:nvPr>
        </p:nvSpPr>
        <p:spPr/>
        <p:txBody>
          <a:bodyPr/>
          <a:lstStyle/>
          <a:p>
            <a:pPr eaLnBrk="1" hangingPunct="1"/>
            <a:r>
              <a:rPr lang="en-US" altLang="en-US"/>
              <a:t>By positive feedback:</a:t>
            </a:r>
          </a:p>
          <a:p>
            <a:pPr lvl="1" eaLnBrk="1" hangingPunct="1"/>
            <a:r>
              <a:rPr lang="en-US" altLang="en-US"/>
              <a:t>activity in cerebral cortex, basal nuclei, and sensory and motor pathways continue to stimulate RAS</a:t>
            </a:r>
          </a:p>
        </p:txBody>
      </p:sp>
      <p:sp>
        <p:nvSpPr>
          <p:cNvPr id="4710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47109" name="Footer Placeholder 5"/>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47110"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0A402F03-7B67-4AD6-94BD-22E1A379CD55}" type="slidenum">
              <a:rPr lang="en-US" altLang="en-US" sz="1200">
                <a:solidFill>
                  <a:schemeClr val="tx2"/>
                </a:solidFill>
              </a:rPr>
              <a:pPr/>
              <a:t>43</a:t>
            </a:fld>
            <a:endParaRPr lang="en-US" altLang="en-US" sz="1200">
              <a:solidFill>
                <a:schemeClr val="tx2"/>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Maintaining Consciousness</a:t>
            </a:r>
          </a:p>
        </p:txBody>
      </p:sp>
      <p:sp>
        <p:nvSpPr>
          <p:cNvPr id="48131" name="Rectangle 3"/>
          <p:cNvSpPr>
            <a:spLocks noGrp="1" noChangeArrowheads="1"/>
          </p:cNvSpPr>
          <p:nvPr>
            <p:ph idx="1"/>
          </p:nvPr>
        </p:nvSpPr>
        <p:spPr/>
        <p:txBody>
          <a:bodyPr/>
          <a:lstStyle/>
          <a:p>
            <a:pPr eaLnBrk="1" hangingPunct="1"/>
            <a:r>
              <a:rPr lang="en-US" altLang="en-US"/>
              <a:t>After many hours, reticular formation becomes less responsive to stimulation</a:t>
            </a:r>
          </a:p>
          <a:p>
            <a:pPr eaLnBrk="1" hangingPunct="1"/>
            <a:r>
              <a:rPr lang="en-US" altLang="en-US"/>
              <a:t>Individual becomes less alert and more lethargic</a:t>
            </a:r>
          </a:p>
          <a:p>
            <a:pPr eaLnBrk="1" hangingPunct="1"/>
            <a:r>
              <a:rPr lang="en-US" altLang="en-US"/>
              <a:t>Neural fatigue reduces RAS activity</a:t>
            </a:r>
          </a:p>
        </p:txBody>
      </p:sp>
      <p:sp>
        <p:nvSpPr>
          <p:cNvPr id="4813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48133" name="Footer Placeholder 5"/>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48134"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DDB4B91-999C-41A0-A6F2-D3E3E3FD7008}" type="slidenum">
              <a:rPr lang="en-US" altLang="en-US" sz="1200">
                <a:solidFill>
                  <a:schemeClr val="tx2"/>
                </a:solidFill>
              </a:rPr>
              <a:pPr/>
              <a:t>44</a:t>
            </a:fld>
            <a:endParaRPr lang="en-US" altLang="en-US" sz="1200">
              <a:solidFill>
                <a:schemeClr val="tx2"/>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normAutofit fontScale="90000"/>
          </a:bodyPr>
          <a:lstStyle/>
          <a:p>
            <a:pPr eaLnBrk="1" fontAlgn="auto" hangingPunct="1">
              <a:spcAft>
                <a:spcPts val="0"/>
              </a:spcAft>
              <a:defRPr/>
            </a:pPr>
            <a:r>
              <a:rPr lang="en-US">
                <a:solidFill>
                  <a:schemeClr val="tx2">
                    <a:satMod val="200000"/>
                  </a:schemeClr>
                </a:solidFill>
              </a:rPr>
              <a:t>Regulation of </a:t>
            </a:r>
            <a:br>
              <a:rPr lang="en-US">
                <a:solidFill>
                  <a:schemeClr val="tx2">
                    <a:satMod val="200000"/>
                  </a:schemeClr>
                </a:solidFill>
              </a:rPr>
            </a:br>
            <a:r>
              <a:rPr lang="en-US">
                <a:solidFill>
                  <a:schemeClr val="tx2">
                    <a:satMod val="200000"/>
                  </a:schemeClr>
                </a:solidFill>
              </a:rPr>
              <a:t>Awake–Asleep Cycles</a:t>
            </a:r>
          </a:p>
        </p:txBody>
      </p:sp>
      <p:sp>
        <p:nvSpPr>
          <p:cNvPr id="49155" name="Rectangle 3"/>
          <p:cNvSpPr>
            <a:spLocks noGrp="1" noChangeArrowheads="1"/>
          </p:cNvSpPr>
          <p:nvPr>
            <p:ph idx="1"/>
          </p:nvPr>
        </p:nvSpPr>
        <p:spPr/>
        <p:txBody>
          <a:bodyPr/>
          <a:lstStyle/>
          <a:p>
            <a:pPr eaLnBrk="1" hangingPunct="1">
              <a:lnSpc>
                <a:spcPct val="90000"/>
              </a:lnSpc>
            </a:pPr>
            <a:r>
              <a:rPr lang="en-US" altLang="en-US"/>
              <a:t>Involves interplay between brain stem nuclei that use different neurotransmitters</a:t>
            </a:r>
          </a:p>
          <a:p>
            <a:pPr eaLnBrk="1" hangingPunct="1">
              <a:lnSpc>
                <a:spcPct val="90000"/>
              </a:lnSpc>
            </a:pPr>
            <a:r>
              <a:rPr lang="en-US" altLang="en-US"/>
              <a:t>Group of nuclei stimulates RAS with NE and maintains awake, alert state</a:t>
            </a:r>
          </a:p>
          <a:p>
            <a:pPr eaLnBrk="1" hangingPunct="1">
              <a:lnSpc>
                <a:spcPct val="90000"/>
              </a:lnSpc>
            </a:pPr>
            <a:r>
              <a:rPr lang="en-US" altLang="en-US"/>
              <a:t>Other group promotes deep sleep by depressing RAS activity with serotonin</a:t>
            </a:r>
          </a:p>
          <a:p>
            <a:pPr eaLnBrk="1" hangingPunct="1">
              <a:lnSpc>
                <a:spcPct val="90000"/>
              </a:lnSpc>
            </a:pPr>
            <a:r>
              <a:rPr lang="en-US" altLang="en-US"/>
              <a:t>“Dueling” nuclei located in brain stem</a:t>
            </a:r>
          </a:p>
        </p:txBody>
      </p:sp>
      <p:sp>
        <p:nvSpPr>
          <p:cNvPr id="4915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49157" name="Footer Placeholder 5"/>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49158"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CE4A233C-F19B-4C50-8D0B-EE32911DC451}" type="slidenum">
              <a:rPr lang="en-US" altLang="en-US" sz="1200">
                <a:solidFill>
                  <a:schemeClr val="tx2"/>
                </a:solidFill>
              </a:rPr>
              <a:pPr/>
              <a:t>45</a:t>
            </a:fld>
            <a:endParaRPr lang="en-US" altLang="en-US" sz="1200">
              <a:solidFill>
                <a:schemeClr val="tx2"/>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Brain waves types</a:t>
            </a:r>
          </a:p>
        </p:txBody>
      </p:sp>
      <p:sp>
        <p:nvSpPr>
          <p:cNvPr id="50179" name="Rectangle 3"/>
          <p:cNvSpPr>
            <a:spLocks noGrp="1" noChangeArrowheads="1"/>
          </p:cNvSpPr>
          <p:nvPr>
            <p:ph idx="1"/>
          </p:nvPr>
        </p:nvSpPr>
        <p:spPr/>
        <p:txBody>
          <a:bodyPr/>
          <a:lstStyle/>
          <a:p>
            <a:pPr eaLnBrk="1" hangingPunct="1"/>
            <a:r>
              <a:rPr lang="pt-PT" altLang="en-US"/>
              <a:t>The level of electrical activity of cortex depends on degree of wakefullness . </a:t>
            </a:r>
          </a:p>
          <a:p>
            <a:pPr eaLnBrk="1" hangingPunct="1"/>
            <a:endParaRPr lang="pt-PT" altLang="en-US"/>
          </a:p>
          <a:p>
            <a:pPr eaLnBrk="1" hangingPunct="1"/>
            <a:r>
              <a:rPr lang="pt-PT" altLang="en-US"/>
              <a:t>What kind of waves predominate when an adult is awake and relaxed (with closed eyes)? </a:t>
            </a:r>
            <a:r>
              <a:rPr lang="en-GB" altLang="en-US">
                <a:solidFill>
                  <a:srgbClr val="FFC000"/>
                </a:solidFill>
                <a:sym typeface="Symbol" panose="05050102010706020507" pitchFamily="18" charset="2"/>
              </a:rPr>
              <a:t></a:t>
            </a:r>
            <a:r>
              <a:rPr lang="pt-PT" altLang="en-US">
                <a:solidFill>
                  <a:srgbClr val="FFC000"/>
                </a:solidFill>
                <a:sym typeface="Symbol" panose="05050102010706020507" pitchFamily="18" charset="2"/>
              </a:rPr>
              <a:t> waves (f = 10 HZ, a = 50 V)</a:t>
            </a:r>
            <a:endParaRPr lang="en-GB" altLang="en-US">
              <a:solidFill>
                <a:srgbClr val="FFC000"/>
              </a:solidFill>
            </a:endParaRPr>
          </a:p>
          <a:p>
            <a:pPr eaLnBrk="1" hangingPunct="1"/>
            <a:endParaRPr lang="en-GB" altLang="en-US"/>
          </a:p>
        </p:txBody>
      </p:sp>
      <p:sp>
        <p:nvSpPr>
          <p:cNvPr id="50180"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50181" name="Footer Placeholder 5"/>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50182"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765042A-EA18-415F-B6A2-DC23C3688578}" type="slidenum">
              <a:rPr lang="en-US" altLang="en-US" sz="1200">
                <a:solidFill>
                  <a:schemeClr val="tx2"/>
                </a:solidFill>
              </a:rPr>
              <a:pPr/>
              <a:t>46</a:t>
            </a:fld>
            <a:endParaRPr lang="en-US" altLang="en-US" sz="1200">
              <a:solidFill>
                <a:schemeClr val="tx2"/>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Date Placeholder 1"/>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51203" name="Footer Placeholder 5"/>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51204"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8EFED89-5090-4EAD-8944-950093FC0EFA}" type="slidenum">
              <a:rPr lang="en-US" altLang="en-US" sz="1200">
                <a:solidFill>
                  <a:schemeClr val="tx2"/>
                </a:solidFill>
              </a:rPr>
              <a:pPr/>
              <a:t>47</a:t>
            </a:fld>
            <a:endParaRPr lang="en-US" altLang="en-US" sz="1200">
              <a:solidFill>
                <a:schemeClr val="tx2"/>
              </a:solidFill>
            </a:endParaRPr>
          </a:p>
        </p:txBody>
      </p:sp>
      <p:sp>
        <p:nvSpPr>
          <p:cNvPr id="51205" name="Rectangle 2"/>
          <p:cNvSpPr>
            <a:spLocks noChangeArrowheads="1"/>
          </p:cNvSpPr>
          <p:nvPr/>
        </p:nvSpPr>
        <p:spPr bwMode="auto">
          <a:xfrm>
            <a:off x="2900363" y="8429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pic>
        <p:nvPicPr>
          <p:cNvPr id="51206" name="Picture 3" descr="C:\Documents and Settings\bgroosjohan.UCMBEIRA\My Documents\segundo ano\The Phenomena of Sleep - Karger Gazette_files\werve.jpg"/>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1357313" y="285750"/>
            <a:ext cx="6400800" cy="564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p:txBody>
          <a:bodyPr>
            <a:normAutofit fontScale="90000"/>
          </a:bodyPr>
          <a:lstStyle/>
          <a:p>
            <a:pPr eaLnBrk="1" fontAlgn="auto" hangingPunct="1">
              <a:spcAft>
                <a:spcPts val="0"/>
              </a:spcAft>
              <a:defRPr/>
            </a:pPr>
            <a:r>
              <a:rPr lang="pt-PT" sz="3200">
                <a:solidFill>
                  <a:schemeClr val="tx2">
                    <a:satMod val="200000"/>
                  </a:schemeClr>
                </a:solidFill>
              </a:rPr>
              <a:t>When do </a:t>
            </a:r>
            <a:r>
              <a:rPr lang="pt-PT" sz="3200">
                <a:solidFill>
                  <a:schemeClr val="tx2">
                    <a:satMod val="200000"/>
                  </a:schemeClr>
                </a:solidFill>
                <a:sym typeface="Symbol" pitchFamily="18" charset="2"/>
              </a:rPr>
              <a:t></a:t>
            </a:r>
            <a:r>
              <a:rPr lang="pt-PT" sz="3200">
                <a:solidFill>
                  <a:schemeClr val="tx2">
                    <a:satMod val="200000"/>
                  </a:schemeClr>
                </a:solidFill>
              </a:rPr>
              <a:t> waves (f = 20 Hz) appear?</a:t>
            </a:r>
            <a:br>
              <a:rPr lang="en-GB">
                <a:solidFill>
                  <a:schemeClr val="tx2">
                    <a:satMod val="200000"/>
                  </a:schemeClr>
                </a:solidFill>
              </a:rPr>
            </a:br>
            <a:endParaRPr lang="en-GB">
              <a:solidFill>
                <a:schemeClr val="tx2">
                  <a:satMod val="200000"/>
                </a:schemeClr>
              </a:solidFill>
            </a:endParaRPr>
          </a:p>
        </p:txBody>
      </p:sp>
      <p:sp>
        <p:nvSpPr>
          <p:cNvPr id="52227" name="Rectangle 3"/>
          <p:cNvSpPr>
            <a:spLocks noGrp="1" noChangeArrowheads="1"/>
          </p:cNvSpPr>
          <p:nvPr>
            <p:ph idx="1"/>
          </p:nvPr>
        </p:nvSpPr>
        <p:spPr/>
        <p:txBody>
          <a:bodyPr/>
          <a:lstStyle/>
          <a:p>
            <a:pPr eaLnBrk="1" hangingPunct="1"/>
            <a:r>
              <a:rPr lang="pt-PT" altLang="en-US"/>
              <a:t>When the eyes are opened, other sensory organs are stimulated, or the person solves a maths problem. The amplitude of these waves is lower,and are mainly found in occipital and parietal regions. (As well appears during arousal activity)</a:t>
            </a:r>
            <a:endParaRPr lang="en-GB" altLang="en-US"/>
          </a:p>
        </p:txBody>
      </p:sp>
      <p:sp>
        <p:nvSpPr>
          <p:cNvPr id="5222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52229" name="Footer Placeholder 5"/>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52230"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CA7F0E99-0599-4854-83CC-15081CB5955A}" type="slidenum">
              <a:rPr lang="en-US" altLang="en-US" sz="1200">
                <a:solidFill>
                  <a:schemeClr val="tx2"/>
                </a:solidFill>
              </a:rPr>
              <a:pPr/>
              <a:t>48</a:t>
            </a:fld>
            <a:endParaRPr lang="en-US" altLang="en-US" sz="1200">
              <a:solidFill>
                <a:schemeClr val="tx2"/>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p:txBody>
          <a:bodyPr/>
          <a:lstStyle/>
          <a:p>
            <a:pPr eaLnBrk="1" fontAlgn="auto" hangingPunct="1">
              <a:spcAft>
                <a:spcPts val="0"/>
              </a:spcAft>
              <a:defRPr/>
            </a:pPr>
            <a:r>
              <a:rPr lang="pt-PT">
                <a:solidFill>
                  <a:schemeClr val="tx2">
                    <a:satMod val="200000"/>
                  </a:schemeClr>
                </a:solidFill>
              </a:rPr>
              <a:t>And </a:t>
            </a:r>
            <a:r>
              <a:rPr lang="pt-PT">
                <a:solidFill>
                  <a:schemeClr val="tx2">
                    <a:satMod val="200000"/>
                  </a:schemeClr>
                </a:solidFill>
                <a:sym typeface="Symbol" pitchFamily="18" charset="2"/>
              </a:rPr>
              <a:t></a:t>
            </a:r>
            <a:r>
              <a:rPr lang="pt-PT">
                <a:solidFill>
                  <a:schemeClr val="tx2">
                    <a:satMod val="200000"/>
                  </a:schemeClr>
                </a:solidFill>
              </a:rPr>
              <a:t> and </a:t>
            </a:r>
            <a:r>
              <a:rPr lang="pt-PT">
                <a:solidFill>
                  <a:schemeClr val="tx2">
                    <a:satMod val="200000"/>
                  </a:schemeClr>
                </a:solidFill>
                <a:sym typeface="Symbol" pitchFamily="18" charset="2"/>
              </a:rPr>
              <a:t> and  </a:t>
            </a:r>
            <a:r>
              <a:rPr lang="pt-PT">
                <a:solidFill>
                  <a:schemeClr val="tx2">
                    <a:satMod val="200000"/>
                  </a:schemeClr>
                </a:solidFill>
              </a:rPr>
              <a:t>waves? </a:t>
            </a:r>
            <a:endParaRPr lang="en-GB">
              <a:solidFill>
                <a:schemeClr val="tx2">
                  <a:satMod val="200000"/>
                </a:schemeClr>
              </a:solidFill>
            </a:endParaRPr>
          </a:p>
        </p:txBody>
      </p:sp>
      <p:sp>
        <p:nvSpPr>
          <p:cNvPr id="53251" name="Rectangle 3"/>
          <p:cNvSpPr>
            <a:spLocks noGrp="1" noChangeArrowheads="1"/>
          </p:cNvSpPr>
          <p:nvPr>
            <p:ph idx="1"/>
          </p:nvPr>
        </p:nvSpPr>
        <p:spPr/>
        <p:txBody>
          <a:bodyPr/>
          <a:lstStyle/>
          <a:p>
            <a:pPr eaLnBrk="1" hangingPunct="1"/>
            <a:r>
              <a:rPr lang="pt-PT" altLang="en-US">
                <a:sym typeface="Symbol" panose="05050102010706020507" pitchFamily="18" charset="2"/>
              </a:rPr>
              <a:t> waves</a:t>
            </a:r>
            <a:r>
              <a:rPr lang="pt-PT" altLang="en-US"/>
              <a:t> during learning activities</a:t>
            </a:r>
          </a:p>
          <a:p>
            <a:pPr eaLnBrk="1" hangingPunct="1"/>
            <a:r>
              <a:rPr lang="pt-PT" altLang="en-US">
                <a:sym typeface="Symbol" panose="05050102010706020507" pitchFamily="18" charset="2"/>
              </a:rPr>
              <a:t> waves appear when drowsiness descends to sleep</a:t>
            </a:r>
          </a:p>
          <a:p>
            <a:pPr eaLnBrk="1" hangingPunct="1"/>
            <a:r>
              <a:rPr lang="pt-PT" altLang="en-US">
                <a:sym typeface="Symbol" panose="05050102010706020507" pitchFamily="18" charset="2"/>
              </a:rPr>
              <a:t> waves are slow waves during sleep</a:t>
            </a:r>
          </a:p>
          <a:p>
            <a:pPr eaLnBrk="1" hangingPunct="1"/>
            <a:endParaRPr lang="pt-PT" altLang="en-US"/>
          </a:p>
          <a:p>
            <a:pPr eaLnBrk="1" hangingPunct="1"/>
            <a:endParaRPr lang="en-GB" altLang="en-US"/>
          </a:p>
        </p:txBody>
      </p:sp>
      <p:sp>
        <p:nvSpPr>
          <p:cNvPr id="5325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53253" name="Footer Placeholder 5"/>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53254"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4FA0046-3718-44D8-BB79-E79F48A3148B}" type="slidenum">
              <a:rPr lang="en-US" altLang="en-US" sz="1200">
                <a:solidFill>
                  <a:schemeClr val="tx2"/>
                </a:solidFill>
              </a:rPr>
              <a:pPr/>
              <a:t>49</a:t>
            </a:fld>
            <a:endParaRPr lang="en-US" altLang="en-US" sz="1200">
              <a:solidFill>
                <a:schemeClr val="tx2"/>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What is the function of sleep?</a:t>
            </a:r>
          </a:p>
        </p:txBody>
      </p:sp>
      <p:sp>
        <p:nvSpPr>
          <p:cNvPr id="54275" name="Rectangle 3"/>
          <p:cNvSpPr>
            <a:spLocks noGrp="1" noChangeArrowheads="1"/>
          </p:cNvSpPr>
          <p:nvPr>
            <p:ph idx="1"/>
          </p:nvPr>
        </p:nvSpPr>
        <p:spPr/>
        <p:txBody>
          <a:bodyPr/>
          <a:lstStyle/>
          <a:p>
            <a:pPr eaLnBrk="1" hangingPunct="1"/>
            <a:r>
              <a:rPr lang="en-US" altLang="en-US"/>
              <a:t>Form a group and decide in 5 minutes why this is the most important function of sleep</a:t>
            </a:r>
          </a:p>
          <a:p>
            <a:pPr eaLnBrk="1" hangingPunct="1"/>
            <a:r>
              <a:rPr lang="en-US" altLang="en-US"/>
              <a:t>One person of the group will explain to the group in 1 minute</a:t>
            </a:r>
          </a:p>
        </p:txBody>
      </p:sp>
      <p:sp>
        <p:nvSpPr>
          <p:cNvPr id="5427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54277" name="Footer Placeholder 5"/>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54278"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32E9AF3-659A-4071-8737-85131633DF04}" type="slidenum">
              <a:rPr lang="en-US" altLang="en-US" sz="1200">
                <a:solidFill>
                  <a:schemeClr val="tx2"/>
                </a:solidFill>
              </a:rPr>
              <a:pPr/>
              <a:t>50</a:t>
            </a:fld>
            <a:endParaRPr lang="en-US" altLang="en-US" sz="1200">
              <a:solidFill>
                <a:schemeClr val="tx2"/>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p:txBody>
          <a:bodyPr/>
          <a:lstStyle/>
          <a:p>
            <a:pPr eaLnBrk="1" fontAlgn="auto" hangingPunct="1">
              <a:spcAft>
                <a:spcPts val="0"/>
              </a:spcAft>
              <a:defRPr/>
            </a:pPr>
            <a:r>
              <a:rPr lang="en-US" b="1" i="1">
                <a:solidFill>
                  <a:schemeClr val="tx2">
                    <a:satMod val="200000"/>
                  </a:schemeClr>
                </a:solidFill>
                <a:latin typeface="Verdana" charset="0"/>
              </a:rPr>
              <a:t>KEY CONCEPT</a:t>
            </a:r>
            <a:endParaRPr lang="en-US">
              <a:solidFill>
                <a:schemeClr val="tx2">
                  <a:satMod val="200000"/>
                </a:schemeClr>
              </a:solidFill>
            </a:endParaRPr>
          </a:p>
        </p:txBody>
      </p:sp>
      <p:sp>
        <p:nvSpPr>
          <p:cNvPr id="55299" name="Rectangle 3"/>
          <p:cNvSpPr>
            <a:spLocks noGrp="1" noChangeArrowheads="1"/>
          </p:cNvSpPr>
          <p:nvPr>
            <p:ph idx="1"/>
          </p:nvPr>
        </p:nvSpPr>
        <p:spPr/>
        <p:txBody>
          <a:bodyPr/>
          <a:lstStyle/>
          <a:p>
            <a:pPr eaLnBrk="1" hangingPunct="1"/>
            <a:r>
              <a:rPr lang="en-US" altLang="en-US"/>
              <a:t>An individual’s state of consciousness is variable and complex</a:t>
            </a:r>
          </a:p>
          <a:p>
            <a:pPr eaLnBrk="1" hangingPunct="1"/>
            <a:r>
              <a:rPr lang="en-US" altLang="en-US"/>
              <a:t>Ranges from energized and “hyper” to unconscious and comatose </a:t>
            </a:r>
          </a:p>
        </p:txBody>
      </p:sp>
      <p:sp>
        <p:nvSpPr>
          <p:cNvPr id="55300"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55301" name="Footer Placeholder 5"/>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55302"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66E23B7-BA80-4C31-8195-C565BC40BDF1}" type="slidenum">
              <a:rPr lang="en-US" altLang="en-US" sz="1200">
                <a:solidFill>
                  <a:schemeClr val="tx2"/>
                </a:solidFill>
              </a:rPr>
              <a:pPr/>
              <a:t>51</a:t>
            </a:fld>
            <a:endParaRPr lang="en-US" altLang="en-US" sz="1200">
              <a:solidFill>
                <a:schemeClr val="tx2"/>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p:nvPr>
        </p:nvSpPr>
        <p:spPr/>
        <p:txBody>
          <a:bodyPr/>
          <a:lstStyle/>
          <a:p>
            <a:pPr eaLnBrk="1" fontAlgn="auto" hangingPunct="1">
              <a:spcAft>
                <a:spcPts val="0"/>
              </a:spcAft>
              <a:defRPr/>
            </a:pPr>
            <a:r>
              <a:rPr lang="en-US" b="1" i="1">
                <a:solidFill>
                  <a:schemeClr val="tx2">
                    <a:satMod val="200000"/>
                  </a:schemeClr>
                </a:solidFill>
                <a:latin typeface="Verdana" charset="0"/>
              </a:rPr>
              <a:t>KEY CONCEPT</a:t>
            </a:r>
            <a:endParaRPr lang="en-US">
              <a:solidFill>
                <a:schemeClr val="tx2">
                  <a:satMod val="200000"/>
                </a:schemeClr>
              </a:solidFill>
            </a:endParaRPr>
          </a:p>
        </p:txBody>
      </p:sp>
      <p:sp>
        <p:nvSpPr>
          <p:cNvPr id="56323" name="Rectangle 3"/>
          <p:cNvSpPr>
            <a:spLocks noGrp="1" noChangeArrowheads="1"/>
          </p:cNvSpPr>
          <p:nvPr>
            <p:ph idx="1"/>
          </p:nvPr>
        </p:nvSpPr>
        <p:spPr/>
        <p:txBody>
          <a:bodyPr/>
          <a:lstStyle/>
          <a:p>
            <a:pPr eaLnBrk="1" hangingPunct="1"/>
            <a:r>
              <a:rPr lang="en-US" altLang="en-US"/>
              <a:t>During deep sleep, all metabolic functions are significantly reduced</a:t>
            </a:r>
          </a:p>
          <a:p>
            <a:pPr eaLnBrk="1" hangingPunct="1"/>
            <a:r>
              <a:rPr lang="en-US" altLang="en-US"/>
              <a:t>During REM sleep, muscular activities are inhibited while cerebral activity is similar to that seen in awake individuals </a:t>
            </a:r>
          </a:p>
        </p:txBody>
      </p:sp>
      <p:sp>
        <p:nvSpPr>
          <p:cNvPr id="5632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56325" name="Footer Placeholder 5"/>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56326"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7816C0A-192B-4D05-BF2E-FD23E0272618}" type="slidenum">
              <a:rPr lang="en-US" altLang="en-US" sz="1200">
                <a:solidFill>
                  <a:schemeClr val="tx2"/>
                </a:solidFill>
              </a:rPr>
              <a:pPr/>
              <a:t>52</a:t>
            </a:fld>
            <a:endParaRPr lang="en-US" altLang="en-US" sz="1200">
              <a:solidFill>
                <a:schemeClr val="tx2"/>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1858" name="Rectangle 2"/>
          <p:cNvSpPr>
            <a:spLocks noGrp="1" noChangeArrowheads="1"/>
          </p:cNvSpPr>
          <p:nvPr>
            <p:ph type="title"/>
          </p:nvPr>
        </p:nvSpPr>
        <p:spPr>
          <a:xfrm>
            <a:off x="685800" y="609600"/>
            <a:ext cx="7772400" cy="533400"/>
          </a:xfrm>
        </p:spPr>
        <p:txBody>
          <a:bodyPr>
            <a:normAutofit fontScale="90000"/>
          </a:bodyPr>
          <a:lstStyle/>
          <a:p>
            <a:pPr eaLnBrk="1" fontAlgn="auto" hangingPunct="1">
              <a:spcAft>
                <a:spcPts val="0"/>
              </a:spcAft>
              <a:defRPr/>
            </a:pPr>
            <a:r>
              <a:rPr lang="en-US" sz="3600">
                <a:solidFill>
                  <a:schemeClr val="accent1"/>
                </a:solidFill>
              </a:rPr>
              <a:t>REVIEW 2</a:t>
            </a:r>
          </a:p>
        </p:txBody>
      </p:sp>
      <p:sp>
        <p:nvSpPr>
          <p:cNvPr id="13315" name="Rectangle 3"/>
          <p:cNvSpPr>
            <a:spLocks noGrp="1" noChangeArrowheads="1"/>
          </p:cNvSpPr>
          <p:nvPr>
            <p:ph idx="1"/>
          </p:nvPr>
        </p:nvSpPr>
        <p:spPr>
          <a:xfrm>
            <a:off x="228600" y="1143000"/>
            <a:ext cx="8686800" cy="4953000"/>
          </a:xfrm>
        </p:spPr>
        <p:txBody>
          <a:bodyPr/>
          <a:lstStyle/>
          <a:p>
            <a:pPr eaLnBrk="1" hangingPunct="1"/>
            <a:r>
              <a:rPr lang="en-US" altLang="en-US" sz="1900"/>
              <a:t>Sleep is generally regarded as a steady state; nevertheless it is a behaviour</a:t>
            </a:r>
          </a:p>
          <a:p>
            <a:pPr eaLnBrk="1" hangingPunct="1"/>
            <a:r>
              <a:rPr lang="en-US" altLang="en-US" sz="1900"/>
              <a:t>The sleep cycle can be  monitored by EEG. REM and non REM alternate in a 90 minute cycle </a:t>
            </a:r>
          </a:p>
          <a:p>
            <a:pPr eaLnBrk="1" hangingPunct="1"/>
            <a:r>
              <a:rPr lang="en-US" altLang="en-US" sz="1900"/>
              <a:t>Alertness consist of desynchronised beta activity</a:t>
            </a:r>
          </a:p>
          <a:p>
            <a:pPr eaLnBrk="1" hangingPunct="1"/>
            <a:r>
              <a:rPr lang="en-US" altLang="en-US" sz="1900"/>
              <a:t>Relaxation and drowsiness consist of alpha activity</a:t>
            </a:r>
          </a:p>
          <a:p>
            <a:pPr algn="ctr" eaLnBrk="1" hangingPunct="1">
              <a:buFontTx/>
              <a:buNone/>
            </a:pPr>
            <a:r>
              <a:rPr lang="en-US" altLang="en-US" sz="1900">
                <a:solidFill>
                  <a:schemeClr val="hlink"/>
                </a:solidFill>
              </a:rPr>
              <a:t>4 stages of Non-REM sleep </a:t>
            </a:r>
          </a:p>
          <a:p>
            <a:pPr eaLnBrk="1" hangingPunct="1"/>
            <a:r>
              <a:rPr lang="en-US" altLang="en-US" sz="1900"/>
              <a:t>Stage 1 sleep - alpha and irregular</a:t>
            </a:r>
          </a:p>
          <a:p>
            <a:pPr eaLnBrk="1" hangingPunct="1"/>
            <a:r>
              <a:rPr lang="en-US" altLang="en-US" sz="1900"/>
              <a:t>Stage 2 sleep – spindle and ocassional K complex</a:t>
            </a:r>
          </a:p>
          <a:p>
            <a:pPr eaLnBrk="1" hangingPunct="1"/>
            <a:r>
              <a:rPr lang="en-US" altLang="en-US" sz="1900"/>
              <a:t>Stage 3 sleep – up to 50 % delta</a:t>
            </a:r>
          </a:p>
          <a:p>
            <a:pPr eaLnBrk="1" hangingPunct="1"/>
            <a:r>
              <a:rPr lang="en-US" altLang="en-US" sz="1900"/>
              <a:t>Stage 4 sleep more than 50% delta</a:t>
            </a:r>
          </a:p>
          <a:p>
            <a:pPr algn="ctr" eaLnBrk="1" hangingPunct="1">
              <a:buFontTx/>
              <a:buNone/>
            </a:pPr>
            <a:r>
              <a:rPr lang="en-US" altLang="en-US" sz="1900">
                <a:solidFill>
                  <a:schemeClr val="hlink"/>
                </a:solidFill>
              </a:rPr>
              <a:t>REM sleep</a:t>
            </a:r>
          </a:p>
          <a:p>
            <a:pPr eaLnBrk="1" hangingPunct="1"/>
            <a:r>
              <a:rPr lang="en-US" altLang="en-US" sz="1900"/>
              <a:t>Rapid eye movement  desynchronised EEG activity, sensitivity to external stimulation, muscular paralysis, genital activity and day dreaming</a:t>
            </a:r>
          </a:p>
        </p:txBody>
      </p:sp>
      <p:sp>
        <p:nvSpPr>
          <p:cNvPr id="1331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331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331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7A5EFF6B-FE8C-4AE5-A3CD-D40549A725B2}" type="slidenum">
              <a:rPr lang="en-US" altLang="en-US" sz="1200">
                <a:solidFill>
                  <a:schemeClr val="tx2"/>
                </a:solidFill>
              </a:rPr>
              <a:pPr/>
              <a:t>53</a:t>
            </a:fld>
            <a:endParaRPr lang="en-US" altLang="en-US" sz="1200">
              <a:solidFill>
                <a:schemeClr val="tx2"/>
              </a:solidFill>
            </a:endParaRPr>
          </a:p>
        </p:txBody>
      </p:sp>
    </p:spTree>
    <p:extLst>
      <p:ext uri="{BB962C8B-B14F-4D97-AF65-F5344CB8AC3E}">
        <p14:creationId xmlns:p14="http://schemas.microsoft.com/office/powerpoint/2010/main" val="28420832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82" name="Rectangle 2"/>
          <p:cNvSpPr>
            <a:spLocks noGrp="1" noChangeArrowheads="1"/>
          </p:cNvSpPr>
          <p:nvPr>
            <p:ph type="title"/>
          </p:nvPr>
        </p:nvSpPr>
        <p:spPr>
          <a:xfrm>
            <a:off x="685800" y="152400"/>
            <a:ext cx="7772400" cy="609600"/>
          </a:xfrm>
        </p:spPr>
        <p:txBody>
          <a:bodyPr>
            <a:normAutofit fontScale="90000"/>
          </a:bodyPr>
          <a:lstStyle/>
          <a:p>
            <a:pPr eaLnBrk="1" fontAlgn="auto" hangingPunct="1">
              <a:spcAft>
                <a:spcPts val="0"/>
              </a:spcAft>
              <a:defRPr/>
            </a:pPr>
            <a:r>
              <a:rPr lang="en-US" sz="3600">
                <a:solidFill>
                  <a:schemeClr val="accent1"/>
                </a:solidFill>
              </a:rPr>
              <a:t>REVIEW 3</a:t>
            </a:r>
          </a:p>
        </p:txBody>
      </p:sp>
      <p:sp>
        <p:nvSpPr>
          <p:cNvPr id="14339" name="Rectangle 3"/>
          <p:cNvSpPr>
            <a:spLocks noGrp="1" noChangeArrowheads="1"/>
          </p:cNvSpPr>
          <p:nvPr>
            <p:ph idx="1"/>
          </p:nvPr>
        </p:nvSpPr>
        <p:spPr>
          <a:xfrm>
            <a:off x="228600" y="838200"/>
            <a:ext cx="8686800" cy="4953000"/>
          </a:xfrm>
        </p:spPr>
        <p:txBody>
          <a:bodyPr/>
          <a:lstStyle/>
          <a:p>
            <a:pPr eaLnBrk="1" hangingPunct="1">
              <a:lnSpc>
                <a:spcPct val="80000"/>
              </a:lnSpc>
            </a:pPr>
            <a:r>
              <a:rPr lang="en-US" altLang="en-US" sz="1800"/>
              <a:t>Cyclic regulation of sleep suggest there are sleep promoting substances produced during wakefulness and wakeful promoting substances produced during sleep adenosine serves as a link increased brain metabolism and the necessity of sleep</a:t>
            </a:r>
          </a:p>
          <a:p>
            <a:pPr eaLnBrk="1" hangingPunct="1">
              <a:lnSpc>
                <a:spcPct val="80000"/>
              </a:lnSpc>
            </a:pPr>
            <a:endParaRPr lang="en-US" altLang="en-US" sz="1800"/>
          </a:p>
          <a:p>
            <a:pPr eaLnBrk="1" hangingPunct="1">
              <a:lnSpc>
                <a:spcPct val="80000"/>
              </a:lnSpc>
            </a:pPr>
            <a:r>
              <a:rPr lang="en-US" altLang="en-US" sz="1800"/>
              <a:t>Four nuclei in the brain appear to be active during </a:t>
            </a:r>
            <a:r>
              <a:rPr lang="en-US" altLang="en-US" sz="1800">
                <a:solidFill>
                  <a:schemeClr val="hlink"/>
                </a:solidFill>
              </a:rPr>
              <a:t>wakefulness </a:t>
            </a:r>
            <a:r>
              <a:rPr lang="en-US" altLang="en-US" sz="1800"/>
              <a:t>forming part of the RAS complex  i) acetylcholinergic system peribrachial area of pons  and the basal forebrain ii) adrenergic system of the coeruleus iii)serotgenic system of the raphe nuclei  iv) histamigenic system og the tuberomamillary  nucleus</a:t>
            </a:r>
          </a:p>
          <a:p>
            <a:pPr eaLnBrk="1" hangingPunct="1">
              <a:lnSpc>
                <a:spcPct val="80000"/>
              </a:lnSpc>
            </a:pPr>
            <a:endParaRPr lang="en-US" altLang="en-US" sz="1800"/>
          </a:p>
          <a:p>
            <a:pPr eaLnBrk="1" hangingPunct="1">
              <a:lnSpc>
                <a:spcPct val="80000"/>
              </a:lnSpc>
            </a:pPr>
            <a:r>
              <a:rPr lang="en-US" altLang="en-US" sz="1800">
                <a:solidFill>
                  <a:schemeClr val="hlink"/>
                </a:solidFill>
              </a:rPr>
              <a:t>Non –REM</a:t>
            </a:r>
            <a:r>
              <a:rPr lang="en-US" altLang="en-US" sz="1800"/>
              <a:t> sleep occurs when ventrolateral preoptic area becomes active inhibiting the nuclei prompting wakefulness.</a:t>
            </a:r>
          </a:p>
          <a:p>
            <a:pPr eaLnBrk="1" hangingPunct="1">
              <a:lnSpc>
                <a:spcPct val="80000"/>
              </a:lnSpc>
            </a:pPr>
            <a:endParaRPr lang="en-US" altLang="en-US" sz="1800"/>
          </a:p>
          <a:p>
            <a:pPr eaLnBrk="1" hangingPunct="1">
              <a:lnSpc>
                <a:spcPct val="80000"/>
              </a:lnSpc>
            </a:pPr>
            <a:r>
              <a:rPr lang="en-US" altLang="en-US" sz="1800">
                <a:solidFill>
                  <a:schemeClr val="hlink"/>
                </a:solidFill>
              </a:rPr>
              <a:t>REM </a:t>
            </a:r>
            <a:r>
              <a:rPr lang="en-US" altLang="en-US" sz="1800"/>
              <a:t>sleep occurs when the activity of acetyl cholinergic neurons in the prebrachial area increases to activate those in thalamus and the basal forebrain. These neurons produce rapid eye movement in  connection with motor neurons in the tectum.</a:t>
            </a:r>
          </a:p>
          <a:p>
            <a:pPr eaLnBrk="1" hangingPunct="1">
              <a:lnSpc>
                <a:spcPct val="80000"/>
              </a:lnSpc>
            </a:pPr>
            <a:r>
              <a:rPr lang="en-US" altLang="en-US" sz="1800"/>
              <a:t> </a:t>
            </a:r>
          </a:p>
          <a:p>
            <a:pPr eaLnBrk="1" hangingPunct="1">
              <a:lnSpc>
                <a:spcPct val="80000"/>
              </a:lnSpc>
            </a:pPr>
            <a:r>
              <a:rPr lang="en-US" altLang="en-US" sz="1800">
                <a:solidFill>
                  <a:schemeClr val="hlink"/>
                </a:solidFill>
              </a:rPr>
              <a:t>REM </a:t>
            </a:r>
            <a:r>
              <a:rPr lang="en-US" altLang="en-US" sz="1800"/>
              <a:t>sleep is inhibited by nor adrenergic and serotonic neuronsof the raphe nuclei</a:t>
            </a:r>
          </a:p>
          <a:p>
            <a:pPr eaLnBrk="1" hangingPunct="1">
              <a:lnSpc>
                <a:spcPct val="80000"/>
              </a:lnSpc>
            </a:pPr>
            <a:endParaRPr lang="en-US" altLang="en-US" sz="1600"/>
          </a:p>
          <a:p>
            <a:pPr eaLnBrk="1" hangingPunct="1">
              <a:lnSpc>
                <a:spcPct val="80000"/>
              </a:lnSpc>
              <a:buFontTx/>
              <a:buNone/>
            </a:pPr>
            <a:endParaRPr lang="en-US" altLang="en-US" sz="1600"/>
          </a:p>
        </p:txBody>
      </p:sp>
      <p:sp>
        <p:nvSpPr>
          <p:cNvPr id="14340"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4341"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434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894E9F4-CB14-4C1C-BB44-ED9188853ADB}" type="slidenum">
              <a:rPr lang="en-US" altLang="en-US" sz="1200">
                <a:solidFill>
                  <a:schemeClr val="tx2"/>
                </a:solidFill>
              </a:rPr>
              <a:pPr/>
              <a:t>54</a:t>
            </a:fld>
            <a:endParaRPr lang="en-US" altLang="en-US" sz="1200">
              <a:solidFill>
                <a:schemeClr val="tx2"/>
              </a:solidFill>
            </a:endParaRPr>
          </a:p>
        </p:txBody>
      </p:sp>
    </p:spTree>
    <p:extLst>
      <p:ext uri="{BB962C8B-B14F-4D97-AF65-F5344CB8AC3E}">
        <p14:creationId xmlns:p14="http://schemas.microsoft.com/office/powerpoint/2010/main" val="1798830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3906" name="Rectangle 2"/>
          <p:cNvSpPr>
            <a:spLocks noGrp="1" noChangeArrowheads="1"/>
          </p:cNvSpPr>
          <p:nvPr>
            <p:ph type="title"/>
          </p:nvPr>
        </p:nvSpPr>
        <p:spPr>
          <a:xfrm>
            <a:off x="685800" y="152400"/>
            <a:ext cx="7772400" cy="609600"/>
          </a:xfrm>
        </p:spPr>
        <p:txBody>
          <a:bodyPr>
            <a:normAutofit fontScale="90000"/>
          </a:bodyPr>
          <a:lstStyle/>
          <a:p>
            <a:pPr eaLnBrk="1" fontAlgn="auto" hangingPunct="1">
              <a:spcAft>
                <a:spcPts val="0"/>
              </a:spcAft>
              <a:defRPr/>
            </a:pPr>
            <a:r>
              <a:rPr lang="en-US" sz="3600">
                <a:solidFill>
                  <a:schemeClr val="accent1"/>
                </a:solidFill>
              </a:rPr>
              <a:t>REVIEW 4</a:t>
            </a:r>
          </a:p>
        </p:txBody>
      </p:sp>
      <p:sp>
        <p:nvSpPr>
          <p:cNvPr id="15363" name="Rectangle 3"/>
          <p:cNvSpPr>
            <a:spLocks noGrp="1" noChangeArrowheads="1"/>
          </p:cNvSpPr>
          <p:nvPr>
            <p:ph idx="1"/>
          </p:nvPr>
        </p:nvSpPr>
        <p:spPr>
          <a:xfrm>
            <a:off x="152400" y="762000"/>
            <a:ext cx="8763000" cy="5334000"/>
          </a:xfrm>
        </p:spPr>
        <p:txBody>
          <a:bodyPr/>
          <a:lstStyle/>
          <a:p>
            <a:pPr algn="ctr" eaLnBrk="1" hangingPunct="1">
              <a:lnSpc>
                <a:spcPct val="90000"/>
              </a:lnSpc>
              <a:buFontTx/>
              <a:buNone/>
            </a:pPr>
            <a:r>
              <a:rPr lang="en-US" altLang="en-US" sz="2800" b="1" u="sng" dirty="0"/>
              <a:t>SLEEP DISORDERS</a:t>
            </a:r>
          </a:p>
          <a:p>
            <a:pPr algn="ctr" eaLnBrk="1" hangingPunct="1">
              <a:lnSpc>
                <a:spcPct val="90000"/>
              </a:lnSpc>
              <a:buFontTx/>
              <a:buNone/>
            </a:pPr>
            <a:r>
              <a:rPr lang="en-US" altLang="en-US" sz="2400" dirty="0"/>
              <a:t>25% of adult  population experiences sleep disorders</a:t>
            </a:r>
          </a:p>
          <a:p>
            <a:pPr eaLnBrk="1" hangingPunct="1">
              <a:lnSpc>
                <a:spcPct val="90000"/>
              </a:lnSpc>
            </a:pPr>
            <a:r>
              <a:rPr lang="en-US" altLang="en-US" sz="2400" dirty="0">
                <a:solidFill>
                  <a:schemeClr val="accent1"/>
                </a:solidFill>
              </a:rPr>
              <a:t>Insomnia</a:t>
            </a:r>
            <a:r>
              <a:rPr lang="en-US" altLang="en-US" sz="2400" dirty="0"/>
              <a:t>- Recurring problems of falling or staying asleep</a:t>
            </a:r>
            <a:endParaRPr lang="en-US" altLang="en-US" sz="2400" dirty="0">
              <a:solidFill>
                <a:schemeClr val="accent1"/>
              </a:solidFill>
            </a:endParaRPr>
          </a:p>
          <a:p>
            <a:pPr eaLnBrk="1" hangingPunct="1">
              <a:lnSpc>
                <a:spcPct val="90000"/>
              </a:lnSpc>
            </a:pPr>
            <a:r>
              <a:rPr lang="en-US" altLang="en-US" sz="2400" dirty="0">
                <a:solidFill>
                  <a:schemeClr val="accent1"/>
                </a:solidFill>
              </a:rPr>
              <a:t>Narcolepsy</a:t>
            </a:r>
            <a:r>
              <a:rPr lang="en-US" altLang="en-US" sz="2400" dirty="0"/>
              <a:t>- a sleep disorder characterized by uncontrollable sleep attacks. The sufferer may lapse directly into REM sleep often at inopportune times</a:t>
            </a:r>
            <a:endParaRPr lang="en-US" altLang="en-US" sz="2400" dirty="0">
              <a:solidFill>
                <a:schemeClr val="accent1"/>
              </a:solidFill>
            </a:endParaRPr>
          </a:p>
          <a:p>
            <a:pPr eaLnBrk="1" hangingPunct="1">
              <a:lnSpc>
                <a:spcPct val="90000"/>
              </a:lnSpc>
            </a:pPr>
            <a:r>
              <a:rPr lang="en-US" altLang="en-US" sz="2400" dirty="0">
                <a:solidFill>
                  <a:schemeClr val="accent1"/>
                </a:solidFill>
              </a:rPr>
              <a:t>Sleep apnea </a:t>
            </a:r>
            <a:r>
              <a:rPr lang="en-US" altLang="en-US" sz="2400" dirty="0"/>
              <a:t>- a sleep disorder characterized by temporary cessations of breathing during sleep and consequent momentary awakenings</a:t>
            </a:r>
          </a:p>
          <a:p>
            <a:pPr eaLnBrk="1" hangingPunct="1">
              <a:lnSpc>
                <a:spcPct val="90000"/>
              </a:lnSpc>
            </a:pPr>
            <a:r>
              <a:rPr lang="en-US" altLang="en-US" sz="2400" dirty="0">
                <a:solidFill>
                  <a:schemeClr val="accent1"/>
                </a:solidFill>
              </a:rPr>
              <a:t>Night terrors </a:t>
            </a:r>
            <a:r>
              <a:rPr lang="en-US" altLang="en-US" sz="2400" dirty="0"/>
              <a:t>– Sleep disorder characterized by  high arousal and an appearance of being terrified distinguished from </a:t>
            </a:r>
            <a:r>
              <a:rPr lang="en-US" altLang="en-US" sz="2400" dirty="0">
                <a:solidFill>
                  <a:schemeClr val="accent1"/>
                </a:solidFill>
              </a:rPr>
              <a:t>nightmares</a:t>
            </a:r>
            <a:r>
              <a:rPr lang="en-US" altLang="en-US" sz="2400" dirty="0"/>
              <a:t> </a:t>
            </a:r>
            <a:r>
              <a:rPr lang="en-US" altLang="en-US" sz="2400" dirty="0">
                <a:solidFill>
                  <a:srgbClr val="FFFF00"/>
                </a:solidFill>
              </a:rPr>
              <a:t>(occurs in early morning REM )</a:t>
            </a:r>
            <a:r>
              <a:rPr lang="en-US" altLang="en-US" sz="2400" dirty="0"/>
              <a:t>in the fact that they occur at stage 4 of cycle 2-3hrs after falling</a:t>
            </a:r>
            <a:r>
              <a:rPr lang="en-US" altLang="en-US" sz="2400" dirty="0">
                <a:solidFill>
                  <a:schemeClr val="accent1"/>
                </a:solidFill>
              </a:rPr>
              <a:t> </a:t>
            </a:r>
            <a:r>
              <a:rPr lang="en-US" altLang="en-US" sz="2400" dirty="0"/>
              <a:t>asleep</a:t>
            </a:r>
          </a:p>
          <a:p>
            <a:pPr eaLnBrk="1" hangingPunct="1">
              <a:lnSpc>
                <a:spcPct val="90000"/>
              </a:lnSpc>
              <a:buFontTx/>
              <a:buNone/>
            </a:pPr>
            <a:endParaRPr lang="en-US" altLang="en-US" sz="2400" dirty="0"/>
          </a:p>
        </p:txBody>
      </p:sp>
      <p:sp>
        <p:nvSpPr>
          <p:cNvPr id="1536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536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536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C6EC4805-AB39-486F-AA05-8D5EE6295E23}" type="slidenum">
              <a:rPr lang="en-US" altLang="en-US" sz="1200">
                <a:solidFill>
                  <a:schemeClr val="tx2"/>
                </a:solidFill>
              </a:rPr>
              <a:pPr/>
              <a:t>55</a:t>
            </a:fld>
            <a:endParaRPr lang="en-US" altLang="en-US" sz="1200">
              <a:solidFill>
                <a:schemeClr val="tx2"/>
              </a:solidFill>
            </a:endParaRPr>
          </a:p>
        </p:txBody>
      </p:sp>
    </p:spTree>
    <p:extLst>
      <p:ext uri="{BB962C8B-B14F-4D97-AF65-F5344CB8AC3E}">
        <p14:creationId xmlns:p14="http://schemas.microsoft.com/office/powerpoint/2010/main" val="1630132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4546" name="Rectangle 2"/>
          <p:cNvSpPr>
            <a:spLocks noGrp="1" noChangeArrowheads="1"/>
          </p:cNvSpPr>
          <p:nvPr>
            <p:ph type="title"/>
          </p:nvPr>
        </p:nvSpPr>
        <p:spPr>
          <a:xfrm>
            <a:off x="1066800" y="0"/>
            <a:ext cx="7772400" cy="1052513"/>
          </a:xfrm>
        </p:spPr>
        <p:txBody>
          <a:bodyPr/>
          <a:lstStyle/>
          <a:p>
            <a:pPr eaLnBrk="1" fontAlgn="auto" hangingPunct="1">
              <a:spcAft>
                <a:spcPts val="0"/>
              </a:spcAft>
              <a:defRPr/>
            </a:pPr>
            <a:r>
              <a:rPr lang="en-US" b="1" u="sng">
                <a:solidFill>
                  <a:schemeClr val="tx2">
                    <a:satMod val="200000"/>
                  </a:schemeClr>
                </a:solidFill>
              </a:rPr>
              <a:t>Forms of Narcolepsy</a:t>
            </a:r>
          </a:p>
        </p:txBody>
      </p:sp>
      <p:sp>
        <p:nvSpPr>
          <p:cNvPr id="16387" name="Rectangle 3"/>
          <p:cNvSpPr>
            <a:spLocks noGrp="1" noChangeArrowheads="1"/>
          </p:cNvSpPr>
          <p:nvPr>
            <p:ph idx="1"/>
          </p:nvPr>
        </p:nvSpPr>
        <p:spPr>
          <a:xfrm>
            <a:off x="1066800" y="1125538"/>
            <a:ext cx="7772400" cy="4665662"/>
          </a:xfrm>
        </p:spPr>
        <p:txBody>
          <a:bodyPr/>
          <a:lstStyle/>
          <a:p>
            <a:pPr eaLnBrk="1" hangingPunct="1">
              <a:lnSpc>
                <a:spcPct val="80000"/>
              </a:lnSpc>
            </a:pPr>
            <a:r>
              <a:rPr lang="en-US" altLang="en-US" sz="2000">
                <a:solidFill>
                  <a:schemeClr val="accent1"/>
                </a:solidFill>
              </a:rPr>
              <a:t>Sleep attack</a:t>
            </a:r>
            <a:r>
              <a:rPr lang="en-US" altLang="en-US" sz="2000"/>
              <a:t>- An irresistible urge to sleep during the day ; after which the person wakes feeling refreshed. </a:t>
            </a:r>
          </a:p>
          <a:p>
            <a:pPr eaLnBrk="1" hangingPunct="1">
              <a:lnSpc>
                <a:spcPct val="80000"/>
              </a:lnSpc>
            </a:pPr>
            <a:endParaRPr lang="en-US" altLang="en-US" sz="2000"/>
          </a:p>
          <a:p>
            <a:pPr eaLnBrk="1" hangingPunct="1">
              <a:lnSpc>
                <a:spcPct val="80000"/>
              </a:lnSpc>
            </a:pPr>
            <a:r>
              <a:rPr lang="en-US" altLang="en-US" sz="2000">
                <a:solidFill>
                  <a:schemeClr val="accent1"/>
                </a:solidFill>
              </a:rPr>
              <a:t>Cataplexy</a:t>
            </a:r>
            <a:r>
              <a:rPr lang="en-US" altLang="en-US" sz="2000"/>
              <a:t>- A complete paralysis that occurs in a subject when awake over relaxation of muscles as would occur during REM triggered by extreme excitement</a:t>
            </a:r>
          </a:p>
          <a:p>
            <a:pPr eaLnBrk="1" hangingPunct="1">
              <a:lnSpc>
                <a:spcPct val="80000"/>
              </a:lnSpc>
            </a:pPr>
            <a:endParaRPr lang="en-US" altLang="en-US" sz="2000">
              <a:solidFill>
                <a:schemeClr val="accent1"/>
              </a:solidFill>
            </a:endParaRPr>
          </a:p>
          <a:p>
            <a:pPr eaLnBrk="1" hangingPunct="1">
              <a:lnSpc>
                <a:spcPct val="80000"/>
              </a:lnSpc>
            </a:pPr>
            <a:r>
              <a:rPr lang="en-US" altLang="en-US" sz="2000">
                <a:solidFill>
                  <a:schemeClr val="accent1"/>
                </a:solidFill>
              </a:rPr>
              <a:t>Sleep apnea </a:t>
            </a:r>
            <a:r>
              <a:rPr lang="en-US" altLang="en-US" sz="2000"/>
              <a:t>- a sleep disorder characterized by temporary cessations of breathing during sleep and consequent momentary awakenings</a:t>
            </a:r>
          </a:p>
          <a:p>
            <a:pPr eaLnBrk="1" hangingPunct="1">
              <a:lnSpc>
                <a:spcPct val="80000"/>
              </a:lnSpc>
            </a:pPr>
            <a:endParaRPr lang="en-US" altLang="en-US" sz="2000"/>
          </a:p>
          <a:p>
            <a:pPr eaLnBrk="1" hangingPunct="1">
              <a:lnSpc>
                <a:spcPct val="80000"/>
              </a:lnSpc>
            </a:pPr>
            <a:r>
              <a:rPr lang="en-US" altLang="en-US" sz="2000">
                <a:solidFill>
                  <a:schemeClr val="accent1"/>
                </a:solidFill>
              </a:rPr>
              <a:t>Night terrors </a:t>
            </a:r>
            <a:r>
              <a:rPr lang="en-US" altLang="en-US" sz="2000"/>
              <a:t>– Sleep disorder characterized by  high arousal and an appearance of being terrified distinguished from </a:t>
            </a:r>
            <a:r>
              <a:rPr lang="en-US" altLang="en-US" sz="2000">
                <a:solidFill>
                  <a:schemeClr val="accent1"/>
                </a:solidFill>
              </a:rPr>
              <a:t>nightmares</a:t>
            </a:r>
            <a:r>
              <a:rPr lang="en-US" altLang="en-US" sz="2000"/>
              <a:t> </a:t>
            </a:r>
            <a:r>
              <a:rPr lang="en-US" altLang="en-US" sz="2000">
                <a:solidFill>
                  <a:srgbClr val="FFFF00"/>
                </a:solidFill>
              </a:rPr>
              <a:t>(occurs in early morning REM )</a:t>
            </a:r>
            <a:r>
              <a:rPr lang="en-US" altLang="en-US" sz="2000"/>
              <a:t>in the fact that they occur at stage 4 of cycle 2-3hrs after falling</a:t>
            </a:r>
            <a:r>
              <a:rPr lang="en-US" altLang="en-US" sz="2000">
                <a:solidFill>
                  <a:schemeClr val="accent1"/>
                </a:solidFill>
              </a:rPr>
              <a:t> </a:t>
            </a:r>
            <a:r>
              <a:rPr lang="en-US" altLang="en-US" sz="2000"/>
              <a:t>asleep</a:t>
            </a:r>
          </a:p>
        </p:txBody>
      </p:sp>
      <p:sp>
        <p:nvSpPr>
          <p:cNvPr id="1638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638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639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06EB16F-4656-46E5-B289-425442BA6DDE}" type="slidenum">
              <a:rPr lang="en-US" altLang="en-US" sz="1200">
                <a:solidFill>
                  <a:schemeClr val="tx2"/>
                </a:solidFill>
              </a:rPr>
              <a:pPr/>
              <a:t>56</a:t>
            </a:fld>
            <a:endParaRPr lang="en-US" altLang="en-US" sz="1200">
              <a:solidFill>
                <a:schemeClr val="tx2"/>
              </a:solidFill>
            </a:endParaRPr>
          </a:p>
        </p:txBody>
      </p:sp>
    </p:spTree>
    <p:extLst>
      <p:ext uri="{BB962C8B-B14F-4D97-AF65-F5344CB8AC3E}">
        <p14:creationId xmlns:p14="http://schemas.microsoft.com/office/powerpoint/2010/main" val="30942318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3522" name="Rectangle 2"/>
          <p:cNvSpPr>
            <a:spLocks noGrp="1" noChangeArrowheads="1"/>
          </p:cNvSpPr>
          <p:nvPr>
            <p:ph type="title"/>
          </p:nvPr>
        </p:nvSpPr>
        <p:spPr>
          <a:xfrm>
            <a:off x="457200" y="609600"/>
            <a:ext cx="8382000" cy="838200"/>
          </a:xfrm>
        </p:spPr>
        <p:txBody>
          <a:bodyPr/>
          <a:lstStyle/>
          <a:p>
            <a:pPr eaLnBrk="1" fontAlgn="auto" hangingPunct="1">
              <a:spcAft>
                <a:spcPts val="0"/>
              </a:spcAft>
              <a:defRPr/>
            </a:pPr>
            <a:r>
              <a:rPr lang="en-US" dirty="0">
                <a:solidFill>
                  <a:schemeClr val="hlink"/>
                </a:solidFill>
              </a:rPr>
              <a:t>CIRCADIAN &amp; BIOLOGICAL RHYTHMS</a:t>
            </a:r>
          </a:p>
        </p:txBody>
      </p:sp>
      <p:sp>
        <p:nvSpPr>
          <p:cNvPr id="17411" name="Rectangle 3"/>
          <p:cNvSpPr>
            <a:spLocks noGrp="1" noChangeArrowheads="1"/>
          </p:cNvSpPr>
          <p:nvPr>
            <p:ph idx="1"/>
          </p:nvPr>
        </p:nvSpPr>
        <p:spPr>
          <a:xfrm>
            <a:off x="228600" y="1447800"/>
            <a:ext cx="8610600" cy="4648200"/>
          </a:xfrm>
        </p:spPr>
        <p:txBody>
          <a:bodyPr/>
          <a:lstStyle/>
          <a:p>
            <a:pPr eaLnBrk="1" hangingPunct="1">
              <a:buFontTx/>
              <a:buNone/>
            </a:pPr>
            <a:r>
              <a:rPr lang="en-US" altLang="en-US" dirty="0"/>
              <a:t>Periodic  physiological fluctuation in the workings of our bodies attuned to the mind. They tend to be cyclical</a:t>
            </a:r>
          </a:p>
          <a:p>
            <a:pPr eaLnBrk="1" hangingPunct="1"/>
            <a:r>
              <a:rPr lang="en-US" altLang="en-US" dirty="0">
                <a:solidFill>
                  <a:schemeClr val="accent1"/>
                </a:solidFill>
              </a:rPr>
              <a:t>90-minute cycle (sleep)</a:t>
            </a:r>
          </a:p>
          <a:p>
            <a:pPr eaLnBrk="1" hangingPunct="1"/>
            <a:r>
              <a:rPr lang="en-US" altLang="en-US" dirty="0">
                <a:solidFill>
                  <a:schemeClr val="accent1"/>
                </a:solidFill>
              </a:rPr>
              <a:t>24 hour cycle (Circadian)</a:t>
            </a:r>
          </a:p>
          <a:p>
            <a:pPr eaLnBrk="1" hangingPunct="1"/>
            <a:r>
              <a:rPr lang="en-US" altLang="en-US" dirty="0">
                <a:solidFill>
                  <a:schemeClr val="accent1"/>
                </a:solidFill>
              </a:rPr>
              <a:t>28-day – menstrual cycles and PMT/PMS</a:t>
            </a:r>
            <a:endParaRPr lang="en-US" altLang="en-US" dirty="0"/>
          </a:p>
          <a:p>
            <a:pPr eaLnBrk="1" hangingPunct="1"/>
            <a:r>
              <a:rPr lang="en-US" altLang="en-US" dirty="0">
                <a:solidFill>
                  <a:schemeClr val="accent1"/>
                </a:solidFill>
              </a:rPr>
              <a:t>Annual – seasonal affective disorder</a:t>
            </a:r>
          </a:p>
          <a:p>
            <a:pPr eaLnBrk="1" hangingPunct="1"/>
            <a:endParaRPr lang="en-US" altLang="en-US" dirty="0">
              <a:solidFill>
                <a:schemeClr val="accent1"/>
              </a:solidFill>
            </a:endParaRPr>
          </a:p>
        </p:txBody>
      </p:sp>
      <p:sp>
        <p:nvSpPr>
          <p:cNvPr id="1741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741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741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D467F0E-EED4-4E4F-8E70-0670BB833223}" type="slidenum">
              <a:rPr lang="en-US" altLang="en-US" sz="1200">
                <a:solidFill>
                  <a:schemeClr val="tx2"/>
                </a:solidFill>
              </a:rPr>
              <a:pPr/>
              <a:t>57</a:t>
            </a:fld>
            <a:endParaRPr lang="en-US" altLang="en-US" sz="1200">
              <a:solidFill>
                <a:schemeClr val="tx2"/>
              </a:solidFill>
            </a:endParaRPr>
          </a:p>
        </p:txBody>
      </p:sp>
    </p:spTree>
    <p:extLst>
      <p:ext uri="{BB962C8B-B14F-4D97-AF65-F5344CB8AC3E}">
        <p14:creationId xmlns:p14="http://schemas.microsoft.com/office/powerpoint/2010/main" val="12577656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8002" name="Rectangle 2"/>
          <p:cNvSpPr>
            <a:spLocks noGrp="1" noChangeArrowheads="1"/>
          </p:cNvSpPr>
          <p:nvPr>
            <p:ph type="title"/>
          </p:nvPr>
        </p:nvSpPr>
        <p:spPr/>
        <p:txBody>
          <a:bodyPr/>
          <a:lstStyle/>
          <a:p>
            <a:pPr eaLnBrk="1" fontAlgn="auto" hangingPunct="1">
              <a:spcAft>
                <a:spcPts val="0"/>
              </a:spcAft>
              <a:defRPr/>
            </a:pPr>
            <a:r>
              <a:rPr lang="en-US" sz="3600">
                <a:solidFill>
                  <a:schemeClr val="accent1"/>
                </a:solidFill>
              </a:rPr>
              <a:t>CIRCADAN RHYTHMS &amp; ZEITGEBERS</a:t>
            </a:r>
          </a:p>
        </p:txBody>
      </p:sp>
      <p:sp>
        <p:nvSpPr>
          <p:cNvPr id="57347" name="Rectangle 3"/>
          <p:cNvSpPr>
            <a:spLocks noGrp="1" noChangeArrowheads="1"/>
          </p:cNvSpPr>
          <p:nvPr>
            <p:ph idx="1"/>
          </p:nvPr>
        </p:nvSpPr>
        <p:spPr/>
        <p:txBody>
          <a:bodyPr/>
          <a:lstStyle/>
          <a:p>
            <a:pPr eaLnBrk="1" hangingPunct="1">
              <a:lnSpc>
                <a:spcPct val="90000"/>
              </a:lnSpc>
              <a:buFontTx/>
              <a:buNone/>
            </a:pPr>
            <a:r>
              <a:rPr lang="en-US" altLang="en-US" sz="2400">
                <a:solidFill>
                  <a:schemeClr val="hlink"/>
                </a:solidFill>
              </a:rPr>
              <a:t>Circadian rhythms </a:t>
            </a:r>
            <a:r>
              <a:rPr lang="en-US" altLang="en-US" sz="2400"/>
              <a:t>refer to daily rhythmic changes in behaviour or physiological processes lasting about 25hrs.</a:t>
            </a:r>
          </a:p>
          <a:p>
            <a:pPr eaLnBrk="1" hangingPunct="1">
              <a:lnSpc>
                <a:spcPct val="90000"/>
              </a:lnSpc>
              <a:buFontTx/>
              <a:buNone/>
            </a:pPr>
            <a:r>
              <a:rPr lang="en-US" altLang="en-US" sz="2400"/>
              <a:t> </a:t>
            </a:r>
          </a:p>
          <a:p>
            <a:pPr eaLnBrk="1" hangingPunct="1">
              <a:lnSpc>
                <a:spcPct val="90000"/>
              </a:lnSpc>
            </a:pPr>
            <a:r>
              <a:rPr lang="en-US" altLang="en-US" sz="2400"/>
              <a:t>Some of these rhythms are passive responses to changes in  illumination but most are controlled by internal clocks which are re-set every 24 hours.  </a:t>
            </a:r>
          </a:p>
          <a:p>
            <a:pPr eaLnBrk="1" hangingPunct="1">
              <a:lnSpc>
                <a:spcPct val="90000"/>
              </a:lnSpc>
            </a:pPr>
            <a:endParaRPr lang="en-US" altLang="en-US" sz="2400"/>
          </a:p>
          <a:p>
            <a:pPr eaLnBrk="1" hangingPunct="1">
              <a:lnSpc>
                <a:spcPct val="90000"/>
              </a:lnSpc>
            </a:pPr>
            <a:r>
              <a:rPr lang="en-US" altLang="en-US" sz="2400"/>
              <a:t>The stimulus  that resets the internal  biological clock is the </a:t>
            </a:r>
            <a:r>
              <a:rPr lang="en-US" altLang="en-US" sz="2400">
                <a:solidFill>
                  <a:schemeClr val="hlink"/>
                </a:solidFill>
              </a:rPr>
              <a:t>zeitgeber</a:t>
            </a:r>
            <a:r>
              <a:rPr lang="en-US" altLang="en-US" sz="2400"/>
              <a:t> (time giver) such as dawn which synchronises endogenous rhythm</a:t>
            </a:r>
          </a:p>
        </p:txBody>
      </p:sp>
      <p:sp>
        <p:nvSpPr>
          <p:cNvPr id="5734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5734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5735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04613F40-1F4F-4119-980F-CC52636B58EF}" type="slidenum">
              <a:rPr lang="en-US" altLang="en-US" sz="1200">
                <a:solidFill>
                  <a:schemeClr val="tx2"/>
                </a:solidFill>
              </a:rPr>
              <a:pPr/>
              <a:t>58</a:t>
            </a:fld>
            <a:endParaRPr lang="en-US" altLang="en-US" sz="1200">
              <a:solidFill>
                <a:schemeClr val="tx2"/>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9026" name="Rectangle 2"/>
          <p:cNvSpPr>
            <a:spLocks noGrp="1" noChangeArrowheads="1"/>
          </p:cNvSpPr>
          <p:nvPr>
            <p:ph type="title"/>
          </p:nvPr>
        </p:nvSpPr>
        <p:spPr>
          <a:xfrm>
            <a:off x="228600" y="609600"/>
            <a:ext cx="8229600" cy="609600"/>
          </a:xfrm>
        </p:spPr>
        <p:txBody>
          <a:bodyPr>
            <a:normAutofit fontScale="90000"/>
          </a:bodyPr>
          <a:lstStyle/>
          <a:p>
            <a:pPr eaLnBrk="1" fontAlgn="auto" hangingPunct="1">
              <a:spcAft>
                <a:spcPts val="0"/>
              </a:spcAft>
              <a:defRPr/>
            </a:pPr>
            <a:r>
              <a:rPr lang="en-US" sz="2800">
                <a:solidFill>
                  <a:schemeClr val="accent1"/>
                </a:solidFill>
              </a:rPr>
              <a:t>SUPRACHIASMATIC NUCLEUS (SCN) &amp; CIRCADIAN RHYTHMS</a:t>
            </a:r>
          </a:p>
        </p:txBody>
      </p:sp>
      <p:sp>
        <p:nvSpPr>
          <p:cNvPr id="58371" name="Rectangle 3"/>
          <p:cNvSpPr>
            <a:spLocks noGrp="1" noChangeArrowheads="1"/>
          </p:cNvSpPr>
          <p:nvPr>
            <p:ph idx="1"/>
          </p:nvPr>
        </p:nvSpPr>
        <p:spPr>
          <a:xfrm>
            <a:off x="685800" y="1295400"/>
            <a:ext cx="7772400" cy="4800600"/>
          </a:xfrm>
        </p:spPr>
        <p:txBody>
          <a:bodyPr/>
          <a:lstStyle/>
          <a:p>
            <a:pPr eaLnBrk="1" hangingPunct="1">
              <a:buFontTx/>
              <a:buNone/>
            </a:pPr>
            <a:r>
              <a:rPr lang="en-US" altLang="en-US" sz="2800">
                <a:solidFill>
                  <a:schemeClr val="hlink"/>
                </a:solidFill>
              </a:rPr>
              <a:t>SCN</a:t>
            </a:r>
            <a:r>
              <a:rPr lang="en-US" altLang="en-US" sz="2800"/>
              <a:t> is a nucleus situated atop the optic chiasm in the hypothalamus. It contains the primary biological clock responsible for organising most of the body’s circadian rhythms.</a:t>
            </a:r>
          </a:p>
          <a:p>
            <a:pPr eaLnBrk="1" hangingPunct="1">
              <a:buFontTx/>
              <a:buNone/>
            </a:pPr>
            <a:r>
              <a:rPr lang="en-US" altLang="en-US" sz="2800">
                <a:solidFill>
                  <a:schemeClr val="hlink"/>
                </a:solidFill>
              </a:rPr>
              <a:t>Melanopsin</a:t>
            </a:r>
            <a:r>
              <a:rPr lang="en-US" altLang="en-US" sz="2800"/>
              <a:t> is a photo pigment</a:t>
            </a:r>
            <a:r>
              <a:rPr lang="en-US" altLang="en-US" sz="2800">
                <a:solidFill>
                  <a:schemeClr val="hlink"/>
                </a:solidFill>
              </a:rPr>
              <a:t> </a:t>
            </a:r>
            <a:r>
              <a:rPr lang="en-US" altLang="en-US" sz="2800"/>
              <a:t>produced by a gene on chromosme 10 and found in the cells of the retina appaears to be the detector of light that serves as the zetigeber.</a:t>
            </a:r>
          </a:p>
          <a:p>
            <a:pPr eaLnBrk="1" hangingPunct="1">
              <a:buFontTx/>
              <a:buNone/>
            </a:pPr>
            <a:r>
              <a:rPr lang="en-US" altLang="en-US" sz="2800"/>
              <a:t>SCN controls drinking eating and sleeping cycles</a:t>
            </a:r>
          </a:p>
        </p:txBody>
      </p:sp>
      <p:sp>
        <p:nvSpPr>
          <p:cNvPr id="5837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5837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5837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9129B58-10A1-4C89-B77B-FB906344B6C8}" type="slidenum">
              <a:rPr lang="en-US" altLang="en-US" sz="1200">
                <a:solidFill>
                  <a:schemeClr val="tx2"/>
                </a:solidFill>
              </a:rPr>
              <a:pPr/>
              <a:t>59</a:t>
            </a:fld>
            <a:endParaRPr lang="en-US" altLang="en-US" sz="1200">
              <a:solidFill>
                <a:schemeClr val="tx2"/>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9666" name="Rectangle 2"/>
          <p:cNvSpPr>
            <a:spLocks noGrp="1" noChangeArrowheads="1"/>
          </p:cNvSpPr>
          <p:nvPr>
            <p:ph type="title"/>
          </p:nvPr>
        </p:nvSpPr>
        <p:spPr/>
        <p:txBody>
          <a:bodyPr/>
          <a:lstStyle/>
          <a:p>
            <a:pPr eaLnBrk="1" fontAlgn="auto" hangingPunct="1">
              <a:spcAft>
                <a:spcPts val="0"/>
              </a:spcAft>
              <a:defRPr/>
            </a:pPr>
            <a:r>
              <a:rPr lang="en-US">
                <a:solidFill>
                  <a:schemeClr val="accent1"/>
                </a:solidFill>
              </a:rPr>
              <a:t>OPERATION OF SCN</a:t>
            </a:r>
          </a:p>
        </p:txBody>
      </p:sp>
      <p:sp>
        <p:nvSpPr>
          <p:cNvPr id="59395" name="Rectangle 3"/>
          <p:cNvSpPr>
            <a:spLocks noGrp="1" noChangeArrowheads="1"/>
          </p:cNvSpPr>
          <p:nvPr>
            <p:ph idx="1"/>
          </p:nvPr>
        </p:nvSpPr>
        <p:spPr/>
        <p:txBody>
          <a:bodyPr/>
          <a:lstStyle/>
          <a:p>
            <a:pPr eaLnBrk="1" hangingPunct="1"/>
            <a:r>
              <a:rPr lang="en-US" altLang="en-US" sz="2800"/>
              <a:t>Individual neurons rather than circuits are responsible for the ticking of the internal clocks. Synchronisation of the firing of these neurons is achieved therough chemical communication. Two genes dicovered in drosophila but also found in rodents </a:t>
            </a:r>
            <a:r>
              <a:rPr lang="en-US" altLang="en-US" sz="2800" i="1">
                <a:solidFill>
                  <a:schemeClr val="hlink"/>
                </a:solidFill>
              </a:rPr>
              <a:t>tim</a:t>
            </a:r>
            <a:r>
              <a:rPr lang="en-US" altLang="en-US" sz="2800" i="1"/>
              <a:t> and </a:t>
            </a:r>
            <a:r>
              <a:rPr lang="en-US" altLang="en-US" sz="2800" i="1">
                <a:solidFill>
                  <a:schemeClr val="hlink"/>
                </a:solidFill>
              </a:rPr>
              <a:t>per</a:t>
            </a:r>
            <a:r>
              <a:rPr lang="en-US" altLang="en-US" sz="2800" i="1"/>
              <a:t> </a:t>
            </a:r>
            <a:r>
              <a:rPr lang="en-US" altLang="en-US" sz="2800"/>
              <a:t>inhibit further protein synthesis until they disintegrate to kick start the cycle again.</a:t>
            </a:r>
          </a:p>
        </p:txBody>
      </p:sp>
      <p:sp>
        <p:nvSpPr>
          <p:cNvPr id="5939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5939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5939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880C047-EDB2-4322-B6FA-85EEF51A89DD}" type="slidenum">
              <a:rPr lang="en-US" altLang="en-US" sz="1200">
                <a:solidFill>
                  <a:schemeClr val="tx2"/>
                </a:solidFill>
              </a:rPr>
              <a:pPr/>
              <a:t>60</a:t>
            </a:fld>
            <a:endParaRPr lang="en-US" altLang="en-US" sz="1200">
              <a:solidFill>
                <a:schemeClr val="tx2"/>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0050" name="Rectangle 2"/>
          <p:cNvSpPr>
            <a:spLocks noGrp="1" noChangeArrowheads="1"/>
          </p:cNvSpPr>
          <p:nvPr>
            <p:ph type="title"/>
          </p:nvPr>
        </p:nvSpPr>
        <p:spPr/>
        <p:txBody>
          <a:bodyPr/>
          <a:lstStyle/>
          <a:p>
            <a:pPr eaLnBrk="1" fontAlgn="auto" hangingPunct="1">
              <a:spcAft>
                <a:spcPts val="0"/>
              </a:spcAft>
              <a:defRPr/>
            </a:pPr>
            <a:r>
              <a:rPr lang="en-US">
                <a:solidFill>
                  <a:schemeClr val="accent1"/>
                </a:solidFill>
              </a:rPr>
              <a:t>28-DAY cycle and PMS</a:t>
            </a:r>
          </a:p>
        </p:txBody>
      </p:sp>
      <p:sp>
        <p:nvSpPr>
          <p:cNvPr id="60419" name="Rectangle 3"/>
          <p:cNvSpPr>
            <a:spLocks noGrp="1" noChangeArrowheads="1"/>
          </p:cNvSpPr>
          <p:nvPr>
            <p:ph idx="1"/>
          </p:nvPr>
        </p:nvSpPr>
        <p:spPr>
          <a:xfrm>
            <a:off x="152400" y="1524000"/>
            <a:ext cx="8839200" cy="4572000"/>
          </a:xfrm>
        </p:spPr>
        <p:txBody>
          <a:bodyPr/>
          <a:lstStyle/>
          <a:p>
            <a:pPr eaLnBrk="1" hangingPunct="1">
              <a:lnSpc>
                <a:spcPct val="80000"/>
              </a:lnSpc>
            </a:pPr>
            <a:r>
              <a:rPr lang="en-US" altLang="en-US" sz="2400"/>
              <a:t>Women tend to be more depressed, tense and irritable during the 2-3 days before her period.</a:t>
            </a:r>
          </a:p>
          <a:p>
            <a:pPr eaLnBrk="1" hangingPunct="1">
              <a:lnSpc>
                <a:spcPct val="80000"/>
              </a:lnSpc>
            </a:pPr>
            <a:endParaRPr lang="en-US" altLang="en-US" sz="2400"/>
          </a:p>
          <a:p>
            <a:pPr eaLnBrk="1" hangingPunct="1">
              <a:lnSpc>
                <a:spcPct val="80000"/>
              </a:lnSpc>
            </a:pPr>
            <a:r>
              <a:rPr lang="en-US" altLang="en-US" sz="2400"/>
              <a:t> Research, however,  shows women’s mood did not vary significantly across their menstrual cycle. Their perceived or recalled mood tend to be worse than their actual. A woman’s feel of tension just before or during her period is more likely to be associated with </a:t>
            </a:r>
            <a:r>
              <a:rPr lang="en-US" altLang="en-US" sz="2400">
                <a:solidFill>
                  <a:schemeClr val="hlink"/>
                </a:solidFill>
              </a:rPr>
              <a:t>premenstural tension </a:t>
            </a:r>
            <a:r>
              <a:rPr lang="en-US" altLang="en-US" sz="2400"/>
              <a:t>(PMT) than a similar situation during the inter menstrual period. </a:t>
            </a:r>
          </a:p>
          <a:p>
            <a:pPr eaLnBrk="1" hangingPunct="1">
              <a:lnSpc>
                <a:spcPct val="80000"/>
              </a:lnSpc>
            </a:pPr>
            <a:endParaRPr lang="en-US" altLang="en-US" sz="2400"/>
          </a:p>
          <a:p>
            <a:pPr eaLnBrk="1" hangingPunct="1">
              <a:lnSpc>
                <a:spcPct val="80000"/>
              </a:lnSpc>
            </a:pPr>
            <a:r>
              <a:rPr lang="en-US" altLang="en-US" sz="2400"/>
              <a:t>Neverthelss there is a recognition of </a:t>
            </a:r>
            <a:r>
              <a:rPr lang="en-US" altLang="en-US" sz="2400">
                <a:solidFill>
                  <a:schemeClr val="hlink"/>
                </a:solidFill>
              </a:rPr>
              <a:t>premenstrual syndrome</a:t>
            </a:r>
            <a:r>
              <a:rPr lang="en-US" altLang="en-US" sz="2400"/>
              <a:t> (PMS) where some women experience lethargy, sadness irritability, headaches, insomnia, sleepiness disinterest or heightened interest in sex. PMS varies with culture </a:t>
            </a:r>
          </a:p>
        </p:txBody>
      </p:sp>
      <p:sp>
        <p:nvSpPr>
          <p:cNvPr id="60420"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60421"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6042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895EE6B-403E-4388-AE2B-A02A3C20DC33}" type="slidenum">
              <a:rPr lang="en-US" altLang="en-US" sz="1200">
                <a:solidFill>
                  <a:schemeClr val="tx2"/>
                </a:solidFill>
              </a:rPr>
              <a:pPr/>
              <a:t>61</a:t>
            </a:fld>
            <a:endParaRPr lang="en-US" altLang="en-US" sz="1200">
              <a:solidFill>
                <a:schemeClr val="tx2"/>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1074" name="Rectangle 2"/>
          <p:cNvSpPr>
            <a:spLocks noGrp="1" noChangeArrowheads="1"/>
          </p:cNvSpPr>
          <p:nvPr>
            <p:ph type="title"/>
          </p:nvPr>
        </p:nvSpPr>
        <p:spPr/>
        <p:txBody>
          <a:bodyPr/>
          <a:lstStyle/>
          <a:p>
            <a:pPr eaLnBrk="1" fontAlgn="auto" hangingPunct="1">
              <a:spcAft>
                <a:spcPts val="0"/>
              </a:spcAft>
              <a:defRPr/>
            </a:pPr>
            <a:r>
              <a:rPr lang="en-US">
                <a:solidFill>
                  <a:schemeClr val="accent1"/>
                </a:solidFill>
              </a:rPr>
              <a:t>SEASONAL RHYTHMS</a:t>
            </a:r>
          </a:p>
        </p:txBody>
      </p:sp>
      <p:sp>
        <p:nvSpPr>
          <p:cNvPr id="61443" name="Rectangle 3"/>
          <p:cNvSpPr>
            <a:spLocks noGrp="1" noChangeArrowheads="1"/>
          </p:cNvSpPr>
          <p:nvPr>
            <p:ph idx="1"/>
          </p:nvPr>
        </p:nvSpPr>
        <p:spPr/>
        <p:txBody>
          <a:bodyPr/>
          <a:lstStyle/>
          <a:p>
            <a:pPr eaLnBrk="1" hangingPunct="1">
              <a:lnSpc>
                <a:spcPct val="90000"/>
              </a:lnSpc>
            </a:pPr>
            <a:r>
              <a:rPr lang="en-US" altLang="en-US" sz="2800"/>
              <a:t>Though SCN is known to have an intrinsic rhythm of 24hours it is known to play a role in much longer rhythms. So that it is involved in a biological calendar as well as a biological clock. </a:t>
            </a:r>
          </a:p>
          <a:p>
            <a:pPr eaLnBrk="1" hangingPunct="1">
              <a:lnSpc>
                <a:spcPct val="90000"/>
              </a:lnSpc>
            </a:pPr>
            <a:r>
              <a:rPr lang="en-US" altLang="en-US" sz="2800"/>
              <a:t>Experiments with hamsters show increase in the secretion of testosterone to kick start the breeding season as day light lengthens. Lesions in the SCN abolishes the cycle so the rodents produce testosterone all year</a:t>
            </a:r>
          </a:p>
        </p:txBody>
      </p:sp>
      <p:sp>
        <p:nvSpPr>
          <p:cNvPr id="6144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6144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614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0AA64C3E-AD7F-4727-98C7-D6A616B9CB6E}" type="slidenum">
              <a:rPr lang="en-US" altLang="en-US" sz="1200">
                <a:solidFill>
                  <a:schemeClr val="tx2"/>
                </a:solidFill>
              </a:rPr>
              <a:pPr/>
              <a:t>62</a:t>
            </a:fld>
            <a:endParaRPr lang="en-US" altLang="en-US" sz="1200">
              <a:solidFill>
                <a:schemeClr val="tx2"/>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2098" name="Rectangle 2"/>
          <p:cNvSpPr>
            <a:spLocks noGrp="1" noChangeArrowheads="1"/>
          </p:cNvSpPr>
          <p:nvPr>
            <p:ph type="title"/>
          </p:nvPr>
        </p:nvSpPr>
        <p:spPr>
          <a:xfrm>
            <a:off x="228600" y="228600"/>
            <a:ext cx="8610600" cy="914400"/>
          </a:xfrm>
        </p:spPr>
        <p:txBody>
          <a:bodyPr/>
          <a:lstStyle/>
          <a:p>
            <a:pPr eaLnBrk="1" fontAlgn="auto" hangingPunct="1">
              <a:spcAft>
                <a:spcPts val="0"/>
              </a:spcAft>
              <a:defRPr/>
            </a:pPr>
            <a:r>
              <a:rPr lang="en-US" sz="2400">
                <a:solidFill>
                  <a:schemeClr val="accent1"/>
                </a:solidFill>
              </a:rPr>
              <a:t>PINEAL GLAND AND MELATONIN IN SEASONAL RHYTHMS</a:t>
            </a:r>
          </a:p>
        </p:txBody>
      </p:sp>
      <p:sp>
        <p:nvSpPr>
          <p:cNvPr id="62467" name="Rectangle 3"/>
          <p:cNvSpPr>
            <a:spLocks noGrp="1" noChangeArrowheads="1"/>
          </p:cNvSpPr>
          <p:nvPr>
            <p:ph idx="1"/>
          </p:nvPr>
        </p:nvSpPr>
        <p:spPr>
          <a:xfrm>
            <a:off x="685800" y="1066800"/>
            <a:ext cx="7772400" cy="5029200"/>
          </a:xfrm>
        </p:spPr>
        <p:txBody>
          <a:bodyPr/>
          <a:lstStyle/>
          <a:p>
            <a:pPr eaLnBrk="1" hangingPunct="1">
              <a:lnSpc>
                <a:spcPct val="90000"/>
              </a:lnSpc>
            </a:pPr>
            <a:r>
              <a:rPr lang="en-US" altLang="en-US" sz="2400"/>
              <a:t>The </a:t>
            </a:r>
            <a:r>
              <a:rPr lang="en-US" altLang="en-US" sz="2400">
                <a:solidFill>
                  <a:schemeClr val="hlink"/>
                </a:solidFill>
              </a:rPr>
              <a:t>pineal gland</a:t>
            </a:r>
            <a:r>
              <a:rPr lang="en-US" altLang="en-US" sz="2400"/>
              <a:t> is attached to the dorsal surface of the tectum in the midbrain. </a:t>
            </a:r>
          </a:p>
          <a:p>
            <a:pPr eaLnBrk="1" hangingPunct="1">
              <a:lnSpc>
                <a:spcPct val="90000"/>
              </a:lnSpc>
            </a:pPr>
            <a:endParaRPr lang="en-US" altLang="en-US" sz="2400"/>
          </a:p>
          <a:p>
            <a:pPr eaLnBrk="1" hangingPunct="1">
              <a:lnSpc>
                <a:spcPct val="90000"/>
              </a:lnSpc>
            </a:pPr>
            <a:r>
              <a:rPr lang="en-US" altLang="en-US" sz="2400"/>
              <a:t>It produces </a:t>
            </a:r>
            <a:r>
              <a:rPr lang="en-US" altLang="en-US" sz="2400">
                <a:solidFill>
                  <a:schemeClr val="hlink"/>
                </a:solidFill>
              </a:rPr>
              <a:t>melatonin</a:t>
            </a:r>
            <a:r>
              <a:rPr lang="en-US" altLang="en-US" sz="2400"/>
              <a:t> which is a hormone so named because it has the ability to darken the skin.</a:t>
            </a:r>
          </a:p>
          <a:p>
            <a:pPr eaLnBrk="1" hangingPunct="1">
              <a:lnSpc>
                <a:spcPct val="90000"/>
              </a:lnSpc>
              <a:buFontTx/>
              <a:buNone/>
            </a:pPr>
            <a:r>
              <a:rPr lang="en-US" altLang="en-US" sz="2400"/>
              <a:t> </a:t>
            </a:r>
          </a:p>
          <a:p>
            <a:pPr eaLnBrk="1" hangingPunct="1">
              <a:lnSpc>
                <a:spcPct val="90000"/>
              </a:lnSpc>
            </a:pPr>
            <a:r>
              <a:rPr lang="en-US" altLang="en-US" sz="2400"/>
              <a:t>The neurons in the SCN make synaptic connections with neurons in the paraventricular neurons </a:t>
            </a:r>
            <a:r>
              <a:rPr lang="en-US" altLang="en-US" sz="2400">
                <a:solidFill>
                  <a:schemeClr val="hlink"/>
                </a:solidFill>
              </a:rPr>
              <a:t>PVN</a:t>
            </a:r>
            <a:r>
              <a:rPr lang="en-US" altLang="en-US" sz="2400"/>
              <a:t> of the hypothalamus and axons make connection thru post ganglionic neurons of the sympathetic nervous system with pineal gland causing it to secrete large amounts of melatonin priming the body for the long darkness of winter</a:t>
            </a:r>
            <a:r>
              <a:rPr lang="en-US" altLang="en-US"/>
              <a:t> </a:t>
            </a:r>
          </a:p>
        </p:txBody>
      </p:sp>
      <p:sp>
        <p:nvSpPr>
          <p:cNvPr id="6246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6246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6247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B3AE55D-3D99-401C-B5D0-A66774C79108}" type="slidenum">
              <a:rPr lang="en-US" altLang="en-US" sz="1200">
                <a:solidFill>
                  <a:schemeClr val="tx2"/>
                </a:solidFill>
              </a:rPr>
              <a:pPr/>
              <a:t>63</a:t>
            </a:fld>
            <a:endParaRPr lang="en-US" altLang="en-US" sz="1200">
              <a:solidFill>
                <a:schemeClr val="tx2"/>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22" name="Rectangle 2"/>
          <p:cNvSpPr>
            <a:spLocks noGrp="1" noChangeArrowheads="1"/>
          </p:cNvSpPr>
          <p:nvPr>
            <p:ph type="title"/>
          </p:nvPr>
        </p:nvSpPr>
        <p:spPr/>
        <p:txBody>
          <a:bodyPr/>
          <a:lstStyle/>
          <a:p>
            <a:pPr eaLnBrk="1" fontAlgn="auto" hangingPunct="1">
              <a:spcAft>
                <a:spcPts val="0"/>
              </a:spcAft>
              <a:defRPr/>
            </a:pPr>
            <a:r>
              <a:rPr lang="en-US" sz="3600">
                <a:solidFill>
                  <a:schemeClr val="accent1"/>
                </a:solidFill>
              </a:rPr>
              <a:t>ANNUAL CYCLES SEASONAL AFFECTIVE DISORDER</a:t>
            </a:r>
          </a:p>
        </p:txBody>
      </p:sp>
      <p:sp>
        <p:nvSpPr>
          <p:cNvPr id="63491" name="Rectangle 3"/>
          <p:cNvSpPr>
            <a:spLocks noGrp="1" noChangeArrowheads="1"/>
          </p:cNvSpPr>
          <p:nvPr>
            <p:ph idx="1"/>
          </p:nvPr>
        </p:nvSpPr>
        <p:spPr/>
        <p:txBody>
          <a:bodyPr/>
          <a:lstStyle/>
          <a:p>
            <a:pPr eaLnBrk="1" hangingPunct="1"/>
            <a:r>
              <a:rPr lang="en-US" altLang="en-US" sz="2800"/>
              <a:t>Annual cycles will cause animals to migrate, hibernate breed etc.</a:t>
            </a:r>
          </a:p>
          <a:p>
            <a:pPr eaLnBrk="1" hangingPunct="1"/>
            <a:r>
              <a:rPr lang="en-US" altLang="en-US" sz="2800"/>
              <a:t>In humans annual cycles will cause variation in appetite, sleep length and moods. In some people there is a clinical depression in the long winter months which is defined as </a:t>
            </a:r>
            <a:r>
              <a:rPr lang="en-US" altLang="en-US" sz="2800">
                <a:solidFill>
                  <a:schemeClr val="hlink"/>
                </a:solidFill>
              </a:rPr>
              <a:t>seasonal affective disorder</a:t>
            </a:r>
            <a:r>
              <a:rPr lang="en-US" altLang="en-US" sz="2800"/>
              <a:t>. The depression lifts thru spring and summer</a:t>
            </a:r>
          </a:p>
        </p:txBody>
      </p:sp>
      <p:sp>
        <p:nvSpPr>
          <p:cNvPr id="6349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6349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6349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A28C1AB-9DFC-48A3-8594-B3E44AB667C6}" type="slidenum">
              <a:rPr lang="en-US" altLang="en-US" sz="1200">
                <a:solidFill>
                  <a:schemeClr val="tx2"/>
                </a:solidFill>
              </a:rPr>
              <a:pPr/>
              <a:t>64</a:t>
            </a:fld>
            <a:endParaRPr lang="en-US" altLang="en-US" sz="1200">
              <a:solidFill>
                <a:schemeClr val="tx2"/>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a:xfrm>
            <a:off x="685800" y="0"/>
            <a:ext cx="7772400" cy="838200"/>
          </a:xfrm>
        </p:spPr>
        <p:txBody>
          <a:bodyPr>
            <a:normAutofit fontScale="90000"/>
          </a:bodyPr>
          <a:lstStyle/>
          <a:p>
            <a:pPr eaLnBrk="1" fontAlgn="auto" hangingPunct="1">
              <a:spcAft>
                <a:spcPts val="0"/>
              </a:spcAft>
              <a:defRPr/>
            </a:pPr>
            <a:br>
              <a:rPr lang="en-US" sz="3600" dirty="0">
                <a:solidFill>
                  <a:srgbClr val="FFFF00"/>
                </a:solidFill>
              </a:rPr>
            </a:br>
            <a:r>
              <a:rPr lang="en-US" sz="3600" dirty="0">
                <a:solidFill>
                  <a:srgbClr val="FFFF00"/>
                </a:solidFill>
              </a:rPr>
              <a:t>Seasonal affective disorder </a:t>
            </a:r>
            <a:r>
              <a:rPr lang="en-US" sz="3600" u="sng" dirty="0">
                <a:solidFill>
                  <a:srgbClr val="FFFF00"/>
                </a:solidFill>
              </a:rPr>
              <a:t>(</a:t>
            </a:r>
            <a:r>
              <a:rPr lang="en-US" sz="3600" dirty="0">
                <a:solidFill>
                  <a:srgbClr val="FFFF00"/>
                </a:solidFill>
              </a:rPr>
              <a:t>SAD</a:t>
            </a:r>
            <a:r>
              <a:rPr lang="en-US" sz="3600" u="sng" dirty="0">
                <a:solidFill>
                  <a:srgbClr val="FFFF00"/>
                </a:solidFill>
              </a:rPr>
              <a:t>)</a:t>
            </a:r>
            <a:br>
              <a:rPr lang="en-US" sz="3600" dirty="0">
                <a:solidFill>
                  <a:srgbClr val="FFFF00"/>
                </a:solidFill>
              </a:rPr>
            </a:br>
            <a:endParaRPr lang="en-US" sz="3600" dirty="0">
              <a:solidFill>
                <a:schemeClr val="accent1"/>
              </a:solidFill>
            </a:endParaRPr>
          </a:p>
        </p:txBody>
      </p:sp>
      <p:sp>
        <p:nvSpPr>
          <p:cNvPr id="603139" name="Rectangle 3"/>
          <p:cNvSpPr>
            <a:spLocks noGrp="1" noChangeArrowheads="1"/>
          </p:cNvSpPr>
          <p:nvPr>
            <p:ph idx="1"/>
          </p:nvPr>
        </p:nvSpPr>
        <p:spPr>
          <a:xfrm>
            <a:off x="228600" y="914400"/>
            <a:ext cx="8610600" cy="5181600"/>
          </a:xfrm>
        </p:spPr>
        <p:txBody>
          <a:bodyPr>
            <a:normAutofit/>
          </a:bodyPr>
          <a:lstStyle/>
          <a:p>
            <a:pPr marL="514350" indent="-514350" eaLnBrk="1" fontAlgn="auto" hangingPunct="1">
              <a:spcAft>
                <a:spcPts val="0"/>
              </a:spcAft>
              <a:buFontTx/>
              <a:buAutoNum type="romanLcPeriod"/>
              <a:defRPr/>
            </a:pPr>
            <a:r>
              <a:rPr lang="en-US" sz="2800" dirty="0"/>
              <a:t>Depressive symptoms during winter months </a:t>
            </a:r>
          </a:p>
          <a:p>
            <a:pPr marL="514350" indent="-514350" eaLnBrk="1" fontAlgn="auto" hangingPunct="1">
              <a:spcAft>
                <a:spcPts val="0"/>
              </a:spcAft>
              <a:buFontTx/>
              <a:buAutoNum type="romanLcPeriod"/>
              <a:defRPr/>
            </a:pPr>
            <a:r>
              <a:rPr lang="en-US" sz="2800" dirty="0"/>
              <a:t>Winter has shortest days/least amount of light </a:t>
            </a:r>
          </a:p>
          <a:p>
            <a:pPr marL="514350" indent="-514350" eaLnBrk="1" fontAlgn="auto" hangingPunct="1">
              <a:spcAft>
                <a:spcPts val="0"/>
              </a:spcAft>
              <a:buFontTx/>
              <a:buAutoNum type="romanLcPeriod"/>
              <a:defRPr/>
            </a:pPr>
            <a:r>
              <a:rPr lang="en-US" sz="2800" dirty="0"/>
              <a:t> "Atypical" symptoms: </a:t>
            </a:r>
          </a:p>
          <a:p>
            <a:pPr marL="411480" eaLnBrk="1" fontAlgn="auto" hangingPunct="1">
              <a:spcAft>
                <a:spcPts val="0"/>
              </a:spcAft>
              <a:buFont typeface="Wingdings"/>
              <a:buChar char=""/>
              <a:defRPr/>
            </a:pPr>
            <a:r>
              <a:rPr lang="en-US" sz="2800" dirty="0"/>
              <a:t>Increased sleep </a:t>
            </a:r>
          </a:p>
          <a:p>
            <a:pPr marL="411480" eaLnBrk="1" fontAlgn="auto" hangingPunct="1">
              <a:spcAft>
                <a:spcPts val="0"/>
              </a:spcAft>
              <a:buFont typeface="Wingdings"/>
              <a:buChar char=""/>
              <a:defRPr/>
            </a:pPr>
            <a:r>
              <a:rPr lang="en-US" sz="2800" dirty="0"/>
              <a:t>Increased appetite </a:t>
            </a:r>
          </a:p>
          <a:p>
            <a:pPr marL="411480" eaLnBrk="1" fontAlgn="auto" hangingPunct="1">
              <a:spcAft>
                <a:spcPts val="0"/>
              </a:spcAft>
              <a:buFont typeface="Wingdings"/>
              <a:buChar char=""/>
              <a:defRPr/>
            </a:pPr>
            <a:r>
              <a:rPr lang="en-US" sz="2800" dirty="0"/>
              <a:t>Decreased energy </a:t>
            </a:r>
          </a:p>
          <a:p>
            <a:pPr marL="514350" indent="-514350" eaLnBrk="1" fontAlgn="auto" hangingPunct="1">
              <a:spcAft>
                <a:spcPts val="0"/>
              </a:spcAft>
              <a:buFontTx/>
              <a:buAutoNum type="romanLcPeriod" startAt="4"/>
              <a:defRPr/>
            </a:pPr>
            <a:r>
              <a:rPr lang="en-US" sz="2800" dirty="0"/>
              <a:t>Caused by abnormal melatonin metabolism </a:t>
            </a:r>
          </a:p>
          <a:p>
            <a:pPr marL="514350" indent="-514350" eaLnBrk="1" fontAlgn="auto" hangingPunct="1">
              <a:spcAft>
                <a:spcPts val="0"/>
              </a:spcAft>
              <a:buFontTx/>
              <a:buAutoNum type="romanLcPeriod" startAt="4"/>
              <a:defRPr/>
            </a:pPr>
            <a:r>
              <a:rPr lang="en-US" sz="2800" dirty="0"/>
              <a:t>Treat with bright light therapy (not melatonin tablets) </a:t>
            </a:r>
          </a:p>
          <a:p>
            <a:pPr marL="411480" eaLnBrk="1" fontAlgn="auto" hangingPunct="1">
              <a:spcAft>
                <a:spcPts val="0"/>
              </a:spcAft>
              <a:buFont typeface="Wingdings"/>
              <a:buChar char=""/>
              <a:defRPr/>
            </a:pPr>
            <a:endParaRPr lang="en-US" sz="2400" dirty="0"/>
          </a:p>
        </p:txBody>
      </p:sp>
      <p:sp>
        <p:nvSpPr>
          <p:cNvPr id="64516" name="Date Placeholder 5"/>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6451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64518"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870357C-925E-4F0F-A64A-F7C48524F8D3}" type="slidenum">
              <a:rPr lang="en-US" altLang="en-US" sz="1200">
                <a:solidFill>
                  <a:schemeClr val="tx2"/>
                </a:solidFill>
              </a:rPr>
              <a:pPr/>
              <a:t>65</a:t>
            </a:fld>
            <a:endParaRPr lang="en-US" altLang="en-US" sz="1200">
              <a:solidFill>
                <a:schemeClr val="tx2"/>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0690" name="Rectangle 2"/>
          <p:cNvSpPr>
            <a:spLocks noGrp="1" noChangeArrowheads="1"/>
          </p:cNvSpPr>
          <p:nvPr>
            <p:ph type="title"/>
          </p:nvPr>
        </p:nvSpPr>
        <p:spPr>
          <a:xfrm>
            <a:off x="685800" y="228600"/>
            <a:ext cx="7772400" cy="914400"/>
          </a:xfrm>
        </p:spPr>
        <p:txBody>
          <a:bodyPr/>
          <a:lstStyle/>
          <a:p>
            <a:pPr eaLnBrk="1" fontAlgn="auto" hangingPunct="1">
              <a:spcAft>
                <a:spcPts val="0"/>
              </a:spcAft>
              <a:defRPr/>
            </a:pPr>
            <a:r>
              <a:rPr lang="en-US" sz="3200">
                <a:solidFill>
                  <a:schemeClr val="accent1"/>
                </a:solidFill>
              </a:rPr>
              <a:t>CHANGES IN CIRCADIAN RHYTHM</a:t>
            </a:r>
          </a:p>
        </p:txBody>
      </p:sp>
      <p:sp>
        <p:nvSpPr>
          <p:cNvPr id="65539" name="Rectangle 3"/>
          <p:cNvSpPr>
            <a:spLocks noGrp="1" noChangeArrowheads="1"/>
          </p:cNvSpPr>
          <p:nvPr>
            <p:ph idx="1"/>
          </p:nvPr>
        </p:nvSpPr>
        <p:spPr>
          <a:xfrm>
            <a:off x="685800" y="1219200"/>
            <a:ext cx="7772400" cy="4876800"/>
          </a:xfrm>
        </p:spPr>
        <p:txBody>
          <a:bodyPr/>
          <a:lstStyle/>
          <a:p>
            <a:pPr eaLnBrk="1" hangingPunct="1">
              <a:lnSpc>
                <a:spcPct val="90000"/>
              </a:lnSpc>
            </a:pPr>
            <a:r>
              <a:rPr lang="en-US" altLang="en-US" sz="2800"/>
              <a:t>When people abruptly change their daily rhythms of activity, their internal circadian rhythms controlled by SCN become desynchronised with those of the external environment e.g.  </a:t>
            </a:r>
            <a:r>
              <a:rPr lang="en-US" altLang="en-US" sz="2800">
                <a:solidFill>
                  <a:schemeClr val="hlink"/>
                </a:solidFill>
              </a:rPr>
              <a:t>shift workers</a:t>
            </a:r>
            <a:r>
              <a:rPr lang="en-US" altLang="en-US" sz="2800"/>
              <a:t> and those who travel across time zones and experience </a:t>
            </a:r>
            <a:r>
              <a:rPr lang="en-US" altLang="en-US" sz="2800">
                <a:solidFill>
                  <a:schemeClr val="hlink"/>
                </a:solidFill>
              </a:rPr>
              <a:t>jet lag.</a:t>
            </a:r>
          </a:p>
          <a:p>
            <a:pPr eaLnBrk="1" hangingPunct="1">
              <a:lnSpc>
                <a:spcPct val="90000"/>
              </a:lnSpc>
            </a:pPr>
            <a:r>
              <a:rPr lang="en-US" altLang="en-US" sz="2800"/>
              <a:t>This disparity between internal rhythms and and the external environment results in sleep disturbances and mood change \nd interferes with one’s ability yo function during waking hours</a:t>
            </a:r>
          </a:p>
        </p:txBody>
      </p:sp>
      <p:sp>
        <p:nvSpPr>
          <p:cNvPr id="65540"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65541"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6554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CF5870A-049F-470A-8A10-E9CEFCB6DE87}" type="slidenum">
              <a:rPr lang="en-US" altLang="en-US" sz="1200">
                <a:solidFill>
                  <a:schemeClr val="tx2"/>
                </a:solidFill>
              </a:rPr>
              <a:pPr/>
              <a:t>66</a:t>
            </a:fld>
            <a:endParaRPr lang="en-US" altLang="en-US" sz="1200">
              <a:solidFill>
                <a:schemeClr val="tx2"/>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4146" name="Rectangle 2"/>
          <p:cNvSpPr>
            <a:spLocks noGrp="1" noChangeArrowheads="1"/>
          </p:cNvSpPr>
          <p:nvPr>
            <p:ph type="title"/>
          </p:nvPr>
        </p:nvSpPr>
        <p:spPr>
          <a:xfrm>
            <a:off x="685800" y="228600"/>
            <a:ext cx="7772400" cy="914400"/>
          </a:xfrm>
        </p:spPr>
        <p:txBody>
          <a:bodyPr>
            <a:normAutofit/>
          </a:bodyPr>
          <a:lstStyle/>
          <a:p>
            <a:pPr eaLnBrk="1" fontAlgn="auto" hangingPunct="1">
              <a:spcAft>
                <a:spcPts val="0"/>
              </a:spcAft>
              <a:defRPr/>
            </a:pPr>
            <a:r>
              <a:rPr lang="en-US" sz="3200">
                <a:solidFill>
                  <a:schemeClr val="accent1"/>
                </a:solidFill>
              </a:rPr>
              <a:t>CHANGES IN CIRCADIAN RHYTHM-JET LAG</a:t>
            </a:r>
          </a:p>
        </p:txBody>
      </p:sp>
      <p:sp>
        <p:nvSpPr>
          <p:cNvPr id="66563" name="Rectangle 3"/>
          <p:cNvSpPr>
            <a:spLocks noGrp="1" noChangeArrowheads="1"/>
          </p:cNvSpPr>
          <p:nvPr>
            <p:ph idx="1"/>
          </p:nvPr>
        </p:nvSpPr>
        <p:spPr/>
        <p:txBody>
          <a:bodyPr/>
          <a:lstStyle/>
          <a:p>
            <a:pPr eaLnBrk="1" hangingPunct="1"/>
            <a:r>
              <a:rPr lang="en-US" altLang="en-US"/>
              <a:t>Jet lag is a temporary phenomenon and after a few days of readjustment people experiencing jet lag fall asleep at the appropriate time and their day time alertness improves</a:t>
            </a:r>
          </a:p>
        </p:txBody>
      </p:sp>
      <p:sp>
        <p:nvSpPr>
          <p:cNvPr id="6656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6656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6656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7EE719CB-F67C-412D-BB02-1CD2568463C6}" type="slidenum">
              <a:rPr lang="en-US" altLang="en-US" sz="1200">
                <a:solidFill>
                  <a:schemeClr val="tx2"/>
                </a:solidFill>
              </a:rPr>
              <a:pPr/>
              <a:t>67</a:t>
            </a:fld>
            <a:endParaRPr lang="en-US" altLang="en-US" sz="1200">
              <a:solidFill>
                <a:schemeClr val="tx2"/>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5170" name="Rectangle 2"/>
          <p:cNvSpPr>
            <a:spLocks noGrp="1" noChangeArrowheads="1"/>
          </p:cNvSpPr>
          <p:nvPr>
            <p:ph type="title"/>
          </p:nvPr>
        </p:nvSpPr>
        <p:spPr>
          <a:xfrm>
            <a:off x="152400" y="228600"/>
            <a:ext cx="8610600" cy="990600"/>
          </a:xfrm>
        </p:spPr>
        <p:txBody>
          <a:bodyPr>
            <a:normAutofit/>
          </a:bodyPr>
          <a:lstStyle/>
          <a:p>
            <a:pPr eaLnBrk="1" fontAlgn="auto" hangingPunct="1">
              <a:spcAft>
                <a:spcPts val="0"/>
              </a:spcAft>
              <a:defRPr/>
            </a:pPr>
            <a:r>
              <a:rPr lang="en-US" sz="3200">
                <a:solidFill>
                  <a:schemeClr val="accent1"/>
                </a:solidFill>
              </a:rPr>
              <a:t>CHANGES IN CIRCADIAN RHYTHM- SHIFT WORK</a:t>
            </a:r>
          </a:p>
        </p:txBody>
      </p:sp>
      <p:sp>
        <p:nvSpPr>
          <p:cNvPr id="67587" name="Rectangle 4"/>
          <p:cNvSpPr>
            <a:spLocks noGrp="1" noChangeArrowheads="1"/>
          </p:cNvSpPr>
          <p:nvPr>
            <p:ph idx="1"/>
          </p:nvPr>
        </p:nvSpPr>
        <p:spPr/>
        <p:txBody>
          <a:bodyPr/>
          <a:lstStyle/>
          <a:p>
            <a:pPr eaLnBrk="1" hangingPunct="1"/>
            <a:r>
              <a:rPr lang="en-US" altLang="en-US"/>
              <a:t>Shift work presents a more enduring problem when people are required to change shift frequently and therefore poses a greater impact on mood and health</a:t>
            </a:r>
          </a:p>
        </p:txBody>
      </p:sp>
      <p:sp>
        <p:nvSpPr>
          <p:cNvPr id="6758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6758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6759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C7449FA-3F38-47C0-81C8-AF507583FFD8}" type="slidenum">
              <a:rPr lang="en-US" altLang="en-US" sz="1200">
                <a:solidFill>
                  <a:schemeClr val="tx2"/>
                </a:solidFill>
              </a:rPr>
              <a:pPr/>
              <a:t>68</a:t>
            </a:fld>
            <a:endParaRPr lang="en-US" altLang="en-US" sz="1200">
              <a:solidFill>
                <a:schemeClr val="tx2"/>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1714" name="Rectangle 2"/>
          <p:cNvSpPr>
            <a:spLocks noGrp="1" noChangeArrowheads="1"/>
          </p:cNvSpPr>
          <p:nvPr>
            <p:ph type="title"/>
          </p:nvPr>
        </p:nvSpPr>
        <p:spPr>
          <a:xfrm>
            <a:off x="685800" y="228600"/>
            <a:ext cx="8077200" cy="990600"/>
          </a:xfrm>
        </p:spPr>
        <p:txBody>
          <a:bodyPr>
            <a:normAutofit fontScale="90000"/>
          </a:bodyPr>
          <a:lstStyle/>
          <a:p>
            <a:pPr eaLnBrk="1" fontAlgn="auto" hangingPunct="1">
              <a:spcAft>
                <a:spcPts val="0"/>
              </a:spcAft>
              <a:defRPr/>
            </a:pPr>
            <a:r>
              <a:rPr lang="en-US" sz="3200" dirty="0">
                <a:solidFill>
                  <a:schemeClr val="accent1"/>
                </a:solidFill>
              </a:rPr>
              <a:t>MITIGATING THE EFFECT OF CHANGES IN CIRCADIAN RHYTHM</a:t>
            </a:r>
          </a:p>
        </p:txBody>
      </p:sp>
      <p:sp>
        <p:nvSpPr>
          <p:cNvPr id="68611" name="Rectangle 3"/>
          <p:cNvSpPr>
            <a:spLocks noGrp="1" noChangeArrowheads="1"/>
          </p:cNvSpPr>
          <p:nvPr>
            <p:ph idx="1"/>
          </p:nvPr>
        </p:nvSpPr>
        <p:spPr>
          <a:xfrm>
            <a:off x="228600" y="1295400"/>
            <a:ext cx="8763000" cy="4800600"/>
          </a:xfrm>
        </p:spPr>
        <p:txBody>
          <a:bodyPr/>
          <a:lstStyle/>
          <a:p>
            <a:pPr eaLnBrk="1" hangingPunct="1">
              <a:lnSpc>
                <a:spcPct val="90000"/>
              </a:lnSpc>
            </a:pPr>
            <a:r>
              <a:rPr lang="en-US" altLang="en-US" sz="2800"/>
              <a:t>The aim is to get the internal clocks to synchronize with the external environment as quickly as possible by providing strong zeitgebers at the appropriate time. Increase artificial light at their low point at night shift and darken their rooms during rest.</a:t>
            </a:r>
          </a:p>
          <a:p>
            <a:pPr eaLnBrk="1" hangingPunct="1">
              <a:lnSpc>
                <a:spcPct val="90000"/>
              </a:lnSpc>
            </a:pPr>
            <a:r>
              <a:rPr lang="en-US" altLang="en-US" sz="2800"/>
              <a:t>It is known melatonin is secreted more in the night particularly around one’s bedtime. Appropriate administration of Melatonin significantly reduces the effect of jet lag and shift work.. It does improve the sleep of blind people for whom  light cannot act as zeitgeber</a:t>
            </a:r>
          </a:p>
        </p:txBody>
      </p:sp>
      <p:sp>
        <p:nvSpPr>
          <p:cNvPr id="6861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6861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6861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ABC015B-9AD0-43C9-92BE-4A0FC3E5D1CA}" type="slidenum">
              <a:rPr lang="en-US" altLang="en-US" sz="1200">
                <a:solidFill>
                  <a:schemeClr val="tx2"/>
                </a:solidFill>
              </a:rPr>
              <a:pPr/>
              <a:t>69</a:t>
            </a:fld>
            <a:endParaRPr lang="en-US" altLang="en-US" sz="1200">
              <a:solidFill>
                <a:schemeClr val="tx2"/>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pPr>
              <a:defRPr/>
            </a:pPr>
            <a:r>
              <a:rPr lang="LID4096"/>
              <a:t>WEDNESDAY  JUNE14 &amp; JUNE 21  2023</a:t>
            </a:r>
            <a:endParaRPr lang="en-US"/>
          </a:p>
        </p:txBody>
      </p:sp>
      <p:sp>
        <p:nvSpPr>
          <p:cNvPr id="5" name="Footer Placeholder 4"/>
          <p:cNvSpPr>
            <a:spLocks noGrp="1"/>
          </p:cNvSpPr>
          <p:nvPr>
            <p:ph type="ftr" sz="quarter" idx="11"/>
          </p:nvPr>
        </p:nvSpPr>
        <p:spPr/>
        <p:txBody>
          <a:bodyPr/>
          <a:lstStyle/>
          <a:p>
            <a:pPr>
              <a:defRPr/>
            </a:pPr>
            <a:r>
              <a:rPr lang="en-US"/>
              <a:t>KOFI OWUSU-DAAKU- Ph.D Human biological clock &amp; Physiology of ageing</a:t>
            </a:r>
          </a:p>
        </p:txBody>
      </p:sp>
      <p:sp>
        <p:nvSpPr>
          <p:cNvPr id="6" name="Slide Number Placeholder 5"/>
          <p:cNvSpPr>
            <a:spLocks noGrp="1"/>
          </p:cNvSpPr>
          <p:nvPr>
            <p:ph type="sldNum" sz="quarter" idx="12"/>
          </p:nvPr>
        </p:nvSpPr>
        <p:spPr/>
        <p:txBody>
          <a:bodyPr/>
          <a:lstStyle/>
          <a:p>
            <a:fld id="{B7A2D75D-D04A-4C96-A7C0-2A0F5D4DCBDD}" type="slidenum">
              <a:rPr lang="en-US" altLang="en-US" smtClean="0"/>
              <a:pPr/>
              <a:t>70</a:t>
            </a:fld>
            <a:endParaRPr lang="en-US" altLang="en-US"/>
          </a:p>
        </p:txBody>
      </p:sp>
    </p:spTree>
    <p:extLst>
      <p:ext uri="{BB962C8B-B14F-4D97-AF65-F5344CB8AC3E}">
        <p14:creationId xmlns:p14="http://schemas.microsoft.com/office/powerpoint/2010/main" val="373065545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9298" name="Rectangle 2"/>
          <p:cNvSpPr>
            <a:spLocks noGrp="1" noChangeArrowheads="1"/>
          </p:cNvSpPr>
          <p:nvPr>
            <p:ph type="title"/>
          </p:nvPr>
        </p:nvSpPr>
        <p:spPr/>
        <p:txBody>
          <a:bodyPr/>
          <a:lstStyle/>
          <a:p>
            <a:pPr eaLnBrk="1" fontAlgn="auto" hangingPunct="1">
              <a:spcAft>
                <a:spcPts val="0"/>
              </a:spcAft>
              <a:defRPr/>
            </a:pPr>
            <a:r>
              <a:rPr lang="en-US" dirty="0">
                <a:solidFill>
                  <a:schemeClr val="accent1"/>
                </a:solidFill>
              </a:rPr>
              <a:t>Ageing &amp; Geriatrics</a:t>
            </a:r>
            <a:endParaRPr lang="en-US" dirty="0">
              <a:solidFill>
                <a:schemeClr val="tx2">
                  <a:satMod val="200000"/>
                </a:schemeClr>
              </a:solidFill>
            </a:endParaRPr>
          </a:p>
        </p:txBody>
      </p:sp>
      <p:sp>
        <p:nvSpPr>
          <p:cNvPr id="9219" name="Rectangle 3"/>
          <p:cNvSpPr>
            <a:spLocks noGrp="1" noChangeArrowheads="1"/>
          </p:cNvSpPr>
          <p:nvPr>
            <p:ph idx="1"/>
          </p:nvPr>
        </p:nvSpPr>
        <p:spPr/>
        <p:txBody>
          <a:bodyPr/>
          <a:lstStyle/>
          <a:p>
            <a:pPr eaLnBrk="1" hangingPunct="1"/>
            <a:r>
              <a:rPr lang="en-US" altLang="en-US" dirty="0"/>
              <a:t>Medical specialty dealing with problems associated with aging</a:t>
            </a:r>
          </a:p>
          <a:p>
            <a:pPr eaLnBrk="1" hangingPunct="1"/>
            <a:r>
              <a:rPr lang="en-US" altLang="en-US" dirty="0"/>
              <a:t>Trained physicians, or </a:t>
            </a:r>
            <a:r>
              <a:rPr lang="en-US" altLang="en-US" dirty="0">
                <a:solidFill>
                  <a:schemeClr val="accent1"/>
                </a:solidFill>
              </a:rPr>
              <a:t>geriatricians</a:t>
            </a:r>
            <a:endParaRPr lang="en-US" altLang="en-US" dirty="0"/>
          </a:p>
        </p:txBody>
      </p:sp>
      <p:sp>
        <p:nvSpPr>
          <p:cNvPr id="9220"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9221"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922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0E7671FC-6FBD-48CF-BC50-80E60158C795}" type="slidenum">
              <a:rPr lang="en-US" altLang="en-US" sz="1200">
                <a:solidFill>
                  <a:schemeClr val="tx2"/>
                </a:solidFill>
              </a:rPr>
              <a:pPr/>
              <a:t>71</a:t>
            </a:fld>
            <a:endParaRPr lang="en-US" altLang="en-US" sz="1200">
              <a:solidFill>
                <a:schemeClr val="tx2"/>
              </a:solidFill>
            </a:endParaRPr>
          </a:p>
        </p:txBody>
      </p:sp>
    </p:spTree>
    <p:extLst>
      <p:ext uri="{BB962C8B-B14F-4D97-AF65-F5344CB8AC3E}">
        <p14:creationId xmlns:p14="http://schemas.microsoft.com/office/powerpoint/2010/main" val="221115509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2914" name="Rectangle 2"/>
          <p:cNvSpPr>
            <a:spLocks noGrp="1" noChangeArrowheads="1"/>
          </p:cNvSpPr>
          <p:nvPr>
            <p:ph type="title"/>
          </p:nvPr>
        </p:nvSpPr>
        <p:spPr>
          <a:xfrm>
            <a:off x="152400" y="228600"/>
            <a:ext cx="8839200" cy="914400"/>
          </a:xfrm>
        </p:spPr>
        <p:txBody>
          <a:bodyPr/>
          <a:lstStyle/>
          <a:p>
            <a:pPr eaLnBrk="1" fontAlgn="auto" hangingPunct="1">
              <a:spcAft>
                <a:spcPts val="0"/>
              </a:spcAft>
              <a:defRPr/>
            </a:pPr>
            <a:r>
              <a:rPr lang="en-GB" b="1" dirty="0">
                <a:solidFill>
                  <a:schemeClr val="hlink"/>
                </a:solidFill>
                <a:latin typeface="Times New Roman" pitchFamily="18" charset="0"/>
              </a:rPr>
              <a:t> LECTURE OBJECTIVE</a:t>
            </a:r>
          </a:p>
        </p:txBody>
      </p:sp>
      <p:sp>
        <p:nvSpPr>
          <p:cNvPr id="10243" name="Rectangle 3"/>
          <p:cNvSpPr>
            <a:spLocks noGrp="1" noChangeArrowheads="1"/>
          </p:cNvSpPr>
          <p:nvPr>
            <p:ph idx="1"/>
          </p:nvPr>
        </p:nvSpPr>
        <p:spPr>
          <a:xfrm>
            <a:off x="152400" y="1066800"/>
            <a:ext cx="8763000" cy="5029200"/>
          </a:xfrm>
        </p:spPr>
        <p:txBody>
          <a:bodyPr/>
          <a:lstStyle/>
          <a:p>
            <a:pPr eaLnBrk="1" hangingPunct="1"/>
            <a:r>
              <a:rPr lang="en-GB" altLang="en-US" b="1" i="1">
                <a:solidFill>
                  <a:srgbClr val="66FFFF"/>
                </a:solidFill>
                <a:latin typeface="Times New Roman" panose="02020603050405020304" pitchFamily="18" charset="0"/>
              </a:rPr>
              <a:t>Concept of homeostasis, disease and ageing</a:t>
            </a:r>
          </a:p>
          <a:p>
            <a:pPr eaLnBrk="1" hangingPunct="1"/>
            <a:r>
              <a:rPr lang="en-GB" altLang="en-US"/>
              <a:t>The patho-physiological changes of organs and systems, their functional consequences and the preventive aspects linked to physiology</a:t>
            </a:r>
          </a:p>
          <a:p>
            <a:pPr eaLnBrk="1" hangingPunct="1"/>
            <a:r>
              <a:rPr lang="en-GB" altLang="en-US"/>
              <a:t>Changes that affect the organs and systems when ageing including reference to age-related  specific diseases</a:t>
            </a:r>
          </a:p>
        </p:txBody>
      </p:sp>
      <p:sp>
        <p:nvSpPr>
          <p:cNvPr id="1024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024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02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0674754F-1508-423F-B387-CF27F8058AE3}" type="slidenum">
              <a:rPr lang="en-US" altLang="en-US" sz="1200">
                <a:solidFill>
                  <a:schemeClr val="tx2"/>
                </a:solidFill>
              </a:rPr>
              <a:pPr/>
              <a:t>72</a:t>
            </a:fld>
            <a:endParaRPr lang="en-US" altLang="en-US" sz="1200">
              <a:solidFill>
                <a:schemeClr val="tx2"/>
              </a:solidFill>
            </a:endParaRPr>
          </a:p>
        </p:txBody>
      </p:sp>
    </p:spTree>
    <p:extLst>
      <p:ext uri="{BB962C8B-B14F-4D97-AF65-F5344CB8AC3E}">
        <p14:creationId xmlns:p14="http://schemas.microsoft.com/office/powerpoint/2010/main" val="159517213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1026" name="Rectangle 2"/>
          <p:cNvSpPr>
            <a:spLocks noGrp="1" noChangeArrowheads="1"/>
          </p:cNvSpPr>
          <p:nvPr>
            <p:ph type="title"/>
          </p:nvPr>
        </p:nvSpPr>
        <p:spPr>
          <a:xfrm>
            <a:off x="0" y="152400"/>
            <a:ext cx="9144000" cy="609600"/>
          </a:xfrm>
        </p:spPr>
        <p:txBody>
          <a:bodyPr/>
          <a:lstStyle/>
          <a:p>
            <a:pPr eaLnBrk="1" fontAlgn="auto" hangingPunct="1">
              <a:spcAft>
                <a:spcPts val="0"/>
              </a:spcAft>
              <a:defRPr/>
            </a:pPr>
            <a:r>
              <a:rPr lang="en-GB" sz="3200" b="1" dirty="0">
                <a:solidFill>
                  <a:schemeClr val="tx2">
                    <a:satMod val="200000"/>
                  </a:schemeClr>
                </a:solidFill>
                <a:latin typeface="Times New Roman" pitchFamily="18" charset="0"/>
              </a:rPr>
              <a:t>11 organ systems of the human body 1</a:t>
            </a:r>
          </a:p>
        </p:txBody>
      </p:sp>
      <p:sp>
        <p:nvSpPr>
          <p:cNvPr id="1281027" name="Rectangle 3"/>
          <p:cNvSpPr>
            <a:spLocks noGrp="1" noChangeArrowheads="1"/>
          </p:cNvSpPr>
          <p:nvPr>
            <p:ph idx="1"/>
          </p:nvPr>
        </p:nvSpPr>
        <p:spPr>
          <a:xfrm>
            <a:off x="152400" y="914400"/>
            <a:ext cx="8763000" cy="5181600"/>
          </a:xfrm>
        </p:spPr>
        <p:txBody>
          <a:bodyPr>
            <a:normAutofit/>
          </a:bodyPr>
          <a:lstStyle/>
          <a:p>
            <a:pPr marL="609600" indent="-609600" eaLnBrk="1" fontAlgn="auto" hangingPunct="1">
              <a:lnSpc>
                <a:spcPct val="80000"/>
              </a:lnSpc>
              <a:spcAft>
                <a:spcPts val="0"/>
              </a:spcAft>
              <a:buFontTx/>
              <a:buAutoNum type="arabicPeriod"/>
              <a:defRPr/>
            </a:pPr>
            <a:r>
              <a:rPr lang="en-US" sz="2000" b="1" dirty="0">
                <a:solidFill>
                  <a:schemeClr val="hlink"/>
                </a:solidFill>
              </a:rPr>
              <a:t>Integumentary</a:t>
            </a:r>
            <a:r>
              <a:rPr lang="en-US" sz="2000" dirty="0"/>
              <a:t> – </a:t>
            </a:r>
            <a:r>
              <a:rPr lang="en-US" sz="2000" dirty="0">
                <a:solidFill>
                  <a:srgbClr val="66FFFF"/>
                </a:solidFill>
              </a:rPr>
              <a:t>Skin &amp; accessories-</a:t>
            </a:r>
            <a:r>
              <a:rPr lang="en-US" sz="2000" dirty="0"/>
              <a:t> protection, sensation tem regulation</a:t>
            </a:r>
          </a:p>
          <a:p>
            <a:pPr marL="609600" indent="-609600" eaLnBrk="1" fontAlgn="auto" hangingPunct="1">
              <a:lnSpc>
                <a:spcPct val="80000"/>
              </a:lnSpc>
              <a:spcAft>
                <a:spcPts val="0"/>
              </a:spcAft>
              <a:buFontTx/>
              <a:buAutoNum type="arabicPeriod"/>
              <a:defRPr/>
            </a:pPr>
            <a:endParaRPr lang="en-US" sz="2000" dirty="0"/>
          </a:p>
          <a:p>
            <a:pPr marL="609600" indent="-609600" eaLnBrk="1" fontAlgn="auto" hangingPunct="1">
              <a:lnSpc>
                <a:spcPct val="80000"/>
              </a:lnSpc>
              <a:spcAft>
                <a:spcPts val="0"/>
              </a:spcAft>
              <a:buFontTx/>
              <a:buAutoNum type="arabicPeriod"/>
              <a:defRPr/>
            </a:pPr>
            <a:r>
              <a:rPr lang="en-US" sz="2000" b="1" dirty="0">
                <a:solidFill>
                  <a:schemeClr val="hlink"/>
                </a:solidFill>
              </a:rPr>
              <a:t>Skeletal</a:t>
            </a:r>
            <a:r>
              <a:rPr lang="en-US" sz="2000" dirty="0"/>
              <a:t>- </a:t>
            </a:r>
            <a:r>
              <a:rPr lang="en-US" sz="2000" dirty="0">
                <a:solidFill>
                  <a:srgbClr val="66FFFF"/>
                </a:solidFill>
              </a:rPr>
              <a:t>bones &amp; cartilages</a:t>
            </a:r>
            <a:r>
              <a:rPr lang="en-US" sz="2000" dirty="0"/>
              <a:t> – support and protection, calcium reserve blood cell formation</a:t>
            </a:r>
          </a:p>
          <a:p>
            <a:pPr marL="609600" indent="-609600" eaLnBrk="1" fontAlgn="auto" hangingPunct="1">
              <a:lnSpc>
                <a:spcPct val="80000"/>
              </a:lnSpc>
              <a:spcAft>
                <a:spcPts val="0"/>
              </a:spcAft>
              <a:buFontTx/>
              <a:buAutoNum type="arabicPeriod"/>
              <a:defRPr/>
            </a:pPr>
            <a:endParaRPr lang="en-US" sz="2000" dirty="0"/>
          </a:p>
          <a:p>
            <a:pPr marL="609600" indent="-609600" eaLnBrk="1" fontAlgn="auto" hangingPunct="1">
              <a:lnSpc>
                <a:spcPct val="80000"/>
              </a:lnSpc>
              <a:spcAft>
                <a:spcPts val="0"/>
              </a:spcAft>
              <a:buFontTx/>
              <a:buAutoNum type="arabicPeriod"/>
              <a:defRPr/>
            </a:pPr>
            <a:r>
              <a:rPr lang="en-US" sz="2000" b="1" dirty="0">
                <a:solidFill>
                  <a:schemeClr val="hlink"/>
                </a:solidFill>
              </a:rPr>
              <a:t>Muscular</a:t>
            </a:r>
            <a:r>
              <a:rPr lang="en-US" sz="2000" dirty="0"/>
              <a:t>- </a:t>
            </a:r>
            <a:r>
              <a:rPr lang="en-US" sz="2000" dirty="0">
                <a:solidFill>
                  <a:srgbClr val="66FFFF"/>
                </a:solidFill>
              </a:rPr>
              <a:t>skeletal muscles and associated tendons-</a:t>
            </a:r>
            <a:r>
              <a:rPr lang="en-US" sz="2000" dirty="0"/>
              <a:t> movement, protection, support, generates heat to maintain body temp.</a:t>
            </a:r>
          </a:p>
          <a:p>
            <a:pPr marL="609600" indent="-609600" eaLnBrk="1" fontAlgn="auto" hangingPunct="1">
              <a:lnSpc>
                <a:spcPct val="80000"/>
              </a:lnSpc>
              <a:spcAft>
                <a:spcPts val="0"/>
              </a:spcAft>
              <a:buFontTx/>
              <a:buAutoNum type="arabicPeriod"/>
              <a:defRPr/>
            </a:pPr>
            <a:endParaRPr lang="en-US" sz="2000" dirty="0"/>
          </a:p>
          <a:p>
            <a:pPr marL="609600" indent="-609600" eaLnBrk="1" fontAlgn="auto" hangingPunct="1">
              <a:lnSpc>
                <a:spcPct val="80000"/>
              </a:lnSpc>
              <a:spcAft>
                <a:spcPts val="0"/>
              </a:spcAft>
              <a:buFontTx/>
              <a:buAutoNum type="arabicPeriod"/>
              <a:defRPr/>
            </a:pPr>
            <a:r>
              <a:rPr lang="en-US" sz="2000" b="1" dirty="0">
                <a:solidFill>
                  <a:schemeClr val="hlink"/>
                </a:solidFill>
              </a:rPr>
              <a:t>Nervous</a:t>
            </a:r>
            <a:r>
              <a:rPr lang="en-US" sz="2000" dirty="0">
                <a:solidFill>
                  <a:schemeClr val="hlink"/>
                </a:solidFill>
              </a:rPr>
              <a:t> – </a:t>
            </a:r>
            <a:r>
              <a:rPr lang="en-US" sz="2000" dirty="0">
                <a:solidFill>
                  <a:srgbClr val="66FFFF"/>
                </a:solidFill>
              </a:rPr>
              <a:t>CNS, PNS, sense organs</a:t>
            </a:r>
            <a:r>
              <a:rPr lang="en-US" sz="2000" dirty="0"/>
              <a:t> – immediate response to stimuli, coordinates activity of organ systems, interprets sensory information</a:t>
            </a:r>
          </a:p>
          <a:p>
            <a:pPr marL="609600" indent="-609600" eaLnBrk="1" fontAlgn="auto" hangingPunct="1">
              <a:lnSpc>
                <a:spcPct val="80000"/>
              </a:lnSpc>
              <a:spcAft>
                <a:spcPts val="0"/>
              </a:spcAft>
              <a:buFontTx/>
              <a:buAutoNum type="arabicPeriod"/>
              <a:defRPr/>
            </a:pPr>
            <a:endParaRPr lang="en-US" sz="2000" dirty="0">
              <a:solidFill>
                <a:schemeClr val="hlink"/>
              </a:solidFill>
            </a:endParaRPr>
          </a:p>
          <a:p>
            <a:pPr marL="609600" indent="-609600" eaLnBrk="1" fontAlgn="auto" hangingPunct="1">
              <a:lnSpc>
                <a:spcPct val="80000"/>
              </a:lnSpc>
              <a:spcAft>
                <a:spcPts val="0"/>
              </a:spcAft>
              <a:buFontTx/>
              <a:buAutoNum type="arabicPeriod"/>
              <a:defRPr/>
            </a:pPr>
            <a:r>
              <a:rPr lang="en-US" sz="2000" b="1" dirty="0">
                <a:solidFill>
                  <a:schemeClr val="hlink"/>
                </a:solidFill>
              </a:rPr>
              <a:t>Endocrine</a:t>
            </a:r>
            <a:r>
              <a:rPr lang="en-US" sz="2000" dirty="0"/>
              <a:t> – </a:t>
            </a:r>
            <a:r>
              <a:rPr lang="en-US" sz="2000" dirty="0">
                <a:solidFill>
                  <a:srgbClr val="66FFFF"/>
                </a:solidFill>
              </a:rPr>
              <a:t>endocrine glands and tissues</a:t>
            </a:r>
            <a:r>
              <a:rPr lang="en-US" sz="2000" dirty="0"/>
              <a:t> – directs long-term changes in metabolism controls structural and functional changes in development  such as puberty, ageing</a:t>
            </a:r>
          </a:p>
          <a:p>
            <a:pPr marL="609600" indent="-609600" eaLnBrk="1" fontAlgn="auto" hangingPunct="1">
              <a:lnSpc>
                <a:spcPct val="80000"/>
              </a:lnSpc>
              <a:spcAft>
                <a:spcPts val="0"/>
              </a:spcAft>
              <a:buFontTx/>
              <a:buAutoNum type="arabicPeriod"/>
              <a:defRPr/>
            </a:pPr>
            <a:endParaRPr lang="en-US" sz="2000" dirty="0"/>
          </a:p>
          <a:p>
            <a:pPr marL="609600" indent="-609600" eaLnBrk="1" fontAlgn="auto" hangingPunct="1">
              <a:lnSpc>
                <a:spcPct val="80000"/>
              </a:lnSpc>
              <a:spcAft>
                <a:spcPts val="0"/>
              </a:spcAft>
              <a:buFontTx/>
              <a:buAutoNum type="arabicPeriod"/>
              <a:defRPr/>
            </a:pPr>
            <a:r>
              <a:rPr lang="en-US" sz="2000" b="1" dirty="0">
                <a:solidFill>
                  <a:schemeClr val="hlink"/>
                </a:solidFill>
              </a:rPr>
              <a:t>Cardiovascular</a:t>
            </a:r>
            <a:r>
              <a:rPr lang="en-US" sz="2000" dirty="0"/>
              <a:t> – </a:t>
            </a:r>
            <a:r>
              <a:rPr lang="en-US" sz="2000" dirty="0">
                <a:solidFill>
                  <a:srgbClr val="66FFFF"/>
                </a:solidFill>
              </a:rPr>
              <a:t>Heart, Blood &amp; vessels</a:t>
            </a:r>
            <a:r>
              <a:rPr lang="en-US" sz="2000" dirty="0"/>
              <a:t> – Distribution  and exchange of materials round the body</a:t>
            </a:r>
          </a:p>
          <a:p>
            <a:pPr marL="609600" indent="-609600" eaLnBrk="1" fontAlgn="auto" hangingPunct="1">
              <a:lnSpc>
                <a:spcPct val="80000"/>
              </a:lnSpc>
              <a:spcAft>
                <a:spcPts val="0"/>
              </a:spcAft>
              <a:buFontTx/>
              <a:buAutoNum type="arabicPeriod"/>
              <a:defRPr/>
            </a:pPr>
            <a:endParaRPr lang="en-US" sz="1300" dirty="0"/>
          </a:p>
          <a:p>
            <a:pPr marL="609600" indent="-609600" eaLnBrk="1" fontAlgn="auto" hangingPunct="1">
              <a:lnSpc>
                <a:spcPct val="80000"/>
              </a:lnSpc>
              <a:spcAft>
                <a:spcPts val="0"/>
              </a:spcAft>
              <a:buFont typeface="Wingdings"/>
              <a:buChar char=""/>
              <a:defRPr/>
            </a:pPr>
            <a:endParaRPr lang="en-GB" sz="1300" dirty="0"/>
          </a:p>
        </p:txBody>
      </p:sp>
      <p:sp>
        <p:nvSpPr>
          <p:cNvPr id="1126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126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127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3CF1BF7-FD66-4001-A10F-C993EA0FF466}" type="slidenum">
              <a:rPr lang="en-US" altLang="en-US" sz="1200">
                <a:solidFill>
                  <a:schemeClr val="tx2"/>
                </a:solidFill>
              </a:rPr>
              <a:pPr/>
              <a:t>73</a:t>
            </a:fld>
            <a:endParaRPr lang="en-US" altLang="en-US" sz="1200">
              <a:solidFill>
                <a:schemeClr val="tx2"/>
              </a:solidFill>
            </a:endParaRPr>
          </a:p>
        </p:txBody>
      </p:sp>
    </p:spTree>
    <p:extLst>
      <p:ext uri="{BB962C8B-B14F-4D97-AF65-F5344CB8AC3E}">
        <p14:creationId xmlns:p14="http://schemas.microsoft.com/office/powerpoint/2010/main" val="203414173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1026" name="Rectangle 2"/>
          <p:cNvSpPr>
            <a:spLocks noGrp="1" noChangeArrowheads="1"/>
          </p:cNvSpPr>
          <p:nvPr>
            <p:ph type="title"/>
          </p:nvPr>
        </p:nvSpPr>
        <p:spPr>
          <a:xfrm>
            <a:off x="0" y="152400"/>
            <a:ext cx="9144000" cy="609600"/>
          </a:xfrm>
        </p:spPr>
        <p:txBody>
          <a:bodyPr/>
          <a:lstStyle/>
          <a:p>
            <a:pPr eaLnBrk="1" fontAlgn="auto" hangingPunct="1">
              <a:spcAft>
                <a:spcPts val="0"/>
              </a:spcAft>
              <a:defRPr/>
            </a:pPr>
            <a:r>
              <a:rPr lang="en-GB" sz="3200" b="1" dirty="0">
                <a:solidFill>
                  <a:schemeClr val="tx2">
                    <a:satMod val="200000"/>
                  </a:schemeClr>
                </a:solidFill>
                <a:latin typeface="Times New Roman" pitchFamily="18" charset="0"/>
              </a:rPr>
              <a:t>11 organ systems of the human body 2 </a:t>
            </a:r>
          </a:p>
        </p:txBody>
      </p:sp>
      <p:sp>
        <p:nvSpPr>
          <p:cNvPr id="1281027" name="Rectangle 3"/>
          <p:cNvSpPr>
            <a:spLocks noGrp="1" noChangeArrowheads="1"/>
          </p:cNvSpPr>
          <p:nvPr>
            <p:ph idx="1"/>
          </p:nvPr>
        </p:nvSpPr>
        <p:spPr>
          <a:xfrm>
            <a:off x="152400" y="914400"/>
            <a:ext cx="8763000" cy="5181600"/>
          </a:xfrm>
        </p:spPr>
        <p:txBody>
          <a:bodyPr>
            <a:normAutofit lnSpcReduction="10000"/>
          </a:bodyPr>
          <a:lstStyle/>
          <a:p>
            <a:pPr marL="609600" indent="-609600" eaLnBrk="1" fontAlgn="auto" hangingPunct="1">
              <a:lnSpc>
                <a:spcPct val="80000"/>
              </a:lnSpc>
              <a:spcAft>
                <a:spcPts val="0"/>
              </a:spcAft>
              <a:buFontTx/>
              <a:buAutoNum type="arabicPeriod"/>
              <a:defRPr/>
            </a:pPr>
            <a:endParaRPr lang="en-US" sz="1300" dirty="0"/>
          </a:p>
          <a:p>
            <a:pPr marL="609600" indent="-609600" eaLnBrk="1" fontAlgn="auto" hangingPunct="1">
              <a:lnSpc>
                <a:spcPct val="80000"/>
              </a:lnSpc>
              <a:spcAft>
                <a:spcPts val="0"/>
              </a:spcAft>
              <a:buFontTx/>
              <a:buAutoNum type="arabicPeriod"/>
              <a:defRPr/>
            </a:pPr>
            <a:r>
              <a:rPr lang="en-US" sz="2400" b="1" dirty="0">
                <a:solidFill>
                  <a:schemeClr val="hlink"/>
                </a:solidFill>
              </a:rPr>
              <a:t>Lymphatic</a:t>
            </a:r>
            <a:r>
              <a:rPr lang="en-US" sz="2400" b="1" dirty="0"/>
              <a:t> </a:t>
            </a:r>
            <a:r>
              <a:rPr lang="en-US" sz="2400" dirty="0"/>
              <a:t>– </a:t>
            </a:r>
            <a:r>
              <a:rPr lang="en-US" sz="2400" dirty="0">
                <a:solidFill>
                  <a:srgbClr val="66FFFF"/>
                </a:solidFill>
              </a:rPr>
              <a:t>spleen, thymus, lymphatic nodes and vessels, tonsils</a:t>
            </a:r>
            <a:r>
              <a:rPr lang="en-US" sz="2400" dirty="0"/>
              <a:t> – </a:t>
            </a:r>
            <a:r>
              <a:rPr lang="en-US" sz="2400" dirty="0" err="1"/>
              <a:t>defence</a:t>
            </a:r>
            <a:r>
              <a:rPr lang="en-US" sz="2400" dirty="0"/>
              <a:t> and returning fluid to blood stream</a:t>
            </a:r>
          </a:p>
          <a:p>
            <a:pPr marL="609600" indent="-609600" eaLnBrk="1" fontAlgn="auto" hangingPunct="1">
              <a:lnSpc>
                <a:spcPct val="80000"/>
              </a:lnSpc>
              <a:spcAft>
                <a:spcPts val="0"/>
              </a:spcAft>
              <a:buFontTx/>
              <a:buAutoNum type="arabicPeriod"/>
              <a:defRPr/>
            </a:pPr>
            <a:endParaRPr lang="en-US" sz="2400" dirty="0"/>
          </a:p>
          <a:p>
            <a:pPr marL="609600" indent="-609600" eaLnBrk="1" fontAlgn="auto" hangingPunct="1">
              <a:lnSpc>
                <a:spcPct val="80000"/>
              </a:lnSpc>
              <a:spcAft>
                <a:spcPts val="0"/>
              </a:spcAft>
              <a:buFontTx/>
              <a:buAutoNum type="arabicPeriod"/>
              <a:defRPr/>
            </a:pPr>
            <a:r>
              <a:rPr lang="en-US" sz="2400" b="1" dirty="0">
                <a:solidFill>
                  <a:schemeClr val="hlink"/>
                </a:solidFill>
              </a:rPr>
              <a:t>Respiratory</a:t>
            </a:r>
            <a:r>
              <a:rPr lang="en-US" sz="2400" dirty="0"/>
              <a:t> – </a:t>
            </a:r>
            <a:r>
              <a:rPr lang="en-US" sz="2400" dirty="0">
                <a:solidFill>
                  <a:srgbClr val="66FFFF"/>
                </a:solidFill>
              </a:rPr>
              <a:t>nasal cavity, sinuses, respiratory tracts and lungs</a:t>
            </a:r>
            <a:r>
              <a:rPr lang="en-US" sz="2400" dirty="0"/>
              <a:t> – gas exchange – sounds &amp; communication</a:t>
            </a:r>
          </a:p>
          <a:p>
            <a:pPr marL="609600" indent="-609600" eaLnBrk="1" fontAlgn="auto" hangingPunct="1">
              <a:lnSpc>
                <a:spcPct val="80000"/>
              </a:lnSpc>
              <a:spcAft>
                <a:spcPts val="0"/>
              </a:spcAft>
              <a:buFontTx/>
              <a:buAutoNum type="arabicPeriod"/>
              <a:defRPr/>
            </a:pPr>
            <a:endParaRPr lang="en-US" sz="2400" dirty="0"/>
          </a:p>
          <a:p>
            <a:pPr marL="609600" indent="-609600" eaLnBrk="1" fontAlgn="auto" hangingPunct="1">
              <a:lnSpc>
                <a:spcPct val="80000"/>
              </a:lnSpc>
              <a:spcAft>
                <a:spcPts val="0"/>
              </a:spcAft>
              <a:buFontTx/>
              <a:buAutoNum type="arabicPeriod"/>
              <a:defRPr/>
            </a:pPr>
            <a:r>
              <a:rPr lang="en-US" sz="2400" b="1" dirty="0">
                <a:solidFill>
                  <a:schemeClr val="hlink"/>
                </a:solidFill>
              </a:rPr>
              <a:t>Digestive </a:t>
            </a:r>
            <a:r>
              <a:rPr lang="en-US" sz="2400" dirty="0">
                <a:solidFill>
                  <a:schemeClr val="hlink"/>
                </a:solidFill>
              </a:rPr>
              <a:t>-  </a:t>
            </a:r>
            <a:r>
              <a:rPr lang="en-US" sz="2400" dirty="0">
                <a:solidFill>
                  <a:srgbClr val="66FFFF"/>
                </a:solidFill>
              </a:rPr>
              <a:t>GIT and associated structures , salivary, liver, and pancreas</a:t>
            </a:r>
            <a:r>
              <a:rPr lang="en-US" sz="2400" dirty="0">
                <a:solidFill>
                  <a:schemeClr val="hlink"/>
                </a:solidFill>
              </a:rPr>
              <a:t> –</a:t>
            </a:r>
            <a:r>
              <a:rPr lang="en-US" sz="2400" dirty="0"/>
              <a:t>processing digestion and absorption of food</a:t>
            </a:r>
          </a:p>
          <a:p>
            <a:pPr marL="609600" indent="-609600" eaLnBrk="1" fontAlgn="auto" hangingPunct="1">
              <a:lnSpc>
                <a:spcPct val="80000"/>
              </a:lnSpc>
              <a:spcAft>
                <a:spcPts val="0"/>
              </a:spcAft>
              <a:buFontTx/>
              <a:buAutoNum type="arabicPeriod"/>
              <a:defRPr/>
            </a:pPr>
            <a:endParaRPr lang="en-US" sz="2400" dirty="0"/>
          </a:p>
          <a:p>
            <a:pPr marL="609600" indent="-609600" eaLnBrk="1" fontAlgn="auto" hangingPunct="1">
              <a:lnSpc>
                <a:spcPct val="80000"/>
              </a:lnSpc>
              <a:spcAft>
                <a:spcPts val="0"/>
              </a:spcAft>
              <a:buFontTx/>
              <a:buAutoNum type="arabicPeriod"/>
              <a:defRPr/>
            </a:pPr>
            <a:r>
              <a:rPr lang="en-US" sz="2400" b="1" dirty="0">
                <a:solidFill>
                  <a:schemeClr val="hlink"/>
                </a:solidFill>
              </a:rPr>
              <a:t>Urinary</a:t>
            </a:r>
            <a:r>
              <a:rPr lang="en-US" sz="2400" dirty="0"/>
              <a:t> – </a:t>
            </a:r>
            <a:r>
              <a:rPr lang="en-US" sz="2400" dirty="0">
                <a:solidFill>
                  <a:srgbClr val="66FFFF"/>
                </a:solidFill>
              </a:rPr>
              <a:t>kidneys, ureters urinary bladder, urethra</a:t>
            </a:r>
            <a:r>
              <a:rPr lang="en-US" sz="2400" dirty="0"/>
              <a:t> – waste products, water balance,  electrolyte balance</a:t>
            </a:r>
          </a:p>
          <a:p>
            <a:pPr marL="609600" indent="-609600" eaLnBrk="1" fontAlgn="auto" hangingPunct="1">
              <a:lnSpc>
                <a:spcPct val="80000"/>
              </a:lnSpc>
              <a:spcAft>
                <a:spcPts val="0"/>
              </a:spcAft>
              <a:buFontTx/>
              <a:buAutoNum type="arabicPeriod"/>
              <a:defRPr/>
            </a:pPr>
            <a:endParaRPr lang="en-US" sz="2400" dirty="0"/>
          </a:p>
          <a:p>
            <a:pPr marL="609600" indent="-609600" eaLnBrk="1" fontAlgn="auto" hangingPunct="1">
              <a:lnSpc>
                <a:spcPct val="80000"/>
              </a:lnSpc>
              <a:spcAft>
                <a:spcPts val="0"/>
              </a:spcAft>
              <a:buFontTx/>
              <a:buAutoNum type="arabicPeriod"/>
              <a:defRPr/>
            </a:pPr>
            <a:r>
              <a:rPr lang="en-US" sz="2400" b="1" dirty="0">
                <a:solidFill>
                  <a:schemeClr val="hlink"/>
                </a:solidFill>
              </a:rPr>
              <a:t>Reproductive</a:t>
            </a:r>
            <a:r>
              <a:rPr lang="en-US" sz="2400" dirty="0"/>
              <a:t> – </a:t>
            </a:r>
            <a:r>
              <a:rPr lang="en-US" sz="2400" dirty="0">
                <a:solidFill>
                  <a:srgbClr val="66FFFF"/>
                </a:solidFill>
              </a:rPr>
              <a:t>testes, penis glands and tracts; ovaries womb, vagina, ducts and mammary glands</a:t>
            </a:r>
            <a:r>
              <a:rPr lang="en-US" sz="2400" dirty="0"/>
              <a:t> – male gametes, </a:t>
            </a:r>
            <a:r>
              <a:rPr lang="en-US" sz="1300" dirty="0"/>
              <a:t>hormones, female </a:t>
            </a:r>
            <a:r>
              <a:rPr lang="en-US" sz="2400" dirty="0"/>
              <a:t>gametes hormones, milk </a:t>
            </a:r>
          </a:p>
          <a:p>
            <a:pPr marL="609600" indent="-609600" eaLnBrk="1" fontAlgn="auto" hangingPunct="1">
              <a:lnSpc>
                <a:spcPct val="80000"/>
              </a:lnSpc>
              <a:spcAft>
                <a:spcPts val="0"/>
              </a:spcAft>
              <a:buFont typeface="Wingdings"/>
              <a:buChar char=""/>
              <a:defRPr/>
            </a:pPr>
            <a:endParaRPr lang="en-GB" sz="1300" dirty="0"/>
          </a:p>
        </p:txBody>
      </p:sp>
      <p:sp>
        <p:nvSpPr>
          <p:cNvPr id="1126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126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127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3CF1BF7-FD66-4001-A10F-C993EA0FF466}" type="slidenum">
              <a:rPr lang="en-US" altLang="en-US" sz="1200">
                <a:solidFill>
                  <a:schemeClr val="tx2"/>
                </a:solidFill>
              </a:rPr>
              <a:pPr/>
              <a:t>74</a:t>
            </a:fld>
            <a:endParaRPr lang="en-US" altLang="en-US" sz="1200">
              <a:solidFill>
                <a:schemeClr val="tx2"/>
              </a:solidFill>
            </a:endParaRPr>
          </a:p>
        </p:txBody>
      </p:sp>
    </p:spTree>
    <p:extLst>
      <p:ext uri="{BB962C8B-B14F-4D97-AF65-F5344CB8AC3E}">
        <p14:creationId xmlns:p14="http://schemas.microsoft.com/office/powerpoint/2010/main" val="309096085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6754" name="Rectangle 2"/>
          <p:cNvSpPr>
            <a:spLocks noGrp="1" noChangeArrowheads="1"/>
          </p:cNvSpPr>
          <p:nvPr>
            <p:ph type="title"/>
          </p:nvPr>
        </p:nvSpPr>
        <p:spPr>
          <a:xfrm>
            <a:off x="685800" y="2857500"/>
            <a:ext cx="7772400" cy="1143000"/>
          </a:xfrm>
        </p:spPr>
        <p:txBody>
          <a:bodyPr/>
          <a:lstStyle/>
          <a:p>
            <a:pPr eaLnBrk="1" fontAlgn="auto" hangingPunct="1">
              <a:spcAft>
                <a:spcPts val="0"/>
              </a:spcAft>
              <a:defRPr/>
            </a:pPr>
            <a:r>
              <a:rPr lang="en-US" b="1" i="1">
                <a:solidFill>
                  <a:schemeClr val="tx1"/>
                </a:solidFill>
              </a:rPr>
              <a:t>Effect of Ageing on Homeostasis</a:t>
            </a:r>
            <a:endParaRPr lang="en-US" b="1">
              <a:solidFill>
                <a:schemeClr val="tx1"/>
              </a:solidFill>
              <a:latin typeface="Lucida Grande" charset="0"/>
            </a:endParaRPr>
          </a:p>
        </p:txBody>
      </p:sp>
      <p:sp>
        <p:nvSpPr>
          <p:cNvPr id="19459"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9460"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946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FA9292B-E0B9-4634-9F2F-97C8D6A3E491}" type="slidenum">
              <a:rPr lang="en-US" altLang="en-US" sz="1200">
                <a:solidFill>
                  <a:schemeClr val="tx2"/>
                </a:solidFill>
              </a:rPr>
              <a:pPr/>
              <a:t>75</a:t>
            </a:fld>
            <a:endParaRPr lang="en-US" altLang="en-US" sz="1200">
              <a:solidFill>
                <a:schemeClr val="tx2"/>
              </a:solidFill>
            </a:endParaRPr>
          </a:p>
        </p:txBody>
      </p:sp>
    </p:spTree>
    <p:extLst>
      <p:ext uri="{BB962C8B-B14F-4D97-AF65-F5344CB8AC3E}">
        <p14:creationId xmlns:p14="http://schemas.microsoft.com/office/powerpoint/2010/main" val="148322546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8530"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Ageing and Tissue Structure</a:t>
            </a:r>
          </a:p>
        </p:txBody>
      </p:sp>
      <p:sp>
        <p:nvSpPr>
          <p:cNvPr id="22531" name="Rectangle 3"/>
          <p:cNvSpPr>
            <a:spLocks noGrp="1" noChangeArrowheads="1"/>
          </p:cNvSpPr>
          <p:nvPr>
            <p:ph idx="1"/>
          </p:nvPr>
        </p:nvSpPr>
        <p:spPr/>
        <p:txBody>
          <a:bodyPr/>
          <a:lstStyle/>
          <a:p>
            <a:pPr eaLnBrk="1" hangingPunct="1"/>
            <a:r>
              <a:rPr lang="en-US" altLang="en-US"/>
              <a:t>Speed and efficiency of tissue repair decreases with age, due to:</a:t>
            </a:r>
          </a:p>
          <a:p>
            <a:pPr lvl="1" eaLnBrk="1" hangingPunct="1"/>
            <a:r>
              <a:rPr lang="en-US" altLang="en-US"/>
              <a:t>slower rate of energy consumption (metabolism)</a:t>
            </a:r>
          </a:p>
          <a:p>
            <a:pPr lvl="1" eaLnBrk="1" hangingPunct="1"/>
            <a:r>
              <a:rPr lang="en-US" altLang="en-US"/>
              <a:t>hormonal alterations</a:t>
            </a:r>
          </a:p>
          <a:p>
            <a:pPr lvl="1" eaLnBrk="1" hangingPunct="1"/>
            <a:r>
              <a:rPr lang="en-US" altLang="en-US"/>
              <a:t>reduced physical activity</a:t>
            </a:r>
          </a:p>
        </p:txBody>
      </p:sp>
      <p:sp>
        <p:nvSpPr>
          <p:cNvPr id="2253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2253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2253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13EC9C7-7E20-4D2D-89CD-B04D583A4212}" type="slidenum">
              <a:rPr lang="en-US" altLang="en-US" sz="1200">
                <a:solidFill>
                  <a:schemeClr val="tx2"/>
                </a:solidFill>
              </a:rPr>
              <a:pPr/>
              <a:t>76</a:t>
            </a:fld>
            <a:endParaRPr lang="en-US" altLang="en-US" sz="1200">
              <a:solidFill>
                <a:schemeClr val="tx2"/>
              </a:solidFill>
            </a:endParaRPr>
          </a:p>
        </p:txBody>
      </p:sp>
    </p:spTree>
    <p:extLst>
      <p:ext uri="{BB962C8B-B14F-4D97-AF65-F5344CB8AC3E}">
        <p14:creationId xmlns:p14="http://schemas.microsoft.com/office/powerpoint/2010/main" val="374360107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9554"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Effects of Ageing</a:t>
            </a:r>
          </a:p>
        </p:txBody>
      </p:sp>
      <p:sp>
        <p:nvSpPr>
          <p:cNvPr id="23555" name="Rectangle 3"/>
          <p:cNvSpPr>
            <a:spLocks noGrp="1" noChangeArrowheads="1"/>
          </p:cNvSpPr>
          <p:nvPr>
            <p:ph idx="1"/>
          </p:nvPr>
        </p:nvSpPr>
        <p:spPr/>
        <p:txBody>
          <a:bodyPr/>
          <a:lstStyle/>
          <a:p>
            <a:pPr eaLnBrk="1" hangingPunct="1"/>
            <a:r>
              <a:rPr lang="en-US" altLang="en-US"/>
              <a:t>Chemical and structural tissue changes:</a:t>
            </a:r>
          </a:p>
          <a:p>
            <a:pPr lvl="1" eaLnBrk="1" hangingPunct="1"/>
            <a:r>
              <a:rPr lang="en-US" altLang="en-US"/>
              <a:t>thinning epithelia and connective tissues</a:t>
            </a:r>
          </a:p>
          <a:p>
            <a:pPr lvl="1" eaLnBrk="1" hangingPunct="1"/>
            <a:r>
              <a:rPr lang="en-US" altLang="en-US"/>
              <a:t>increased bruising and bone brittleness</a:t>
            </a:r>
          </a:p>
          <a:p>
            <a:pPr lvl="1" eaLnBrk="1" hangingPunct="1"/>
            <a:r>
              <a:rPr lang="en-US" altLang="en-US"/>
              <a:t>joint pain and broken bones</a:t>
            </a:r>
          </a:p>
          <a:p>
            <a:pPr lvl="1" eaLnBrk="1" hangingPunct="1"/>
            <a:r>
              <a:rPr lang="en-US" altLang="en-US"/>
              <a:t>cardiovascular disease</a:t>
            </a:r>
          </a:p>
          <a:p>
            <a:pPr lvl="1" eaLnBrk="1" hangingPunct="1"/>
            <a:r>
              <a:rPr lang="en-US" altLang="en-US"/>
              <a:t>mental deterioration</a:t>
            </a:r>
          </a:p>
        </p:txBody>
      </p:sp>
      <p:sp>
        <p:nvSpPr>
          <p:cNvPr id="2355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2355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2355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949D46D-E882-4601-8F9F-C8D505CFAE93}" type="slidenum">
              <a:rPr lang="en-US" altLang="en-US" sz="1200">
                <a:solidFill>
                  <a:schemeClr val="tx2"/>
                </a:solidFill>
              </a:rPr>
              <a:pPr/>
              <a:t>77</a:t>
            </a:fld>
            <a:endParaRPr lang="en-US" altLang="en-US" sz="1200">
              <a:solidFill>
                <a:schemeClr val="tx2"/>
              </a:solidFill>
            </a:endParaRPr>
          </a:p>
        </p:txBody>
      </p:sp>
    </p:spTree>
    <p:extLst>
      <p:ext uri="{BB962C8B-B14F-4D97-AF65-F5344CB8AC3E}">
        <p14:creationId xmlns:p14="http://schemas.microsoft.com/office/powerpoint/2010/main" val="124953231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0578"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Ageing and Cancer </a:t>
            </a:r>
          </a:p>
        </p:txBody>
      </p:sp>
      <p:sp>
        <p:nvSpPr>
          <p:cNvPr id="24579" name="Rectangle 3"/>
          <p:cNvSpPr>
            <a:spLocks noGrp="1" noChangeArrowheads="1"/>
          </p:cNvSpPr>
          <p:nvPr>
            <p:ph idx="1"/>
          </p:nvPr>
        </p:nvSpPr>
        <p:spPr/>
        <p:txBody>
          <a:bodyPr/>
          <a:lstStyle/>
          <a:p>
            <a:pPr eaLnBrk="1" hangingPunct="1"/>
            <a:r>
              <a:rPr lang="en-US" altLang="en-US"/>
              <a:t>Cancer rates increase with age:</a:t>
            </a:r>
          </a:p>
          <a:p>
            <a:pPr eaLnBrk="1" hangingPunct="1"/>
            <a:r>
              <a:rPr lang="en-US" altLang="en-US"/>
              <a:t>Death from cancer would invariably increase with age</a:t>
            </a:r>
          </a:p>
          <a:p>
            <a:pPr eaLnBrk="1" hangingPunct="1"/>
            <a:r>
              <a:rPr lang="en-US" altLang="en-US"/>
              <a:t>Heredity, diet, environmental chemicals and cigarette smoke may pre-dispose one to cancer</a:t>
            </a:r>
          </a:p>
        </p:txBody>
      </p:sp>
      <p:sp>
        <p:nvSpPr>
          <p:cNvPr id="24580"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24581"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2458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15F9359-FB97-498D-84D2-78CADD5CA7A1}" type="slidenum">
              <a:rPr lang="en-US" altLang="en-US" sz="1200">
                <a:solidFill>
                  <a:schemeClr val="tx2"/>
                </a:solidFill>
              </a:rPr>
              <a:pPr/>
              <a:t>78</a:t>
            </a:fld>
            <a:endParaRPr lang="en-US" altLang="en-US" sz="1200">
              <a:solidFill>
                <a:schemeClr val="tx2"/>
              </a:solidFill>
            </a:endParaRPr>
          </a:p>
        </p:txBody>
      </p:sp>
    </p:spTree>
    <p:extLst>
      <p:ext uri="{BB962C8B-B14F-4D97-AF65-F5344CB8AC3E}">
        <p14:creationId xmlns:p14="http://schemas.microsoft.com/office/powerpoint/2010/main" val="246514191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834" name="Rectangle 2"/>
          <p:cNvSpPr>
            <a:spLocks noGrp="1" noChangeArrowheads="1"/>
          </p:cNvSpPr>
          <p:nvPr>
            <p:ph type="title"/>
          </p:nvPr>
        </p:nvSpPr>
        <p:spPr/>
        <p:txBody>
          <a:bodyPr/>
          <a:lstStyle/>
          <a:p>
            <a:pPr eaLnBrk="1" fontAlgn="auto" hangingPunct="1">
              <a:spcAft>
                <a:spcPts val="0"/>
              </a:spcAft>
              <a:defRPr/>
            </a:pPr>
            <a:r>
              <a:rPr lang="en-US">
                <a:solidFill>
                  <a:schemeClr val="tx1"/>
                </a:solidFill>
              </a:rPr>
              <a:t>Chemicals Controlling </a:t>
            </a:r>
            <a:br>
              <a:rPr lang="en-US">
                <a:solidFill>
                  <a:schemeClr val="tx1"/>
                </a:solidFill>
              </a:rPr>
            </a:br>
            <a:r>
              <a:rPr lang="en-US">
                <a:solidFill>
                  <a:schemeClr val="tx1"/>
                </a:solidFill>
              </a:rPr>
              <a:t>Cell Division</a:t>
            </a:r>
            <a:endParaRPr lang="en-US" b="1">
              <a:solidFill>
                <a:schemeClr val="tx1"/>
              </a:solidFill>
            </a:endParaRPr>
          </a:p>
        </p:txBody>
      </p:sp>
      <p:sp>
        <p:nvSpPr>
          <p:cNvPr id="25603"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25604"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2560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2FFAA5B9-8466-4BFB-B2C5-6607FF3F6E7B}" type="slidenum">
              <a:rPr lang="en-US" altLang="en-US" sz="1200">
                <a:solidFill>
                  <a:schemeClr val="tx2"/>
                </a:solidFill>
              </a:rPr>
              <a:pPr/>
              <a:t>79</a:t>
            </a:fld>
            <a:endParaRPr lang="en-US" altLang="en-US" sz="1200">
              <a:solidFill>
                <a:schemeClr val="tx2"/>
              </a:solidFill>
            </a:endParaRPr>
          </a:p>
        </p:txBody>
      </p:sp>
      <p:pic>
        <p:nvPicPr>
          <p:cNvPr id="25606" name="Picture 4"/>
          <p:cNvPicPr>
            <a:picLocks noChangeAspect="1" noChangeArrowheads="1"/>
          </p:cNvPicPr>
          <p:nvPr/>
        </p:nvPicPr>
        <p:blipFill>
          <a:blip r:embed="rId3">
            <a:extLst>
              <a:ext uri="{28A0092B-C50C-407E-A947-70E740481C1C}">
                <a14:useLocalDpi xmlns:a14="http://schemas.microsoft.com/office/drawing/2010/main" val="0"/>
              </a:ext>
            </a:extLst>
          </a:blip>
          <a:srcRect l="3600" t="14609" r="3845" b="10530"/>
          <a:stretch>
            <a:fillRect/>
          </a:stretch>
        </p:blipFill>
        <p:spPr bwMode="auto">
          <a:xfrm>
            <a:off x="1276350" y="2095500"/>
            <a:ext cx="6572250" cy="410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7" name="Rectangle 6"/>
          <p:cNvSpPr>
            <a:spLocks noChangeArrowheads="1"/>
          </p:cNvSpPr>
          <p:nvPr/>
        </p:nvSpPr>
        <p:spPr bwMode="auto">
          <a:xfrm>
            <a:off x="7769225" y="6443663"/>
            <a:ext cx="8239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200">
                <a:latin typeface="Trebuchet MS" panose="020B0603020202020204" pitchFamily="34" charset="0"/>
              </a:rPr>
              <a:t>Table 3–4</a:t>
            </a:r>
          </a:p>
        </p:txBody>
      </p:sp>
    </p:spTree>
    <p:extLst>
      <p:ext uri="{BB962C8B-B14F-4D97-AF65-F5344CB8AC3E}">
        <p14:creationId xmlns:p14="http://schemas.microsoft.com/office/powerpoint/2010/main" val="315356059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3906" name="Rectangle 2"/>
          <p:cNvSpPr>
            <a:spLocks noGrp="1" noChangeArrowheads="1"/>
          </p:cNvSpPr>
          <p:nvPr>
            <p:ph type="title"/>
          </p:nvPr>
        </p:nvSpPr>
        <p:spPr/>
        <p:txBody>
          <a:bodyPr/>
          <a:lstStyle/>
          <a:p>
            <a:pPr eaLnBrk="1" fontAlgn="auto" hangingPunct="1">
              <a:spcAft>
                <a:spcPts val="0"/>
              </a:spcAft>
              <a:defRPr/>
            </a:pPr>
            <a:r>
              <a:rPr lang="en-US">
                <a:solidFill>
                  <a:schemeClr val="tx1"/>
                </a:solidFill>
              </a:rPr>
              <a:t>Regulating Cell Life</a:t>
            </a:r>
            <a:r>
              <a:rPr lang="en-US" b="1">
                <a:solidFill>
                  <a:schemeClr val="tx1"/>
                </a:solidFill>
              </a:rPr>
              <a:t> </a:t>
            </a:r>
          </a:p>
        </p:txBody>
      </p:sp>
      <p:sp>
        <p:nvSpPr>
          <p:cNvPr id="26627" name="Rectangle 3"/>
          <p:cNvSpPr>
            <a:spLocks noGrp="1" noChangeArrowheads="1"/>
          </p:cNvSpPr>
          <p:nvPr>
            <p:ph idx="1"/>
          </p:nvPr>
        </p:nvSpPr>
        <p:spPr/>
        <p:txBody>
          <a:bodyPr/>
          <a:lstStyle/>
          <a:p>
            <a:pPr eaLnBrk="1" hangingPunct="1"/>
            <a:r>
              <a:rPr lang="en-US" altLang="en-US"/>
              <a:t>Normally, cell division balances cell loss</a:t>
            </a:r>
          </a:p>
        </p:txBody>
      </p:sp>
      <p:sp>
        <p:nvSpPr>
          <p:cNvPr id="2662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2662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2663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170E0EF-99B8-4B4A-AC88-69814DB9542A}" type="slidenum">
              <a:rPr lang="en-US" altLang="en-US" sz="1200">
                <a:solidFill>
                  <a:schemeClr val="tx2"/>
                </a:solidFill>
              </a:rPr>
              <a:pPr/>
              <a:t>80</a:t>
            </a:fld>
            <a:endParaRPr lang="en-US" altLang="en-US" sz="1200">
              <a:solidFill>
                <a:schemeClr val="tx2"/>
              </a:solidFill>
            </a:endParaRPr>
          </a:p>
        </p:txBody>
      </p:sp>
    </p:spTree>
    <p:extLst>
      <p:ext uri="{BB962C8B-B14F-4D97-AF65-F5344CB8AC3E}">
        <p14:creationId xmlns:p14="http://schemas.microsoft.com/office/powerpoint/2010/main" val="296792682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6978" name="Rectangle 2"/>
          <p:cNvSpPr>
            <a:spLocks noGrp="1" noChangeArrowheads="1"/>
          </p:cNvSpPr>
          <p:nvPr>
            <p:ph type="title"/>
          </p:nvPr>
        </p:nvSpPr>
        <p:spPr/>
        <p:txBody>
          <a:bodyPr/>
          <a:lstStyle/>
          <a:p>
            <a:pPr eaLnBrk="1" fontAlgn="auto" hangingPunct="1">
              <a:spcAft>
                <a:spcPts val="0"/>
              </a:spcAft>
              <a:defRPr/>
            </a:pPr>
            <a:r>
              <a:rPr lang="en-US">
                <a:solidFill>
                  <a:schemeClr val="tx1"/>
                </a:solidFill>
              </a:rPr>
              <a:t>Factors Increase Cell Division</a:t>
            </a:r>
            <a:endParaRPr lang="en-US" b="1">
              <a:solidFill>
                <a:schemeClr val="tx1"/>
              </a:solidFill>
            </a:endParaRPr>
          </a:p>
        </p:txBody>
      </p:sp>
      <p:sp>
        <p:nvSpPr>
          <p:cNvPr id="27651" name="Rectangle 3"/>
          <p:cNvSpPr>
            <a:spLocks noGrp="1" noChangeArrowheads="1"/>
          </p:cNvSpPr>
          <p:nvPr>
            <p:ph idx="1"/>
          </p:nvPr>
        </p:nvSpPr>
        <p:spPr/>
        <p:txBody>
          <a:bodyPr/>
          <a:lstStyle/>
          <a:p>
            <a:pPr eaLnBrk="1" hangingPunct="1"/>
            <a:r>
              <a:rPr lang="en-US" altLang="en-US"/>
              <a:t>Increases cell division:</a:t>
            </a:r>
          </a:p>
          <a:p>
            <a:pPr lvl="1" eaLnBrk="1" hangingPunct="1"/>
            <a:r>
              <a:rPr lang="en-US" altLang="en-US"/>
              <a:t>internal factors M-phase Promoting Factor (</a:t>
            </a:r>
            <a:r>
              <a:rPr lang="en-US" altLang="en-US">
                <a:solidFill>
                  <a:schemeClr val="accent1"/>
                </a:solidFill>
              </a:rPr>
              <a:t>MPF</a:t>
            </a:r>
            <a:r>
              <a:rPr lang="en-US" altLang="en-US"/>
              <a:t>) </a:t>
            </a:r>
          </a:p>
          <a:p>
            <a:pPr lvl="1" eaLnBrk="1" hangingPunct="1"/>
            <a:r>
              <a:rPr lang="en-US" altLang="en-US"/>
              <a:t>extracellular chemical factors (</a:t>
            </a:r>
            <a:r>
              <a:rPr lang="en-US" altLang="en-US">
                <a:solidFill>
                  <a:schemeClr val="accent1"/>
                </a:solidFill>
              </a:rPr>
              <a:t>growth factors</a:t>
            </a:r>
            <a:r>
              <a:rPr lang="en-US" altLang="en-US"/>
              <a:t>)</a:t>
            </a:r>
          </a:p>
        </p:txBody>
      </p:sp>
      <p:sp>
        <p:nvSpPr>
          <p:cNvPr id="2765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2765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2765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A482D66-ECFD-4DE0-8B5B-A0EE1AEFDA14}" type="slidenum">
              <a:rPr lang="en-US" altLang="en-US" sz="1200">
                <a:solidFill>
                  <a:schemeClr val="tx2"/>
                </a:solidFill>
              </a:rPr>
              <a:pPr/>
              <a:t>81</a:t>
            </a:fld>
            <a:endParaRPr lang="en-US" altLang="en-US" sz="1200">
              <a:solidFill>
                <a:schemeClr val="tx2"/>
              </a:solidFill>
            </a:endParaRPr>
          </a:p>
        </p:txBody>
      </p:sp>
    </p:spTree>
    <p:extLst>
      <p:ext uri="{BB962C8B-B14F-4D97-AF65-F5344CB8AC3E}">
        <p14:creationId xmlns:p14="http://schemas.microsoft.com/office/powerpoint/2010/main" val="72779380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2098" name="Rectangle 2"/>
          <p:cNvSpPr>
            <a:spLocks noGrp="1" noChangeArrowheads="1"/>
          </p:cNvSpPr>
          <p:nvPr>
            <p:ph type="title"/>
          </p:nvPr>
        </p:nvSpPr>
        <p:spPr/>
        <p:txBody>
          <a:bodyPr/>
          <a:lstStyle/>
          <a:p>
            <a:pPr eaLnBrk="1" fontAlgn="auto" hangingPunct="1">
              <a:spcAft>
                <a:spcPts val="0"/>
              </a:spcAft>
              <a:defRPr/>
            </a:pPr>
            <a:r>
              <a:rPr lang="en-US">
                <a:solidFill>
                  <a:schemeClr val="tx1"/>
                </a:solidFill>
              </a:rPr>
              <a:t>Factors Decrease Cell Division</a:t>
            </a:r>
            <a:endParaRPr lang="en-US" b="1">
              <a:solidFill>
                <a:schemeClr val="tx1"/>
              </a:solidFill>
            </a:endParaRPr>
          </a:p>
        </p:txBody>
      </p:sp>
      <p:sp>
        <p:nvSpPr>
          <p:cNvPr id="28675" name="Rectangle 3"/>
          <p:cNvSpPr>
            <a:spLocks noGrp="1" noChangeArrowheads="1"/>
          </p:cNvSpPr>
          <p:nvPr>
            <p:ph idx="1"/>
          </p:nvPr>
        </p:nvSpPr>
        <p:spPr/>
        <p:txBody>
          <a:bodyPr/>
          <a:lstStyle/>
          <a:p>
            <a:pPr eaLnBrk="1" hangingPunct="1"/>
            <a:r>
              <a:rPr lang="en-US" altLang="en-US"/>
              <a:t>Decreases cell division:</a:t>
            </a:r>
          </a:p>
          <a:p>
            <a:pPr lvl="1" eaLnBrk="1" hangingPunct="1"/>
            <a:r>
              <a:rPr lang="en-US" altLang="en-US">
                <a:solidFill>
                  <a:schemeClr val="accent1"/>
                </a:solidFill>
              </a:rPr>
              <a:t>repressor genes</a:t>
            </a:r>
            <a:r>
              <a:rPr lang="en-US" altLang="en-US"/>
              <a:t> (faulty repressors cause cancers)</a:t>
            </a:r>
          </a:p>
          <a:p>
            <a:pPr lvl="1" eaLnBrk="1" hangingPunct="1"/>
            <a:r>
              <a:rPr lang="en-US" altLang="en-US"/>
              <a:t>worn out </a:t>
            </a:r>
            <a:r>
              <a:rPr lang="en-US" altLang="en-US">
                <a:solidFill>
                  <a:schemeClr val="accent1"/>
                </a:solidFill>
              </a:rPr>
              <a:t>telomeres</a:t>
            </a:r>
            <a:r>
              <a:rPr lang="en-US" altLang="en-US"/>
              <a:t> (terminal DNA segments)</a:t>
            </a:r>
          </a:p>
        </p:txBody>
      </p:sp>
      <p:sp>
        <p:nvSpPr>
          <p:cNvPr id="2867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2867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2867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7581B69-CDA6-487B-9596-9C55D9156B53}" type="slidenum">
              <a:rPr lang="en-US" altLang="en-US" sz="1200">
                <a:solidFill>
                  <a:schemeClr val="tx2"/>
                </a:solidFill>
              </a:rPr>
              <a:pPr/>
              <a:t>82</a:t>
            </a:fld>
            <a:endParaRPr lang="en-US" altLang="en-US" sz="1200">
              <a:solidFill>
                <a:schemeClr val="tx2"/>
              </a:solidFill>
            </a:endParaRPr>
          </a:p>
        </p:txBody>
      </p:sp>
    </p:spTree>
    <p:extLst>
      <p:ext uri="{BB962C8B-B14F-4D97-AF65-F5344CB8AC3E}">
        <p14:creationId xmlns:p14="http://schemas.microsoft.com/office/powerpoint/2010/main" val="254831026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7218" name="Rectangle 2"/>
          <p:cNvSpPr>
            <a:spLocks noGrp="1" noChangeArrowheads="1"/>
          </p:cNvSpPr>
          <p:nvPr>
            <p:ph type="title"/>
          </p:nvPr>
        </p:nvSpPr>
        <p:spPr/>
        <p:txBody>
          <a:bodyPr/>
          <a:lstStyle/>
          <a:p>
            <a:pPr eaLnBrk="1" fontAlgn="auto" hangingPunct="1">
              <a:spcAft>
                <a:spcPts val="0"/>
              </a:spcAft>
              <a:defRPr/>
            </a:pPr>
            <a:r>
              <a:rPr lang="en-US">
                <a:solidFill>
                  <a:schemeClr val="tx1"/>
                </a:solidFill>
              </a:rPr>
              <a:t>Cancer</a:t>
            </a:r>
            <a:endParaRPr lang="en-US" b="1">
              <a:solidFill>
                <a:schemeClr val="tx1"/>
              </a:solidFill>
            </a:endParaRPr>
          </a:p>
        </p:txBody>
      </p:sp>
      <p:sp>
        <p:nvSpPr>
          <p:cNvPr id="29699"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29700"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2970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041AE49-3981-4BD4-97B0-73615A32BF4A}" type="slidenum">
              <a:rPr lang="en-US" altLang="en-US" sz="1200">
                <a:solidFill>
                  <a:schemeClr val="tx2"/>
                </a:solidFill>
              </a:rPr>
              <a:pPr/>
              <a:t>83</a:t>
            </a:fld>
            <a:endParaRPr lang="en-US" altLang="en-US" sz="1200">
              <a:solidFill>
                <a:schemeClr val="tx2"/>
              </a:solidFill>
            </a:endParaRPr>
          </a:p>
        </p:txBody>
      </p:sp>
      <p:pic>
        <p:nvPicPr>
          <p:cNvPr id="29702" name="Picture 4"/>
          <p:cNvPicPr>
            <a:picLocks noChangeAspect="1" noChangeArrowheads="1"/>
          </p:cNvPicPr>
          <p:nvPr/>
        </p:nvPicPr>
        <p:blipFill>
          <a:blip r:embed="rId3">
            <a:extLst>
              <a:ext uri="{28A0092B-C50C-407E-A947-70E740481C1C}">
                <a14:useLocalDpi xmlns:a14="http://schemas.microsoft.com/office/drawing/2010/main" val="0"/>
              </a:ext>
            </a:extLst>
          </a:blip>
          <a:srcRect l="1909" t="36118" r="3818" b="32118"/>
          <a:stretch>
            <a:fillRect/>
          </a:stretch>
        </p:blipFill>
        <p:spPr bwMode="auto">
          <a:xfrm>
            <a:off x="609600" y="2527300"/>
            <a:ext cx="7850188" cy="204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3" name="Rectangle 6"/>
          <p:cNvSpPr>
            <a:spLocks noChangeArrowheads="1"/>
          </p:cNvSpPr>
          <p:nvPr/>
        </p:nvSpPr>
        <p:spPr bwMode="auto">
          <a:xfrm>
            <a:off x="7769225" y="6443663"/>
            <a:ext cx="9461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200">
                <a:latin typeface="Trebuchet MS" panose="020B0603020202020204" pitchFamily="34" charset="0"/>
              </a:rPr>
              <a:t>Figure 3–26</a:t>
            </a:r>
          </a:p>
        </p:txBody>
      </p:sp>
    </p:spTree>
    <p:extLst>
      <p:ext uri="{BB962C8B-B14F-4D97-AF65-F5344CB8AC3E}">
        <p14:creationId xmlns:p14="http://schemas.microsoft.com/office/powerpoint/2010/main" val="404010798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0290" name="Rectangle 2"/>
          <p:cNvSpPr>
            <a:spLocks noGrp="1" noChangeArrowheads="1"/>
          </p:cNvSpPr>
          <p:nvPr>
            <p:ph type="title"/>
          </p:nvPr>
        </p:nvSpPr>
        <p:spPr/>
        <p:txBody>
          <a:bodyPr/>
          <a:lstStyle/>
          <a:p>
            <a:pPr eaLnBrk="1" fontAlgn="auto" hangingPunct="1">
              <a:spcAft>
                <a:spcPts val="0"/>
              </a:spcAft>
              <a:defRPr/>
            </a:pPr>
            <a:r>
              <a:rPr lang="en-US">
                <a:solidFill>
                  <a:schemeClr val="tx1"/>
                </a:solidFill>
              </a:rPr>
              <a:t>Cancer Stages</a:t>
            </a:r>
            <a:endParaRPr lang="en-US" b="1">
              <a:solidFill>
                <a:schemeClr val="tx1"/>
              </a:solidFill>
            </a:endParaRPr>
          </a:p>
        </p:txBody>
      </p:sp>
      <p:sp>
        <p:nvSpPr>
          <p:cNvPr id="30723" name="Rectangle 3"/>
          <p:cNvSpPr>
            <a:spLocks noGrp="1" noChangeArrowheads="1"/>
          </p:cNvSpPr>
          <p:nvPr>
            <p:ph idx="1"/>
          </p:nvPr>
        </p:nvSpPr>
        <p:spPr/>
        <p:txBody>
          <a:bodyPr/>
          <a:lstStyle/>
          <a:p>
            <a:pPr eaLnBrk="1" hangingPunct="1"/>
            <a:r>
              <a:rPr lang="en-US" altLang="en-US"/>
              <a:t>Cancer develops in steps:</a:t>
            </a:r>
          </a:p>
          <a:p>
            <a:pPr lvl="1" eaLnBrk="1" hangingPunct="1"/>
            <a:r>
              <a:rPr lang="en-US" altLang="en-US"/>
              <a:t>abnormal cell</a:t>
            </a:r>
          </a:p>
          <a:p>
            <a:pPr lvl="1" eaLnBrk="1" hangingPunct="1"/>
            <a:r>
              <a:rPr lang="en-US" altLang="en-US"/>
              <a:t>primary tumor</a:t>
            </a:r>
          </a:p>
          <a:p>
            <a:pPr lvl="1" eaLnBrk="1" hangingPunct="1"/>
            <a:r>
              <a:rPr lang="en-US" altLang="en-US"/>
              <a:t>metastasis</a:t>
            </a:r>
          </a:p>
          <a:p>
            <a:pPr lvl="1" eaLnBrk="1" hangingPunct="1"/>
            <a:r>
              <a:rPr lang="en-US" altLang="en-US"/>
              <a:t>secondary tumor</a:t>
            </a:r>
          </a:p>
        </p:txBody>
      </p:sp>
      <p:sp>
        <p:nvSpPr>
          <p:cNvPr id="3072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3072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3072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1F14E3C-96C8-41D1-B25B-D3696C635AB0}" type="slidenum">
              <a:rPr lang="en-US" altLang="en-US" sz="1200">
                <a:solidFill>
                  <a:schemeClr val="tx2"/>
                </a:solidFill>
              </a:rPr>
              <a:pPr/>
              <a:t>84</a:t>
            </a:fld>
            <a:endParaRPr lang="en-US" altLang="en-US" sz="1200">
              <a:solidFill>
                <a:schemeClr val="tx2"/>
              </a:solidFill>
            </a:endParaRPr>
          </a:p>
        </p:txBody>
      </p:sp>
    </p:spTree>
    <p:extLst>
      <p:ext uri="{BB962C8B-B14F-4D97-AF65-F5344CB8AC3E}">
        <p14:creationId xmlns:p14="http://schemas.microsoft.com/office/powerpoint/2010/main" val="106477638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7458" name="Rectangle 2"/>
          <p:cNvSpPr>
            <a:spLocks noGrp="1" noChangeArrowheads="1"/>
          </p:cNvSpPr>
          <p:nvPr>
            <p:ph type="title"/>
          </p:nvPr>
        </p:nvSpPr>
        <p:spPr/>
        <p:txBody>
          <a:bodyPr/>
          <a:lstStyle/>
          <a:p>
            <a:pPr eaLnBrk="1" fontAlgn="auto" hangingPunct="1">
              <a:spcAft>
                <a:spcPts val="0"/>
              </a:spcAft>
              <a:defRPr/>
            </a:pPr>
            <a:r>
              <a:rPr lang="en-US">
                <a:solidFill>
                  <a:schemeClr val="tx1"/>
                </a:solidFill>
              </a:rPr>
              <a:t>Cell Division and Tumors</a:t>
            </a:r>
            <a:endParaRPr lang="en-US" b="1">
              <a:solidFill>
                <a:schemeClr val="tx1"/>
              </a:solidFill>
            </a:endParaRPr>
          </a:p>
        </p:txBody>
      </p:sp>
      <p:sp>
        <p:nvSpPr>
          <p:cNvPr id="31747" name="Rectangle 3"/>
          <p:cNvSpPr>
            <a:spLocks noGrp="1" noChangeArrowheads="1"/>
          </p:cNvSpPr>
          <p:nvPr>
            <p:ph idx="1"/>
          </p:nvPr>
        </p:nvSpPr>
        <p:spPr/>
        <p:txBody>
          <a:bodyPr/>
          <a:lstStyle/>
          <a:p>
            <a:pPr eaLnBrk="1" hangingPunct="1"/>
            <a:r>
              <a:rPr lang="en-US" altLang="en-US">
                <a:solidFill>
                  <a:schemeClr val="accent1"/>
                </a:solidFill>
              </a:rPr>
              <a:t>Tumor</a:t>
            </a:r>
            <a:r>
              <a:rPr lang="en-US" altLang="en-US"/>
              <a:t> (</a:t>
            </a:r>
            <a:r>
              <a:rPr lang="en-US" altLang="en-US">
                <a:solidFill>
                  <a:schemeClr val="accent1"/>
                </a:solidFill>
              </a:rPr>
              <a:t>neoplasm</a:t>
            </a:r>
            <a:r>
              <a:rPr lang="en-US" altLang="en-US"/>
              <a:t>):</a:t>
            </a:r>
          </a:p>
          <a:p>
            <a:pPr lvl="1" eaLnBrk="1" hangingPunct="1"/>
            <a:r>
              <a:rPr lang="en-US" altLang="en-US"/>
              <a:t>enlarged mass of cells</a:t>
            </a:r>
          </a:p>
          <a:p>
            <a:pPr lvl="1" eaLnBrk="1" hangingPunct="1"/>
            <a:r>
              <a:rPr lang="en-US" altLang="en-US"/>
              <a:t>abnormal cell growth and division</a:t>
            </a:r>
          </a:p>
        </p:txBody>
      </p:sp>
      <p:sp>
        <p:nvSpPr>
          <p:cNvPr id="3174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3174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3175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178AEFC-E24B-4C03-9A60-88B433E593CD}" type="slidenum">
              <a:rPr lang="en-US" altLang="en-US" sz="1200">
                <a:solidFill>
                  <a:schemeClr val="tx2"/>
                </a:solidFill>
              </a:rPr>
              <a:pPr/>
              <a:t>85</a:t>
            </a:fld>
            <a:endParaRPr lang="en-US" altLang="en-US" sz="1200">
              <a:solidFill>
                <a:schemeClr val="tx2"/>
              </a:solidFill>
            </a:endParaRPr>
          </a:p>
        </p:txBody>
      </p:sp>
    </p:spTree>
    <p:extLst>
      <p:ext uri="{BB962C8B-B14F-4D97-AF65-F5344CB8AC3E}">
        <p14:creationId xmlns:p14="http://schemas.microsoft.com/office/powerpoint/2010/main" val="313343453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1554" name="Rectangle 2"/>
          <p:cNvSpPr>
            <a:spLocks noGrp="1" noChangeArrowheads="1"/>
          </p:cNvSpPr>
          <p:nvPr>
            <p:ph type="title"/>
          </p:nvPr>
        </p:nvSpPr>
        <p:spPr/>
        <p:txBody>
          <a:bodyPr/>
          <a:lstStyle/>
          <a:p>
            <a:pPr eaLnBrk="1" fontAlgn="auto" hangingPunct="1">
              <a:spcAft>
                <a:spcPts val="0"/>
              </a:spcAft>
              <a:defRPr/>
            </a:pPr>
            <a:r>
              <a:rPr lang="en-US">
                <a:solidFill>
                  <a:schemeClr val="tx1"/>
                </a:solidFill>
              </a:rPr>
              <a:t>Benign Tumors</a:t>
            </a:r>
            <a:endParaRPr lang="en-US" b="1">
              <a:solidFill>
                <a:schemeClr val="tx1"/>
              </a:solidFill>
            </a:endParaRPr>
          </a:p>
        </p:txBody>
      </p:sp>
      <p:sp>
        <p:nvSpPr>
          <p:cNvPr id="32771" name="Rectangle 3"/>
          <p:cNvSpPr>
            <a:spLocks noGrp="1" noChangeArrowheads="1"/>
          </p:cNvSpPr>
          <p:nvPr>
            <p:ph idx="1"/>
          </p:nvPr>
        </p:nvSpPr>
        <p:spPr/>
        <p:txBody>
          <a:bodyPr/>
          <a:lstStyle/>
          <a:p>
            <a:pPr eaLnBrk="1" hangingPunct="1"/>
            <a:r>
              <a:rPr lang="en-US" altLang="en-US">
                <a:solidFill>
                  <a:schemeClr val="accent1"/>
                </a:solidFill>
              </a:rPr>
              <a:t>Benign tumor</a:t>
            </a:r>
            <a:r>
              <a:rPr lang="en-US" altLang="en-US"/>
              <a:t>: </a:t>
            </a:r>
          </a:p>
          <a:p>
            <a:pPr lvl="1" eaLnBrk="1" hangingPunct="1"/>
            <a:r>
              <a:rPr lang="en-US" altLang="en-US"/>
              <a:t>contained</a:t>
            </a:r>
          </a:p>
          <a:p>
            <a:pPr lvl="1" eaLnBrk="1" hangingPunct="1"/>
            <a:r>
              <a:rPr lang="en-US" altLang="en-US"/>
              <a:t>not life threatening</a:t>
            </a:r>
          </a:p>
        </p:txBody>
      </p:sp>
      <p:sp>
        <p:nvSpPr>
          <p:cNvPr id="3277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3277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3277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CE340DAC-85D0-4B11-813B-995D8FF8D601}" type="slidenum">
              <a:rPr lang="en-US" altLang="en-US" sz="1200">
                <a:solidFill>
                  <a:schemeClr val="tx2"/>
                </a:solidFill>
              </a:rPr>
              <a:pPr/>
              <a:t>86</a:t>
            </a:fld>
            <a:endParaRPr lang="en-US" altLang="en-US" sz="1200">
              <a:solidFill>
                <a:schemeClr val="tx2"/>
              </a:solidFill>
            </a:endParaRPr>
          </a:p>
        </p:txBody>
      </p:sp>
    </p:spTree>
    <p:extLst>
      <p:ext uri="{BB962C8B-B14F-4D97-AF65-F5344CB8AC3E}">
        <p14:creationId xmlns:p14="http://schemas.microsoft.com/office/powerpoint/2010/main" val="64049947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5650" name="Rectangle 2"/>
          <p:cNvSpPr>
            <a:spLocks noGrp="1" noChangeArrowheads="1"/>
          </p:cNvSpPr>
          <p:nvPr>
            <p:ph type="title"/>
          </p:nvPr>
        </p:nvSpPr>
        <p:spPr/>
        <p:txBody>
          <a:bodyPr/>
          <a:lstStyle/>
          <a:p>
            <a:pPr eaLnBrk="1" fontAlgn="auto" hangingPunct="1">
              <a:spcAft>
                <a:spcPts val="0"/>
              </a:spcAft>
              <a:defRPr/>
            </a:pPr>
            <a:r>
              <a:rPr lang="en-US">
                <a:solidFill>
                  <a:schemeClr val="tx1"/>
                </a:solidFill>
              </a:rPr>
              <a:t>Malignant Tumors</a:t>
            </a:r>
            <a:endParaRPr lang="en-US" b="1">
              <a:solidFill>
                <a:schemeClr val="tx1"/>
              </a:solidFill>
            </a:endParaRPr>
          </a:p>
        </p:txBody>
      </p:sp>
      <p:sp>
        <p:nvSpPr>
          <p:cNvPr id="33795" name="Rectangle 3"/>
          <p:cNvSpPr>
            <a:spLocks noGrp="1" noChangeArrowheads="1"/>
          </p:cNvSpPr>
          <p:nvPr>
            <p:ph idx="1"/>
          </p:nvPr>
        </p:nvSpPr>
        <p:spPr/>
        <p:txBody>
          <a:bodyPr/>
          <a:lstStyle/>
          <a:p>
            <a:pPr eaLnBrk="1" hangingPunct="1"/>
            <a:r>
              <a:rPr lang="en-US" altLang="en-US">
                <a:solidFill>
                  <a:schemeClr val="accent1"/>
                </a:solidFill>
              </a:rPr>
              <a:t>Malignant tumor</a:t>
            </a:r>
            <a:r>
              <a:rPr lang="en-US" altLang="en-US"/>
              <a:t>: </a:t>
            </a:r>
          </a:p>
          <a:p>
            <a:pPr lvl="1" eaLnBrk="1" hangingPunct="1"/>
            <a:r>
              <a:rPr lang="en-US" altLang="en-US"/>
              <a:t>spread into surrounding tissues (</a:t>
            </a:r>
            <a:r>
              <a:rPr lang="en-US" altLang="en-US">
                <a:solidFill>
                  <a:schemeClr val="accent1"/>
                </a:solidFill>
              </a:rPr>
              <a:t>invasion</a:t>
            </a:r>
            <a:r>
              <a:rPr lang="en-US" altLang="en-US"/>
              <a:t>)</a:t>
            </a:r>
          </a:p>
          <a:p>
            <a:pPr lvl="1" eaLnBrk="1" hangingPunct="1"/>
            <a:r>
              <a:rPr lang="en-US" altLang="en-US"/>
              <a:t>start new tumors (</a:t>
            </a:r>
            <a:r>
              <a:rPr lang="en-US" altLang="en-US">
                <a:solidFill>
                  <a:schemeClr val="accent1"/>
                </a:solidFill>
              </a:rPr>
              <a:t>metastasis</a:t>
            </a:r>
            <a:r>
              <a:rPr lang="en-US" altLang="en-US"/>
              <a:t>)</a:t>
            </a:r>
          </a:p>
        </p:txBody>
      </p:sp>
      <p:sp>
        <p:nvSpPr>
          <p:cNvPr id="3379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3379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3379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0019109-CF7A-4DB6-BDE2-A35D00908FFD}" type="slidenum">
              <a:rPr lang="en-US" altLang="en-US" sz="1200">
                <a:solidFill>
                  <a:schemeClr val="tx2"/>
                </a:solidFill>
              </a:rPr>
              <a:pPr/>
              <a:t>87</a:t>
            </a:fld>
            <a:endParaRPr lang="en-US" altLang="en-US" sz="1200">
              <a:solidFill>
                <a:schemeClr val="tx2"/>
              </a:solidFill>
            </a:endParaRPr>
          </a:p>
        </p:txBody>
      </p:sp>
    </p:spTree>
    <p:extLst>
      <p:ext uri="{BB962C8B-B14F-4D97-AF65-F5344CB8AC3E}">
        <p14:creationId xmlns:p14="http://schemas.microsoft.com/office/powerpoint/2010/main" val="111013357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9746" name="Rectangle 2"/>
          <p:cNvSpPr>
            <a:spLocks noGrp="1" noChangeArrowheads="1"/>
          </p:cNvSpPr>
          <p:nvPr>
            <p:ph type="title"/>
          </p:nvPr>
        </p:nvSpPr>
        <p:spPr/>
        <p:txBody>
          <a:bodyPr/>
          <a:lstStyle/>
          <a:p>
            <a:pPr eaLnBrk="1" fontAlgn="auto" hangingPunct="1">
              <a:spcAft>
                <a:spcPts val="0"/>
              </a:spcAft>
              <a:defRPr/>
            </a:pPr>
            <a:r>
              <a:rPr lang="en-US">
                <a:solidFill>
                  <a:schemeClr val="tx1"/>
                </a:solidFill>
              </a:rPr>
              <a:t>Cancer and Cells</a:t>
            </a:r>
            <a:endParaRPr lang="en-US" b="1">
              <a:solidFill>
                <a:schemeClr val="tx1"/>
              </a:solidFill>
            </a:endParaRPr>
          </a:p>
        </p:txBody>
      </p:sp>
      <p:sp>
        <p:nvSpPr>
          <p:cNvPr id="34819" name="Rectangle 3"/>
          <p:cNvSpPr>
            <a:spLocks noGrp="1" noChangeArrowheads="1"/>
          </p:cNvSpPr>
          <p:nvPr>
            <p:ph idx="1"/>
          </p:nvPr>
        </p:nvSpPr>
        <p:spPr/>
        <p:txBody>
          <a:bodyPr/>
          <a:lstStyle/>
          <a:p>
            <a:pPr eaLnBrk="1" hangingPunct="1"/>
            <a:r>
              <a:rPr lang="en-US" altLang="en-US">
                <a:solidFill>
                  <a:schemeClr val="accent1"/>
                </a:solidFill>
              </a:rPr>
              <a:t>Cancer</a:t>
            </a:r>
            <a:r>
              <a:rPr lang="en-US" altLang="en-US"/>
              <a:t>: </a:t>
            </a:r>
          </a:p>
          <a:p>
            <a:pPr lvl="1" eaLnBrk="1" hangingPunct="1"/>
            <a:r>
              <a:rPr lang="en-US" altLang="en-US"/>
              <a:t>illness that disrupts cellular controls</a:t>
            </a:r>
          </a:p>
          <a:p>
            <a:pPr lvl="1" eaLnBrk="1" hangingPunct="1"/>
            <a:r>
              <a:rPr lang="en-US" altLang="en-US"/>
              <a:t>produces malignant cells</a:t>
            </a:r>
          </a:p>
        </p:txBody>
      </p:sp>
      <p:sp>
        <p:nvSpPr>
          <p:cNvPr id="34820"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34821"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3482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1122F95-B272-4238-89E4-FAB9F4A2E489}" type="slidenum">
              <a:rPr lang="en-US" altLang="en-US" sz="1200">
                <a:solidFill>
                  <a:schemeClr val="tx2"/>
                </a:solidFill>
              </a:rPr>
              <a:pPr/>
              <a:t>88</a:t>
            </a:fld>
            <a:endParaRPr lang="en-US" altLang="en-US" sz="1200">
              <a:solidFill>
                <a:schemeClr val="tx2"/>
              </a:solidFill>
            </a:endParaRPr>
          </a:p>
        </p:txBody>
      </p:sp>
    </p:spTree>
    <p:extLst>
      <p:ext uri="{BB962C8B-B14F-4D97-AF65-F5344CB8AC3E}">
        <p14:creationId xmlns:p14="http://schemas.microsoft.com/office/powerpoint/2010/main" val="41134043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3842" name="Rectangle 2"/>
          <p:cNvSpPr>
            <a:spLocks noGrp="1" noChangeArrowheads="1"/>
          </p:cNvSpPr>
          <p:nvPr>
            <p:ph type="title"/>
          </p:nvPr>
        </p:nvSpPr>
        <p:spPr/>
        <p:txBody>
          <a:bodyPr/>
          <a:lstStyle/>
          <a:p>
            <a:pPr eaLnBrk="1" fontAlgn="auto" hangingPunct="1">
              <a:spcAft>
                <a:spcPts val="0"/>
              </a:spcAft>
              <a:defRPr/>
            </a:pPr>
            <a:r>
              <a:rPr lang="en-US">
                <a:solidFill>
                  <a:schemeClr val="tx1"/>
                </a:solidFill>
              </a:rPr>
              <a:t>Cancer and Genes</a:t>
            </a:r>
            <a:endParaRPr lang="en-US" b="1">
              <a:solidFill>
                <a:schemeClr val="tx1"/>
              </a:solidFill>
            </a:endParaRPr>
          </a:p>
        </p:txBody>
      </p:sp>
      <p:sp>
        <p:nvSpPr>
          <p:cNvPr id="35843" name="Rectangle 3"/>
          <p:cNvSpPr>
            <a:spLocks noGrp="1" noChangeArrowheads="1"/>
          </p:cNvSpPr>
          <p:nvPr>
            <p:ph idx="1"/>
          </p:nvPr>
        </p:nvSpPr>
        <p:spPr/>
        <p:txBody>
          <a:bodyPr/>
          <a:lstStyle/>
          <a:p>
            <a:pPr eaLnBrk="1" hangingPunct="1"/>
            <a:r>
              <a:rPr lang="en-GB" altLang="en-US">
                <a:solidFill>
                  <a:schemeClr val="accent1"/>
                </a:solidFill>
              </a:rPr>
              <a:t>Oncogenes</a:t>
            </a:r>
            <a:r>
              <a:rPr lang="en-US" altLang="en-US"/>
              <a:t>: </a:t>
            </a:r>
          </a:p>
          <a:p>
            <a:pPr lvl="1" eaLnBrk="1" hangingPunct="1"/>
            <a:r>
              <a:rPr lang="en-US" altLang="en-US"/>
              <a:t>mutated genes that cause cancer</a:t>
            </a:r>
          </a:p>
        </p:txBody>
      </p:sp>
      <p:sp>
        <p:nvSpPr>
          <p:cNvPr id="3584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3584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358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F8E8002-D285-437F-B16B-D7631278337A}" type="slidenum">
              <a:rPr lang="en-US" altLang="en-US" sz="1200">
                <a:solidFill>
                  <a:schemeClr val="tx2"/>
                </a:solidFill>
              </a:rPr>
              <a:pPr/>
              <a:t>89</a:t>
            </a:fld>
            <a:endParaRPr lang="en-US" altLang="en-US" sz="1200">
              <a:solidFill>
                <a:schemeClr val="tx2"/>
              </a:solidFill>
            </a:endParaRPr>
          </a:p>
        </p:txBody>
      </p:sp>
    </p:spTree>
    <p:extLst>
      <p:ext uri="{BB962C8B-B14F-4D97-AF65-F5344CB8AC3E}">
        <p14:creationId xmlns:p14="http://schemas.microsoft.com/office/powerpoint/2010/main" val="251961117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7938" name="Rectangle 2"/>
          <p:cNvSpPr>
            <a:spLocks noGrp="1" noChangeArrowheads="1"/>
          </p:cNvSpPr>
          <p:nvPr>
            <p:ph type="title"/>
          </p:nvPr>
        </p:nvSpPr>
        <p:spPr/>
        <p:txBody>
          <a:bodyPr/>
          <a:lstStyle/>
          <a:p>
            <a:pPr eaLnBrk="1" fontAlgn="auto" hangingPunct="1">
              <a:spcAft>
                <a:spcPts val="0"/>
              </a:spcAft>
              <a:defRPr/>
            </a:pPr>
            <a:r>
              <a:rPr lang="en-US" b="1" i="1">
                <a:solidFill>
                  <a:schemeClr val="tx1"/>
                </a:solidFill>
                <a:latin typeface="Verdana" pitchFamily="34" charset="0"/>
              </a:rPr>
              <a:t>KEY CONCEPT</a:t>
            </a:r>
            <a:endParaRPr lang="en-US" b="1">
              <a:solidFill>
                <a:schemeClr val="tx1"/>
              </a:solidFill>
            </a:endParaRPr>
          </a:p>
        </p:txBody>
      </p:sp>
      <p:sp>
        <p:nvSpPr>
          <p:cNvPr id="36867" name="Rectangle 3"/>
          <p:cNvSpPr>
            <a:spLocks noGrp="1" noChangeArrowheads="1"/>
          </p:cNvSpPr>
          <p:nvPr>
            <p:ph idx="1"/>
          </p:nvPr>
        </p:nvSpPr>
        <p:spPr/>
        <p:txBody>
          <a:bodyPr/>
          <a:lstStyle/>
          <a:p>
            <a:pPr eaLnBrk="1" hangingPunct="1"/>
            <a:r>
              <a:rPr lang="en-US" altLang="en-US"/>
              <a:t>Mutations disrupt normal controls over cell growth and division</a:t>
            </a:r>
          </a:p>
          <a:p>
            <a:pPr eaLnBrk="1" hangingPunct="1"/>
            <a:r>
              <a:rPr lang="en-US" altLang="en-US"/>
              <a:t>Cancers often begin where stem cells are dividing rapidly </a:t>
            </a:r>
          </a:p>
          <a:p>
            <a:pPr eaLnBrk="1" hangingPunct="1"/>
            <a:r>
              <a:rPr lang="en-US" altLang="en-US"/>
              <a:t>More chromosome copies mean greater chance of error</a:t>
            </a:r>
            <a:endParaRPr lang="en-US" altLang="en-US" b="1"/>
          </a:p>
        </p:txBody>
      </p:sp>
      <p:sp>
        <p:nvSpPr>
          <p:cNvPr id="3686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3686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3687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F877287-C57C-4FC0-9891-523AD74D7759}" type="slidenum">
              <a:rPr lang="en-US" altLang="en-US" sz="1200">
                <a:solidFill>
                  <a:schemeClr val="tx2"/>
                </a:solidFill>
              </a:rPr>
              <a:pPr/>
              <a:t>90</a:t>
            </a:fld>
            <a:endParaRPr lang="en-US" altLang="en-US" sz="1200">
              <a:solidFill>
                <a:schemeClr val="tx2"/>
              </a:solidFill>
            </a:endParaRPr>
          </a:p>
        </p:txBody>
      </p:sp>
    </p:spTree>
    <p:extLst>
      <p:ext uri="{BB962C8B-B14F-4D97-AF65-F5344CB8AC3E}">
        <p14:creationId xmlns:p14="http://schemas.microsoft.com/office/powerpoint/2010/main" val="401109330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106" name="Rectangle 2"/>
          <p:cNvSpPr>
            <a:spLocks noGrp="1" noChangeArrowheads="1"/>
          </p:cNvSpPr>
          <p:nvPr>
            <p:ph type="title"/>
          </p:nvPr>
        </p:nvSpPr>
        <p:spPr/>
        <p:txBody>
          <a:bodyPr/>
          <a:lstStyle/>
          <a:p>
            <a:pPr eaLnBrk="1" fontAlgn="auto" hangingPunct="1">
              <a:spcAft>
                <a:spcPts val="0"/>
              </a:spcAft>
              <a:defRPr/>
            </a:pPr>
            <a:r>
              <a:rPr lang="en-US">
                <a:solidFill>
                  <a:schemeClr val="tx1"/>
                </a:solidFill>
              </a:rPr>
              <a:t>Cell Differentiation</a:t>
            </a:r>
          </a:p>
        </p:txBody>
      </p:sp>
      <p:sp>
        <p:nvSpPr>
          <p:cNvPr id="37891" name="Rectangle 3"/>
          <p:cNvSpPr>
            <a:spLocks noGrp="1" noChangeArrowheads="1"/>
          </p:cNvSpPr>
          <p:nvPr>
            <p:ph idx="1"/>
          </p:nvPr>
        </p:nvSpPr>
        <p:spPr/>
        <p:txBody>
          <a:bodyPr/>
          <a:lstStyle/>
          <a:p>
            <a:pPr eaLnBrk="1" hangingPunct="1"/>
            <a:r>
              <a:rPr lang="en-US" altLang="en-US"/>
              <a:t>Cells specialize or </a:t>
            </a:r>
            <a:r>
              <a:rPr lang="en-US" altLang="en-US">
                <a:solidFill>
                  <a:schemeClr val="accent1"/>
                </a:solidFill>
              </a:rPr>
              <a:t>differentiate</a:t>
            </a:r>
            <a:r>
              <a:rPr lang="en-US" altLang="en-US"/>
              <a:t>:</a:t>
            </a:r>
            <a:endParaRPr lang="en-US" altLang="en-US" u="sng"/>
          </a:p>
          <a:p>
            <a:pPr lvl="1" eaLnBrk="1" hangingPunct="1"/>
            <a:r>
              <a:rPr lang="en-US" altLang="en-US"/>
              <a:t>to form tissues (liver cells, fat cells, and neurons) </a:t>
            </a:r>
          </a:p>
          <a:p>
            <a:pPr lvl="1" eaLnBrk="1" hangingPunct="1"/>
            <a:r>
              <a:rPr lang="en-US" altLang="en-US"/>
              <a:t>by turning </a:t>
            </a:r>
            <a:r>
              <a:rPr lang="en-US" altLang="en-US" i="1"/>
              <a:t>off</a:t>
            </a:r>
            <a:r>
              <a:rPr lang="en-US" altLang="en-US"/>
              <a:t> all genes not needed by that cell</a:t>
            </a:r>
          </a:p>
        </p:txBody>
      </p:sp>
      <p:sp>
        <p:nvSpPr>
          <p:cNvPr id="3789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3789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3789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9462994-8934-4667-BD91-A798C023F827}" type="slidenum">
              <a:rPr lang="en-US" altLang="en-US" sz="1200">
                <a:solidFill>
                  <a:schemeClr val="tx2"/>
                </a:solidFill>
              </a:rPr>
              <a:pPr/>
              <a:t>91</a:t>
            </a:fld>
            <a:endParaRPr lang="en-US" altLang="en-US" sz="1200">
              <a:solidFill>
                <a:schemeClr val="tx2"/>
              </a:solidFill>
            </a:endParaRPr>
          </a:p>
        </p:txBody>
      </p:sp>
    </p:spTree>
    <p:extLst>
      <p:ext uri="{BB962C8B-B14F-4D97-AF65-F5344CB8AC3E}">
        <p14:creationId xmlns:p14="http://schemas.microsoft.com/office/powerpoint/2010/main" val="289170901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250" name="Rectangle 2"/>
          <p:cNvSpPr>
            <a:spLocks noGrp="1" noChangeArrowheads="1"/>
          </p:cNvSpPr>
          <p:nvPr>
            <p:ph type="title"/>
          </p:nvPr>
        </p:nvSpPr>
        <p:spPr/>
        <p:txBody>
          <a:bodyPr/>
          <a:lstStyle/>
          <a:p>
            <a:pPr eaLnBrk="1" fontAlgn="auto" hangingPunct="1">
              <a:spcAft>
                <a:spcPts val="0"/>
              </a:spcAft>
              <a:defRPr/>
            </a:pPr>
            <a:r>
              <a:rPr lang="en-US" b="1" i="1">
                <a:solidFill>
                  <a:schemeClr val="tx1"/>
                </a:solidFill>
                <a:latin typeface="Verdana" pitchFamily="34" charset="0"/>
              </a:rPr>
              <a:t>KEY CONCEPT</a:t>
            </a:r>
            <a:endParaRPr lang="en-US" b="1">
              <a:solidFill>
                <a:schemeClr val="tx1"/>
              </a:solidFill>
            </a:endParaRPr>
          </a:p>
        </p:txBody>
      </p:sp>
      <p:sp>
        <p:nvSpPr>
          <p:cNvPr id="38915" name="Rectangle 3"/>
          <p:cNvSpPr>
            <a:spLocks noGrp="1" noChangeArrowheads="1"/>
          </p:cNvSpPr>
          <p:nvPr>
            <p:ph idx="1"/>
          </p:nvPr>
        </p:nvSpPr>
        <p:spPr/>
        <p:txBody>
          <a:bodyPr/>
          <a:lstStyle/>
          <a:p>
            <a:pPr eaLnBrk="1" hangingPunct="1"/>
            <a:r>
              <a:rPr lang="en-US" altLang="en-US"/>
              <a:t>All body cells, except sex cells, contain the same 46 chromosomes </a:t>
            </a:r>
          </a:p>
          <a:p>
            <a:pPr eaLnBrk="1" hangingPunct="1"/>
            <a:r>
              <a:rPr lang="en-US" altLang="en-US"/>
              <a:t>Differentiation depends on which genes are active and which are inactive</a:t>
            </a:r>
          </a:p>
        </p:txBody>
      </p:sp>
      <p:sp>
        <p:nvSpPr>
          <p:cNvPr id="3891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3891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3891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422C3D2-615C-453D-89CA-1370AB0B9501}" type="slidenum">
              <a:rPr lang="en-US" altLang="en-US" sz="1200">
                <a:solidFill>
                  <a:schemeClr val="tx2"/>
                </a:solidFill>
              </a:rPr>
              <a:pPr/>
              <a:t>92</a:t>
            </a:fld>
            <a:endParaRPr lang="en-US" altLang="en-US" sz="1200">
              <a:solidFill>
                <a:schemeClr val="tx2"/>
              </a:solidFill>
            </a:endParaRPr>
          </a:p>
        </p:txBody>
      </p:sp>
    </p:spTree>
    <p:extLst>
      <p:ext uri="{BB962C8B-B14F-4D97-AF65-F5344CB8AC3E}">
        <p14:creationId xmlns:p14="http://schemas.microsoft.com/office/powerpoint/2010/main" val="385178765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02" name="Rectangle 2"/>
          <p:cNvSpPr>
            <a:spLocks noGrp="1" noChangeArrowheads="1"/>
          </p:cNvSpPr>
          <p:nvPr>
            <p:ph type="title"/>
          </p:nvPr>
        </p:nvSpPr>
        <p:spPr>
          <a:xfrm>
            <a:off x="685800" y="2857500"/>
            <a:ext cx="7772400" cy="1143000"/>
          </a:xfrm>
        </p:spPr>
        <p:txBody>
          <a:bodyPr/>
          <a:lstStyle/>
          <a:p>
            <a:pPr eaLnBrk="1" fontAlgn="auto" hangingPunct="1">
              <a:spcAft>
                <a:spcPts val="0"/>
              </a:spcAft>
              <a:defRPr/>
            </a:pPr>
            <a:r>
              <a:rPr lang="en-US" b="1" i="1">
                <a:solidFill>
                  <a:schemeClr val="tx1"/>
                </a:solidFill>
              </a:rPr>
              <a:t>What are the effects </a:t>
            </a:r>
            <a:br>
              <a:rPr lang="en-US" b="1" i="1">
                <a:solidFill>
                  <a:schemeClr val="tx1"/>
                </a:solidFill>
              </a:rPr>
            </a:br>
            <a:r>
              <a:rPr lang="en-US" b="1" i="1">
                <a:solidFill>
                  <a:schemeClr val="tx1"/>
                </a:solidFill>
              </a:rPr>
              <a:t>of aging on the skin                  ( </a:t>
            </a:r>
            <a:r>
              <a:rPr lang="en-US" b="1" i="1">
                <a:solidFill>
                  <a:schemeClr val="hlink"/>
                </a:solidFill>
              </a:rPr>
              <a:t>integumentary</a:t>
            </a:r>
            <a:r>
              <a:rPr lang="en-US" b="1" i="1">
                <a:solidFill>
                  <a:schemeClr val="tx1"/>
                </a:solidFill>
              </a:rPr>
              <a:t> system)?</a:t>
            </a:r>
            <a:br>
              <a:rPr lang="en-US" b="1" i="1">
                <a:solidFill>
                  <a:schemeClr val="tx1"/>
                </a:solidFill>
              </a:rPr>
            </a:br>
            <a:r>
              <a:rPr lang="en-US" b="1" i="1">
                <a:solidFill>
                  <a:srgbClr val="66FFFF"/>
                </a:solidFill>
                <a:latin typeface="Times New Roman" pitchFamily="18" charset="0"/>
              </a:rPr>
              <a:t>Organ System 1</a:t>
            </a:r>
            <a:endParaRPr lang="en-US" b="1">
              <a:solidFill>
                <a:srgbClr val="66FFFF"/>
              </a:solidFill>
              <a:latin typeface="Times New Roman" pitchFamily="18" charset="0"/>
            </a:endParaRPr>
          </a:p>
        </p:txBody>
      </p:sp>
      <p:sp>
        <p:nvSpPr>
          <p:cNvPr id="39939"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39940"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3994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C408558-DE90-46E5-8045-C3CA37A37461}" type="slidenum">
              <a:rPr lang="en-US" altLang="en-US" sz="1200">
                <a:solidFill>
                  <a:schemeClr val="tx2"/>
                </a:solidFill>
              </a:rPr>
              <a:pPr/>
              <a:t>93</a:t>
            </a:fld>
            <a:endParaRPr lang="en-US" altLang="en-US" sz="1200">
              <a:solidFill>
                <a:schemeClr val="tx2"/>
              </a:solidFill>
            </a:endParaRPr>
          </a:p>
        </p:txBody>
      </p:sp>
    </p:spTree>
    <p:extLst>
      <p:ext uri="{BB962C8B-B14F-4D97-AF65-F5344CB8AC3E}">
        <p14:creationId xmlns:p14="http://schemas.microsoft.com/office/powerpoint/2010/main" val="5658701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626"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Effects of Ageing </a:t>
            </a:r>
          </a:p>
        </p:txBody>
      </p:sp>
      <p:sp>
        <p:nvSpPr>
          <p:cNvPr id="40963" name="Rectangle 3"/>
          <p:cNvSpPr>
            <a:spLocks noGrp="1" noChangeArrowheads="1"/>
          </p:cNvSpPr>
          <p:nvPr>
            <p:ph idx="1"/>
          </p:nvPr>
        </p:nvSpPr>
        <p:spPr/>
        <p:txBody>
          <a:bodyPr/>
          <a:lstStyle/>
          <a:p>
            <a:pPr eaLnBrk="1" hangingPunct="1"/>
            <a:r>
              <a:rPr lang="en-US" altLang="en-US"/>
              <a:t>Epidermal thinning</a:t>
            </a:r>
          </a:p>
          <a:p>
            <a:pPr eaLnBrk="1" hangingPunct="1"/>
            <a:r>
              <a:rPr lang="en-US" altLang="en-US"/>
              <a:t>Decreased numbers of Langerhans cells</a:t>
            </a:r>
          </a:p>
          <a:p>
            <a:pPr eaLnBrk="1" hangingPunct="1"/>
            <a:r>
              <a:rPr lang="en-US" altLang="en-US"/>
              <a:t>Decreased vitamin D</a:t>
            </a:r>
            <a:r>
              <a:rPr lang="en-US" altLang="en-US" baseline="-25000"/>
              <a:t>3</a:t>
            </a:r>
            <a:r>
              <a:rPr lang="en-US" altLang="en-US"/>
              <a:t> production</a:t>
            </a:r>
          </a:p>
          <a:p>
            <a:pPr eaLnBrk="1" hangingPunct="1"/>
            <a:r>
              <a:rPr lang="en-US" altLang="en-US"/>
              <a:t>Decreased melanocyte activity</a:t>
            </a:r>
          </a:p>
          <a:p>
            <a:pPr eaLnBrk="1" hangingPunct="1"/>
            <a:r>
              <a:rPr lang="en-US" altLang="en-US"/>
              <a:t>Decreased glandular activity (sweat and oil glands)</a:t>
            </a:r>
          </a:p>
        </p:txBody>
      </p:sp>
      <p:sp>
        <p:nvSpPr>
          <p:cNvPr id="4096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4096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4096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1D6D2279-9BC6-4AA2-A86D-FB5C53DE495A}" type="slidenum">
              <a:rPr lang="en-US" altLang="en-US" sz="1200">
                <a:solidFill>
                  <a:schemeClr val="tx2"/>
                </a:solidFill>
              </a:rPr>
              <a:pPr/>
              <a:t>94</a:t>
            </a:fld>
            <a:endParaRPr lang="en-US" altLang="en-US" sz="1200">
              <a:solidFill>
                <a:schemeClr val="tx2"/>
              </a:solidFill>
            </a:endParaRPr>
          </a:p>
        </p:txBody>
      </p:sp>
    </p:spTree>
    <p:extLst>
      <p:ext uri="{BB962C8B-B14F-4D97-AF65-F5344CB8AC3E}">
        <p14:creationId xmlns:p14="http://schemas.microsoft.com/office/powerpoint/2010/main" val="27904470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650"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Effects of Ageing </a:t>
            </a:r>
          </a:p>
        </p:txBody>
      </p:sp>
      <p:sp>
        <p:nvSpPr>
          <p:cNvPr id="41987" name="Rectangle 3"/>
          <p:cNvSpPr>
            <a:spLocks noGrp="1" noChangeArrowheads="1"/>
          </p:cNvSpPr>
          <p:nvPr>
            <p:ph idx="1"/>
          </p:nvPr>
        </p:nvSpPr>
        <p:spPr/>
        <p:txBody>
          <a:bodyPr/>
          <a:lstStyle/>
          <a:p>
            <a:pPr eaLnBrk="1" hangingPunct="1"/>
            <a:r>
              <a:rPr lang="en-US" altLang="en-US"/>
              <a:t>Reduced blood supply</a:t>
            </a:r>
          </a:p>
          <a:p>
            <a:pPr eaLnBrk="1" hangingPunct="1"/>
            <a:r>
              <a:rPr lang="en-US" altLang="en-US"/>
              <a:t>Decreased function of hair follicles</a:t>
            </a:r>
          </a:p>
          <a:p>
            <a:pPr eaLnBrk="1" hangingPunct="1"/>
            <a:r>
              <a:rPr lang="en-US" altLang="en-US"/>
              <a:t>Reduction of elastic fibers</a:t>
            </a:r>
          </a:p>
          <a:p>
            <a:pPr eaLnBrk="1" hangingPunct="1"/>
            <a:r>
              <a:rPr lang="en-US" altLang="en-US"/>
              <a:t>Decreased hormone levels</a:t>
            </a:r>
          </a:p>
          <a:p>
            <a:pPr eaLnBrk="1" hangingPunct="1"/>
            <a:r>
              <a:rPr lang="en-US" altLang="en-US"/>
              <a:t>Slower repair rate</a:t>
            </a:r>
          </a:p>
        </p:txBody>
      </p:sp>
      <p:sp>
        <p:nvSpPr>
          <p:cNvPr id="4198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4198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4199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ACCEC4B-C257-47A4-889C-E36FEBD22646}" type="slidenum">
              <a:rPr lang="en-US" altLang="en-US" sz="1200">
                <a:solidFill>
                  <a:schemeClr val="tx2"/>
                </a:solidFill>
              </a:rPr>
              <a:pPr/>
              <a:t>95</a:t>
            </a:fld>
            <a:endParaRPr lang="en-US" altLang="en-US" sz="1200">
              <a:solidFill>
                <a:schemeClr val="tx2"/>
              </a:solidFill>
            </a:endParaRPr>
          </a:p>
        </p:txBody>
      </p:sp>
    </p:spTree>
    <p:extLst>
      <p:ext uri="{BB962C8B-B14F-4D97-AF65-F5344CB8AC3E}">
        <p14:creationId xmlns:p14="http://schemas.microsoft.com/office/powerpoint/2010/main" val="256821791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674" name="Rectangle 2"/>
          <p:cNvSpPr>
            <a:spLocks noGrp="1" noChangeArrowheads="1"/>
          </p:cNvSpPr>
          <p:nvPr>
            <p:ph type="title"/>
          </p:nvPr>
        </p:nvSpPr>
        <p:spPr>
          <a:xfrm>
            <a:off x="685800" y="2514600"/>
            <a:ext cx="7772400" cy="1828800"/>
          </a:xfrm>
        </p:spPr>
        <p:txBody>
          <a:bodyPr/>
          <a:lstStyle/>
          <a:p>
            <a:pPr eaLnBrk="1" fontAlgn="auto" hangingPunct="1">
              <a:spcAft>
                <a:spcPts val="0"/>
              </a:spcAft>
              <a:defRPr/>
            </a:pPr>
            <a:r>
              <a:rPr lang="en-US" sz="3600" b="1" i="1">
                <a:solidFill>
                  <a:schemeClr val="tx1"/>
                </a:solidFill>
              </a:rPr>
              <a:t>What are the effects of </a:t>
            </a:r>
            <a:r>
              <a:rPr lang="en-GB" sz="3600" b="1" i="1">
                <a:solidFill>
                  <a:schemeClr val="tx1"/>
                </a:solidFill>
              </a:rPr>
              <a:t>ageing</a:t>
            </a:r>
            <a:r>
              <a:rPr lang="en-US" sz="3600" b="1" i="1">
                <a:solidFill>
                  <a:schemeClr val="tx1"/>
                </a:solidFill>
              </a:rPr>
              <a:t> on the </a:t>
            </a:r>
            <a:r>
              <a:rPr lang="en-US" sz="3600" b="1" i="1">
                <a:solidFill>
                  <a:schemeClr val="hlink"/>
                </a:solidFill>
              </a:rPr>
              <a:t>skeletal</a:t>
            </a:r>
            <a:r>
              <a:rPr lang="en-US" sz="3600" b="1" i="1">
                <a:solidFill>
                  <a:schemeClr val="tx1"/>
                </a:solidFill>
              </a:rPr>
              <a:t> system?</a:t>
            </a:r>
            <a:br>
              <a:rPr lang="en-US" sz="3600" b="1" i="1">
                <a:solidFill>
                  <a:schemeClr val="tx1"/>
                </a:solidFill>
              </a:rPr>
            </a:br>
            <a:r>
              <a:rPr lang="en-US" sz="3600" b="1" i="1">
                <a:solidFill>
                  <a:schemeClr val="tx1"/>
                </a:solidFill>
              </a:rPr>
              <a:t> </a:t>
            </a:r>
            <a:r>
              <a:rPr lang="en-US" sz="3600" b="1" i="1">
                <a:solidFill>
                  <a:srgbClr val="66FFFF"/>
                </a:solidFill>
                <a:latin typeface="Times New Roman" pitchFamily="18" charset="0"/>
              </a:rPr>
              <a:t>Organ System 2</a:t>
            </a:r>
          </a:p>
        </p:txBody>
      </p:sp>
      <p:sp>
        <p:nvSpPr>
          <p:cNvPr id="43011"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43012"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4301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C930A5C-E0E3-4C52-8A79-1274ADBB10F4}" type="slidenum">
              <a:rPr lang="en-US" altLang="en-US" sz="1200">
                <a:solidFill>
                  <a:schemeClr val="tx2"/>
                </a:solidFill>
              </a:rPr>
              <a:pPr/>
              <a:t>96</a:t>
            </a:fld>
            <a:endParaRPr lang="en-US" altLang="en-US" sz="1200">
              <a:solidFill>
                <a:schemeClr val="tx2"/>
              </a:solidFill>
            </a:endParaRPr>
          </a:p>
        </p:txBody>
      </p:sp>
    </p:spTree>
    <p:extLst>
      <p:ext uri="{BB962C8B-B14F-4D97-AF65-F5344CB8AC3E}">
        <p14:creationId xmlns:p14="http://schemas.microsoft.com/office/powerpoint/2010/main" val="375028728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5698"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Age and Bones</a:t>
            </a:r>
          </a:p>
        </p:txBody>
      </p:sp>
      <p:sp>
        <p:nvSpPr>
          <p:cNvPr id="44035" name="Rectangle 3"/>
          <p:cNvSpPr>
            <a:spLocks noGrp="1" noChangeArrowheads="1"/>
          </p:cNvSpPr>
          <p:nvPr>
            <p:ph idx="1"/>
          </p:nvPr>
        </p:nvSpPr>
        <p:spPr/>
        <p:txBody>
          <a:bodyPr/>
          <a:lstStyle/>
          <a:p>
            <a:pPr eaLnBrk="1" hangingPunct="1"/>
            <a:r>
              <a:rPr lang="en-US" altLang="en-US"/>
              <a:t>Bones become thinner and weaker with age</a:t>
            </a:r>
          </a:p>
          <a:p>
            <a:pPr eaLnBrk="1" hangingPunct="1"/>
            <a:r>
              <a:rPr lang="en-US" altLang="en-US">
                <a:solidFill>
                  <a:schemeClr val="accent1"/>
                </a:solidFill>
              </a:rPr>
              <a:t>Osteopenia</a:t>
            </a:r>
            <a:r>
              <a:rPr lang="en-US" altLang="en-US"/>
              <a:t> begins between ages 30 and 40 </a:t>
            </a:r>
          </a:p>
          <a:p>
            <a:pPr eaLnBrk="1" hangingPunct="1"/>
            <a:r>
              <a:rPr lang="en-US" altLang="en-US"/>
              <a:t>Women lose 8% of bone mass per decade, men 3%</a:t>
            </a:r>
          </a:p>
        </p:txBody>
      </p:sp>
      <p:sp>
        <p:nvSpPr>
          <p:cNvPr id="4403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4403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4403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CF84317-2146-469E-97F5-264C5CE5C910}" type="slidenum">
              <a:rPr lang="en-US" altLang="en-US" sz="1200">
                <a:solidFill>
                  <a:schemeClr val="tx2"/>
                </a:solidFill>
              </a:rPr>
              <a:pPr/>
              <a:t>97</a:t>
            </a:fld>
            <a:endParaRPr lang="en-US" altLang="en-US" sz="1200">
              <a:solidFill>
                <a:schemeClr val="tx2"/>
              </a:solidFill>
            </a:endParaRPr>
          </a:p>
        </p:txBody>
      </p:sp>
    </p:spTree>
    <p:extLst>
      <p:ext uri="{BB962C8B-B14F-4D97-AF65-F5344CB8AC3E}">
        <p14:creationId xmlns:p14="http://schemas.microsoft.com/office/powerpoint/2010/main" val="210904852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6722"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Effects of Bone Loss</a:t>
            </a:r>
          </a:p>
        </p:txBody>
      </p:sp>
      <p:sp>
        <p:nvSpPr>
          <p:cNvPr id="45059" name="Rectangle 3"/>
          <p:cNvSpPr>
            <a:spLocks noGrp="1" noChangeArrowheads="1"/>
          </p:cNvSpPr>
          <p:nvPr>
            <p:ph idx="1"/>
          </p:nvPr>
        </p:nvSpPr>
        <p:spPr/>
        <p:txBody>
          <a:bodyPr/>
          <a:lstStyle/>
          <a:p>
            <a:pPr eaLnBrk="1" hangingPunct="1"/>
            <a:r>
              <a:rPr lang="en-US" altLang="en-US"/>
              <a:t>The epiphyses, vertebrae, and jaws are most affected:</a:t>
            </a:r>
          </a:p>
          <a:p>
            <a:pPr lvl="1" eaLnBrk="1" hangingPunct="1"/>
            <a:r>
              <a:rPr lang="en-US" altLang="en-US"/>
              <a:t>resulting in fragile limbs</a:t>
            </a:r>
          </a:p>
          <a:p>
            <a:pPr lvl="1" eaLnBrk="1" hangingPunct="1"/>
            <a:r>
              <a:rPr lang="en-US" altLang="en-US"/>
              <a:t>reduction in height</a:t>
            </a:r>
          </a:p>
          <a:p>
            <a:pPr lvl="1" eaLnBrk="1" hangingPunct="1"/>
            <a:r>
              <a:rPr lang="en-US" altLang="en-US"/>
              <a:t>tooth loss</a:t>
            </a:r>
          </a:p>
        </p:txBody>
      </p:sp>
      <p:sp>
        <p:nvSpPr>
          <p:cNvPr id="45060"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45061"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4506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29C7A87-0975-4ECB-8396-96FAC32AF521}" type="slidenum">
              <a:rPr lang="en-US" altLang="en-US" sz="1200">
                <a:solidFill>
                  <a:schemeClr val="tx2"/>
                </a:solidFill>
              </a:rPr>
              <a:pPr/>
              <a:t>98</a:t>
            </a:fld>
            <a:endParaRPr lang="en-US" altLang="en-US" sz="1200">
              <a:solidFill>
                <a:schemeClr val="tx2"/>
              </a:solidFill>
            </a:endParaRPr>
          </a:p>
        </p:txBody>
      </p:sp>
    </p:spTree>
    <p:extLst>
      <p:ext uri="{BB962C8B-B14F-4D97-AF65-F5344CB8AC3E}">
        <p14:creationId xmlns:p14="http://schemas.microsoft.com/office/powerpoint/2010/main" val="338270954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7746" name="Rectangle 2"/>
          <p:cNvSpPr>
            <a:spLocks noGrp="1" noChangeArrowheads="1"/>
          </p:cNvSpPr>
          <p:nvPr>
            <p:ph type="title"/>
          </p:nvPr>
        </p:nvSpPr>
        <p:spPr/>
        <p:txBody>
          <a:bodyPr/>
          <a:lstStyle/>
          <a:p>
            <a:pPr eaLnBrk="1" fontAlgn="auto" hangingPunct="1">
              <a:spcAft>
                <a:spcPts val="0"/>
              </a:spcAft>
              <a:defRPr/>
            </a:pPr>
            <a:r>
              <a:rPr lang="en-US">
                <a:solidFill>
                  <a:schemeClr val="accent1"/>
                </a:solidFill>
              </a:rPr>
              <a:t>Osteoporosis</a:t>
            </a:r>
            <a:r>
              <a:rPr lang="en-US">
                <a:solidFill>
                  <a:schemeClr val="tx2">
                    <a:satMod val="200000"/>
                  </a:schemeClr>
                </a:solidFill>
              </a:rPr>
              <a:t> </a:t>
            </a:r>
          </a:p>
        </p:txBody>
      </p:sp>
      <p:sp>
        <p:nvSpPr>
          <p:cNvPr id="46083" name="Rectangle 3"/>
          <p:cNvSpPr>
            <a:spLocks noGrp="1" noChangeArrowheads="1"/>
          </p:cNvSpPr>
          <p:nvPr>
            <p:ph idx="1"/>
          </p:nvPr>
        </p:nvSpPr>
        <p:spPr/>
        <p:txBody>
          <a:bodyPr/>
          <a:lstStyle/>
          <a:p>
            <a:pPr eaLnBrk="1" hangingPunct="1"/>
            <a:r>
              <a:rPr lang="en-US" altLang="en-US"/>
              <a:t>Severe bone loss </a:t>
            </a:r>
          </a:p>
          <a:p>
            <a:pPr eaLnBrk="1" hangingPunct="1"/>
            <a:r>
              <a:rPr lang="en-US" altLang="en-US"/>
              <a:t>Affects normal function</a:t>
            </a:r>
          </a:p>
          <a:p>
            <a:pPr eaLnBrk="1" hangingPunct="1"/>
            <a:r>
              <a:rPr lang="en-US" altLang="en-US"/>
              <a:t>Over age 45, occurs in:</a:t>
            </a:r>
          </a:p>
          <a:p>
            <a:pPr lvl="1" eaLnBrk="1" hangingPunct="1"/>
            <a:r>
              <a:rPr lang="en-US" altLang="en-US"/>
              <a:t>29% of women</a:t>
            </a:r>
          </a:p>
          <a:p>
            <a:pPr lvl="1" eaLnBrk="1" hangingPunct="1"/>
            <a:r>
              <a:rPr lang="en-US" altLang="en-US"/>
              <a:t>18% of men</a:t>
            </a:r>
          </a:p>
        </p:txBody>
      </p:sp>
      <p:sp>
        <p:nvSpPr>
          <p:cNvPr id="4608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4608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4608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E6D02C7-A5C8-44CD-ADC8-EA90F2083347}" type="slidenum">
              <a:rPr lang="en-US" altLang="en-US" sz="1200">
                <a:solidFill>
                  <a:schemeClr val="tx2"/>
                </a:solidFill>
              </a:rPr>
              <a:pPr/>
              <a:t>99</a:t>
            </a:fld>
            <a:endParaRPr lang="en-US" altLang="en-US" sz="1200">
              <a:solidFill>
                <a:schemeClr val="tx2"/>
              </a:solidFill>
            </a:endParaRPr>
          </a:p>
        </p:txBody>
      </p:sp>
    </p:spTree>
    <p:extLst>
      <p:ext uri="{BB962C8B-B14F-4D97-AF65-F5344CB8AC3E}">
        <p14:creationId xmlns:p14="http://schemas.microsoft.com/office/powerpoint/2010/main" val="392559925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8770"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Hormones and Bone Loss</a:t>
            </a:r>
          </a:p>
        </p:txBody>
      </p:sp>
      <p:sp>
        <p:nvSpPr>
          <p:cNvPr id="47107" name="Rectangle 3"/>
          <p:cNvSpPr>
            <a:spLocks noGrp="1" noChangeArrowheads="1"/>
          </p:cNvSpPr>
          <p:nvPr>
            <p:ph idx="1"/>
          </p:nvPr>
        </p:nvSpPr>
        <p:spPr/>
        <p:txBody>
          <a:bodyPr/>
          <a:lstStyle/>
          <a:p>
            <a:pPr eaLnBrk="1" hangingPunct="1"/>
            <a:r>
              <a:rPr lang="en-US" altLang="en-US"/>
              <a:t>Estrogens and androgens help maintain bone mass</a:t>
            </a:r>
          </a:p>
          <a:p>
            <a:pPr eaLnBrk="1" hangingPunct="1"/>
            <a:r>
              <a:rPr lang="en-US" altLang="en-US"/>
              <a:t>Bone loss in women accelerates after menopause </a:t>
            </a:r>
          </a:p>
        </p:txBody>
      </p:sp>
      <p:sp>
        <p:nvSpPr>
          <p:cNvPr id="4710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4710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4711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8EE883D-3A7E-46D4-AC12-0E504798979B}" type="slidenum">
              <a:rPr lang="en-US" altLang="en-US" sz="1200">
                <a:solidFill>
                  <a:schemeClr val="tx2"/>
                </a:solidFill>
              </a:rPr>
              <a:pPr/>
              <a:t>100</a:t>
            </a:fld>
            <a:endParaRPr lang="en-US" altLang="en-US" sz="1200">
              <a:solidFill>
                <a:schemeClr val="tx2"/>
              </a:solidFill>
            </a:endParaRPr>
          </a:p>
        </p:txBody>
      </p:sp>
    </p:spTree>
    <p:extLst>
      <p:ext uri="{BB962C8B-B14F-4D97-AF65-F5344CB8AC3E}">
        <p14:creationId xmlns:p14="http://schemas.microsoft.com/office/powerpoint/2010/main" val="37552144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9794"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Cancer and Bone Loss</a:t>
            </a:r>
          </a:p>
        </p:txBody>
      </p:sp>
      <p:sp>
        <p:nvSpPr>
          <p:cNvPr id="48131" name="Rectangle 3"/>
          <p:cNvSpPr>
            <a:spLocks noGrp="1" noChangeArrowheads="1"/>
          </p:cNvSpPr>
          <p:nvPr>
            <p:ph idx="1"/>
          </p:nvPr>
        </p:nvSpPr>
        <p:spPr/>
        <p:txBody>
          <a:bodyPr/>
          <a:lstStyle/>
          <a:p>
            <a:pPr eaLnBrk="1" hangingPunct="1"/>
            <a:r>
              <a:rPr lang="en-US" altLang="en-US"/>
              <a:t>Cancerous tissues release </a:t>
            </a:r>
            <a:r>
              <a:rPr lang="en-US" altLang="en-US">
                <a:solidFill>
                  <a:schemeClr val="accent1"/>
                </a:solidFill>
              </a:rPr>
              <a:t>osteoclast-activating factor</a:t>
            </a:r>
            <a:r>
              <a:rPr lang="en-US" altLang="en-US"/>
              <a:t>:</a:t>
            </a:r>
          </a:p>
          <a:p>
            <a:pPr lvl="1" eaLnBrk="1" hangingPunct="1"/>
            <a:r>
              <a:rPr lang="en-US" altLang="en-US"/>
              <a:t>that stimulates osteoclasts</a:t>
            </a:r>
          </a:p>
          <a:p>
            <a:pPr lvl="1" eaLnBrk="1" hangingPunct="1"/>
            <a:r>
              <a:rPr lang="en-US" altLang="en-US"/>
              <a:t>and produces severe osteoporosis</a:t>
            </a:r>
          </a:p>
        </p:txBody>
      </p:sp>
      <p:sp>
        <p:nvSpPr>
          <p:cNvPr id="4813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4813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4813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C77989B-CDD1-4C9D-A2E1-8BD261C637ED}" type="slidenum">
              <a:rPr lang="en-US" altLang="en-US" sz="1200">
                <a:solidFill>
                  <a:schemeClr val="tx2"/>
                </a:solidFill>
              </a:rPr>
              <a:pPr/>
              <a:t>101</a:t>
            </a:fld>
            <a:endParaRPr lang="en-US" altLang="en-US" sz="1200">
              <a:solidFill>
                <a:schemeClr val="tx2"/>
              </a:solidFill>
            </a:endParaRPr>
          </a:p>
        </p:txBody>
      </p:sp>
    </p:spTree>
    <p:extLst>
      <p:ext uri="{BB962C8B-B14F-4D97-AF65-F5344CB8AC3E}">
        <p14:creationId xmlns:p14="http://schemas.microsoft.com/office/powerpoint/2010/main" val="157673987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0818"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Age-Related Skeletal Changes</a:t>
            </a:r>
          </a:p>
        </p:txBody>
      </p:sp>
      <p:sp>
        <p:nvSpPr>
          <p:cNvPr id="49155"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49156"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4915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F7909FC-4C08-433C-81BB-989DA095FAD0}" type="slidenum">
              <a:rPr lang="en-US" altLang="en-US" sz="1200">
                <a:solidFill>
                  <a:schemeClr val="tx2"/>
                </a:solidFill>
              </a:rPr>
              <a:pPr/>
              <a:t>102</a:t>
            </a:fld>
            <a:endParaRPr lang="en-US" altLang="en-US" sz="1200">
              <a:solidFill>
                <a:schemeClr val="tx2"/>
              </a:solidFill>
            </a:endParaRPr>
          </a:p>
        </p:txBody>
      </p:sp>
      <p:pic>
        <p:nvPicPr>
          <p:cNvPr id="49158" name="Picture 3"/>
          <p:cNvPicPr>
            <a:picLocks noChangeAspect="1" noChangeArrowheads="1"/>
          </p:cNvPicPr>
          <p:nvPr/>
        </p:nvPicPr>
        <p:blipFill>
          <a:blip r:embed="rId3">
            <a:extLst>
              <a:ext uri="{28A0092B-C50C-407E-A947-70E740481C1C}">
                <a14:useLocalDpi xmlns:a14="http://schemas.microsoft.com/office/drawing/2010/main" val="0"/>
              </a:ext>
            </a:extLst>
          </a:blip>
          <a:srcRect l="6206" t="14493" r="6067" b="10999"/>
          <a:stretch>
            <a:fillRect/>
          </a:stretch>
        </p:blipFill>
        <p:spPr bwMode="auto">
          <a:xfrm>
            <a:off x="1260475" y="1905000"/>
            <a:ext cx="6551613" cy="430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9" name="Rectangle 4"/>
          <p:cNvSpPr>
            <a:spLocks noChangeArrowheads="1"/>
          </p:cNvSpPr>
          <p:nvPr/>
        </p:nvSpPr>
        <p:spPr bwMode="auto">
          <a:xfrm>
            <a:off x="7769225" y="6443663"/>
            <a:ext cx="8239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200">
                <a:latin typeface="Trebuchet MS" panose="020B0603020202020204" pitchFamily="34" charset="0"/>
              </a:rPr>
              <a:t>Table 8–2</a:t>
            </a:r>
          </a:p>
        </p:txBody>
      </p:sp>
    </p:spTree>
    <p:extLst>
      <p:ext uri="{BB962C8B-B14F-4D97-AF65-F5344CB8AC3E}">
        <p14:creationId xmlns:p14="http://schemas.microsoft.com/office/powerpoint/2010/main" val="254149998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a:xfrm>
            <a:off x="685800" y="2171700"/>
            <a:ext cx="7772400" cy="2514600"/>
          </a:xfrm>
        </p:spPr>
        <p:txBody>
          <a:bodyPr/>
          <a:lstStyle/>
          <a:p>
            <a:pPr eaLnBrk="1" fontAlgn="auto" hangingPunct="1">
              <a:spcAft>
                <a:spcPts val="0"/>
              </a:spcAft>
              <a:defRPr/>
            </a:pPr>
            <a:r>
              <a:rPr lang="en-US" sz="3600" b="1" i="1">
                <a:solidFill>
                  <a:schemeClr val="tx1"/>
                </a:solidFill>
              </a:rPr>
              <a:t>What are the effects of ageing on </a:t>
            </a:r>
            <a:r>
              <a:rPr lang="en-US" sz="3600" b="1" i="1">
                <a:solidFill>
                  <a:schemeClr val="hlink"/>
                </a:solidFill>
              </a:rPr>
              <a:t>articulations (between bones),</a:t>
            </a:r>
            <a:r>
              <a:rPr lang="en-US" sz="3600" b="1" i="1">
                <a:solidFill>
                  <a:schemeClr val="tx1"/>
                </a:solidFill>
              </a:rPr>
              <a:t> and the most common clinical problems?</a:t>
            </a:r>
            <a:r>
              <a:rPr lang="en-US" sz="3600" b="1">
                <a:solidFill>
                  <a:schemeClr val="tx1"/>
                </a:solidFill>
                <a:latin typeface="Verdana" pitchFamily="34" charset="0"/>
              </a:rPr>
              <a:t> </a:t>
            </a:r>
          </a:p>
        </p:txBody>
      </p:sp>
      <p:sp>
        <p:nvSpPr>
          <p:cNvPr id="50179"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50180"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5018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D57020C-66B8-4EFB-8983-4EB34C4F9EBB}" type="slidenum">
              <a:rPr lang="en-US" altLang="en-US" sz="1200">
                <a:solidFill>
                  <a:schemeClr val="tx2"/>
                </a:solidFill>
              </a:rPr>
              <a:pPr/>
              <a:t>103</a:t>
            </a:fld>
            <a:endParaRPr lang="en-US" altLang="en-US" sz="1200">
              <a:solidFill>
                <a:schemeClr val="tx2"/>
              </a:solidFill>
            </a:endParaRPr>
          </a:p>
        </p:txBody>
      </p:sp>
    </p:spTree>
    <p:extLst>
      <p:ext uri="{BB962C8B-B14F-4D97-AF65-F5344CB8AC3E}">
        <p14:creationId xmlns:p14="http://schemas.microsoft.com/office/powerpoint/2010/main" val="89978306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2866"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Rheumatism</a:t>
            </a:r>
          </a:p>
        </p:txBody>
      </p:sp>
      <p:sp>
        <p:nvSpPr>
          <p:cNvPr id="51203" name="Rectangle 3"/>
          <p:cNvSpPr>
            <a:spLocks noGrp="1" noChangeArrowheads="1"/>
          </p:cNvSpPr>
          <p:nvPr>
            <p:ph idx="1"/>
          </p:nvPr>
        </p:nvSpPr>
        <p:spPr/>
        <p:txBody>
          <a:bodyPr/>
          <a:lstStyle/>
          <a:p>
            <a:pPr eaLnBrk="1" hangingPunct="1"/>
            <a:r>
              <a:rPr lang="en-US" altLang="en-US"/>
              <a:t>A pain and stiffness of skeletal and muscular systems</a:t>
            </a:r>
          </a:p>
        </p:txBody>
      </p:sp>
      <p:sp>
        <p:nvSpPr>
          <p:cNvPr id="5120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5120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5120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78D30C56-3D58-42E2-B5F3-7D066431198F}" type="slidenum">
              <a:rPr lang="en-US" altLang="en-US" sz="1200">
                <a:solidFill>
                  <a:schemeClr val="tx2"/>
                </a:solidFill>
              </a:rPr>
              <a:pPr/>
              <a:t>104</a:t>
            </a:fld>
            <a:endParaRPr lang="en-US" altLang="en-US" sz="1200">
              <a:solidFill>
                <a:schemeClr val="tx2"/>
              </a:solidFill>
            </a:endParaRPr>
          </a:p>
        </p:txBody>
      </p:sp>
    </p:spTree>
    <p:extLst>
      <p:ext uri="{BB962C8B-B14F-4D97-AF65-F5344CB8AC3E}">
        <p14:creationId xmlns:p14="http://schemas.microsoft.com/office/powerpoint/2010/main" val="115821296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3890" name="Rectangle 2"/>
          <p:cNvSpPr>
            <a:spLocks noGrp="1" noChangeArrowheads="1"/>
          </p:cNvSpPr>
          <p:nvPr>
            <p:ph type="title"/>
          </p:nvPr>
        </p:nvSpPr>
        <p:spPr/>
        <p:txBody>
          <a:bodyPr/>
          <a:lstStyle/>
          <a:p>
            <a:pPr eaLnBrk="1" fontAlgn="auto" hangingPunct="1">
              <a:spcAft>
                <a:spcPts val="0"/>
              </a:spcAft>
              <a:defRPr/>
            </a:pPr>
            <a:r>
              <a:rPr lang="en-US">
                <a:solidFill>
                  <a:schemeClr val="accent1"/>
                </a:solidFill>
              </a:rPr>
              <a:t>Arthritis</a:t>
            </a:r>
            <a:endParaRPr lang="en-US">
              <a:solidFill>
                <a:schemeClr val="tx2">
                  <a:satMod val="200000"/>
                </a:schemeClr>
              </a:solidFill>
            </a:endParaRPr>
          </a:p>
        </p:txBody>
      </p:sp>
      <p:sp>
        <p:nvSpPr>
          <p:cNvPr id="52227" name="Rectangle 3"/>
          <p:cNvSpPr>
            <a:spLocks noGrp="1" noChangeArrowheads="1"/>
          </p:cNvSpPr>
          <p:nvPr>
            <p:ph idx="1"/>
          </p:nvPr>
        </p:nvSpPr>
        <p:spPr/>
        <p:txBody>
          <a:bodyPr/>
          <a:lstStyle/>
          <a:p>
            <a:pPr eaLnBrk="1" hangingPunct="1"/>
            <a:r>
              <a:rPr lang="en-US" altLang="en-US"/>
              <a:t>All forms of rheumatism that damage articular cartilages of synovial joints</a:t>
            </a:r>
          </a:p>
        </p:txBody>
      </p:sp>
      <p:sp>
        <p:nvSpPr>
          <p:cNvPr id="5222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5222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5223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48EABBF-5C9A-4820-AE71-D4237CAE82C7}" type="slidenum">
              <a:rPr lang="en-US" altLang="en-US" sz="1200">
                <a:solidFill>
                  <a:schemeClr val="tx2"/>
                </a:solidFill>
              </a:rPr>
              <a:pPr/>
              <a:t>105</a:t>
            </a:fld>
            <a:endParaRPr lang="en-US" altLang="en-US" sz="1200">
              <a:solidFill>
                <a:schemeClr val="tx2"/>
              </a:solidFill>
            </a:endParaRPr>
          </a:p>
        </p:txBody>
      </p:sp>
    </p:spTree>
    <p:extLst>
      <p:ext uri="{BB962C8B-B14F-4D97-AF65-F5344CB8AC3E}">
        <p14:creationId xmlns:p14="http://schemas.microsoft.com/office/powerpoint/2010/main" val="183579541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4914" name="Rectangle 2"/>
          <p:cNvSpPr>
            <a:spLocks noGrp="1" noChangeArrowheads="1"/>
          </p:cNvSpPr>
          <p:nvPr>
            <p:ph type="title"/>
          </p:nvPr>
        </p:nvSpPr>
        <p:spPr/>
        <p:txBody>
          <a:bodyPr/>
          <a:lstStyle/>
          <a:p>
            <a:pPr eaLnBrk="1" fontAlgn="auto" hangingPunct="1">
              <a:spcAft>
                <a:spcPts val="0"/>
              </a:spcAft>
              <a:defRPr/>
            </a:pPr>
            <a:r>
              <a:rPr lang="en-US">
                <a:solidFill>
                  <a:schemeClr val="accent1"/>
                </a:solidFill>
              </a:rPr>
              <a:t>Osteoarthritis</a:t>
            </a:r>
            <a:endParaRPr lang="en-US">
              <a:solidFill>
                <a:schemeClr val="tx2">
                  <a:satMod val="200000"/>
                </a:schemeClr>
              </a:solidFill>
            </a:endParaRPr>
          </a:p>
        </p:txBody>
      </p:sp>
      <p:sp>
        <p:nvSpPr>
          <p:cNvPr id="53251" name="Rectangle 3"/>
          <p:cNvSpPr>
            <a:spLocks noGrp="1" noChangeArrowheads="1"/>
          </p:cNvSpPr>
          <p:nvPr>
            <p:ph idx="1"/>
          </p:nvPr>
        </p:nvSpPr>
        <p:spPr/>
        <p:txBody>
          <a:bodyPr/>
          <a:lstStyle/>
          <a:p>
            <a:pPr eaLnBrk="1" hangingPunct="1"/>
            <a:r>
              <a:rPr lang="en-US" altLang="en-US"/>
              <a:t>Caused by wear and tear of joint surfaces, or genetic factors affecting collagen formation</a:t>
            </a:r>
          </a:p>
          <a:p>
            <a:pPr eaLnBrk="1" hangingPunct="1"/>
            <a:r>
              <a:rPr lang="en-US" altLang="en-US"/>
              <a:t>Generally in people over age 60</a:t>
            </a:r>
          </a:p>
        </p:txBody>
      </p:sp>
      <p:sp>
        <p:nvSpPr>
          <p:cNvPr id="5325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5325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5325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F61D08C-5F90-4461-92E6-D147C8621873}" type="slidenum">
              <a:rPr lang="en-US" altLang="en-US" sz="1200">
                <a:solidFill>
                  <a:schemeClr val="tx2"/>
                </a:solidFill>
              </a:rPr>
              <a:pPr/>
              <a:t>106</a:t>
            </a:fld>
            <a:endParaRPr lang="en-US" altLang="en-US" sz="1200">
              <a:solidFill>
                <a:schemeClr val="tx2"/>
              </a:solidFill>
            </a:endParaRPr>
          </a:p>
        </p:txBody>
      </p:sp>
    </p:spTree>
    <p:extLst>
      <p:ext uri="{BB962C8B-B14F-4D97-AF65-F5344CB8AC3E}">
        <p14:creationId xmlns:p14="http://schemas.microsoft.com/office/powerpoint/2010/main" val="90311778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5938" name="Rectangle 2"/>
          <p:cNvSpPr>
            <a:spLocks noGrp="1" noChangeArrowheads="1"/>
          </p:cNvSpPr>
          <p:nvPr>
            <p:ph type="title"/>
          </p:nvPr>
        </p:nvSpPr>
        <p:spPr/>
        <p:txBody>
          <a:bodyPr/>
          <a:lstStyle/>
          <a:p>
            <a:pPr eaLnBrk="1" fontAlgn="auto" hangingPunct="1">
              <a:spcAft>
                <a:spcPts val="0"/>
              </a:spcAft>
              <a:defRPr/>
            </a:pPr>
            <a:r>
              <a:rPr lang="en-US">
                <a:solidFill>
                  <a:schemeClr val="accent1"/>
                </a:solidFill>
              </a:rPr>
              <a:t>Rheumatoid Arthritis</a:t>
            </a:r>
            <a:endParaRPr lang="en-US">
              <a:solidFill>
                <a:schemeClr val="tx2">
                  <a:satMod val="200000"/>
                </a:schemeClr>
              </a:solidFill>
            </a:endParaRPr>
          </a:p>
        </p:txBody>
      </p:sp>
      <p:sp>
        <p:nvSpPr>
          <p:cNvPr id="54275" name="Rectangle 3"/>
          <p:cNvSpPr>
            <a:spLocks noGrp="1" noChangeArrowheads="1"/>
          </p:cNvSpPr>
          <p:nvPr>
            <p:ph idx="1"/>
          </p:nvPr>
        </p:nvSpPr>
        <p:spPr/>
        <p:txBody>
          <a:bodyPr/>
          <a:lstStyle/>
          <a:p>
            <a:pPr eaLnBrk="1" hangingPunct="1"/>
            <a:r>
              <a:rPr lang="en-US" altLang="en-US"/>
              <a:t>An inflammatory condition</a:t>
            </a:r>
          </a:p>
          <a:p>
            <a:pPr eaLnBrk="1" hangingPunct="1"/>
            <a:r>
              <a:rPr lang="en-US" altLang="en-US"/>
              <a:t>Caused by infection, allergy, or autoimmune disease</a:t>
            </a:r>
          </a:p>
          <a:p>
            <a:pPr eaLnBrk="1" hangingPunct="1"/>
            <a:r>
              <a:rPr lang="en-US" altLang="en-US"/>
              <a:t>Involves the immune system</a:t>
            </a:r>
          </a:p>
        </p:txBody>
      </p:sp>
      <p:sp>
        <p:nvSpPr>
          <p:cNvPr id="5427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5427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5427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3EFB7B1-AA7F-41DA-BEE7-9D2FBCCBC0D2}" type="slidenum">
              <a:rPr lang="en-US" altLang="en-US" sz="1200">
                <a:solidFill>
                  <a:schemeClr val="tx2"/>
                </a:solidFill>
              </a:rPr>
              <a:pPr/>
              <a:t>107</a:t>
            </a:fld>
            <a:endParaRPr lang="en-US" altLang="en-US" sz="1200">
              <a:solidFill>
                <a:schemeClr val="tx2"/>
              </a:solidFill>
            </a:endParaRPr>
          </a:p>
        </p:txBody>
      </p:sp>
    </p:spTree>
    <p:extLst>
      <p:ext uri="{BB962C8B-B14F-4D97-AF65-F5344CB8AC3E}">
        <p14:creationId xmlns:p14="http://schemas.microsoft.com/office/powerpoint/2010/main" val="107525122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6962" name="Rectangle 2"/>
          <p:cNvSpPr>
            <a:spLocks noGrp="1" noChangeArrowheads="1"/>
          </p:cNvSpPr>
          <p:nvPr>
            <p:ph type="title"/>
          </p:nvPr>
        </p:nvSpPr>
        <p:spPr/>
        <p:txBody>
          <a:bodyPr/>
          <a:lstStyle/>
          <a:p>
            <a:pPr eaLnBrk="1" fontAlgn="auto" hangingPunct="1">
              <a:spcAft>
                <a:spcPts val="0"/>
              </a:spcAft>
              <a:defRPr/>
            </a:pPr>
            <a:r>
              <a:rPr lang="en-US">
                <a:solidFill>
                  <a:schemeClr val="accent1"/>
                </a:solidFill>
              </a:rPr>
              <a:t>Gouty Arthritis</a:t>
            </a:r>
            <a:endParaRPr lang="en-US">
              <a:solidFill>
                <a:schemeClr val="tx2">
                  <a:satMod val="200000"/>
                </a:schemeClr>
              </a:solidFill>
            </a:endParaRPr>
          </a:p>
        </p:txBody>
      </p:sp>
      <p:sp>
        <p:nvSpPr>
          <p:cNvPr id="55299" name="Rectangle 3"/>
          <p:cNvSpPr>
            <a:spLocks noGrp="1" noChangeArrowheads="1"/>
          </p:cNvSpPr>
          <p:nvPr>
            <p:ph idx="1"/>
          </p:nvPr>
        </p:nvSpPr>
        <p:spPr/>
        <p:txBody>
          <a:bodyPr/>
          <a:lstStyle/>
          <a:p>
            <a:pPr eaLnBrk="1" hangingPunct="1"/>
            <a:r>
              <a:rPr lang="en-US" altLang="en-US"/>
              <a:t>Occurs when crystals (uric acid or calcium salts):</a:t>
            </a:r>
          </a:p>
          <a:p>
            <a:pPr lvl="1" eaLnBrk="1" hangingPunct="1"/>
            <a:r>
              <a:rPr lang="en-US" altLang="en-US"/>
              <a:t>form within synovial fluid</a:t>
            </a:r>
          </a:p>
          <a:p>
            <a:pPr lvl="1" eaLnBrk="1" hangingPunct="1"/>
            <a:r>
              <a:rPr lang="en-US" altLang="en-US"/>
              <a:t>due to metabolic disorders</a:t>
            </a:r>
          </a:p>
        </p:txBody>
      </p:sp>
      <p:sp>
        <p:nvSpPr>
          <p:cNvPr id="55300"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55301"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5530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64B2F5D-CB4C-442A-85D3-39B5DA73D666}" type="slidenum">
              <a:rPr lang="en-US" altLang="en-US" sz="1200">
                <a:solidFill>
                  <a:schemeClr val="tx2"/>
                </a:solidFill>
              </a:rPr>
              <a:pPr/>
              <a:t>108</a:t>
            </a:fld>
            <a:endParaRPr lang="en-US" altLang="en-US" sz="1200">
              <a:solidFill>
                <a:schemeClr val="tx2"/>
              </a:solidFill>
            </a:endParaRPr>
          </a:p>
        </p:txBody>
      </p:sp>
    </p:spTree>
    <p:extLst>
      <p:ext uri="{BB962C8B-B14F-4D97-AF65-F5344CB8AC3E}">
        <p14:creationId xmlns:p14="http://schemas.microsoft.com/office/powerpoint/2010/main" val="180223007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7986"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Joint Immobilization</a:t>
            </a:r>
          </a:p>
        </p:txBody>
      </p:sp>
      <p:sp>
        <p:nvSpPr>
          <p:cNvPr id="56323" name="Rectangle 3"/>
          <p:cNvSpPr>
            <a:spLocks noGrp="1" noChangeArrowheads="1"/>
          </p:cNvSpPr>
          <p:nvPr>
            <p:ph idx="1"/>
          </p:nvPr>
        </p:nvSpPr>
        <p:spPr/>
        <p:txBody>
          <a:bodyPr/>
          <a:lstStyle/>
          <a:p>
            <a:pPr eaLnBrk="1" hangingPunct="1"/>
            <a:r>
              <a:rPr lang="en-US" altLang="en-US"/>
              <a:t>Reduces flow of synovial fluid</a:t>
            </a:r>
          </a:p>
          <a:p>
            <a:pPr eaLnBrk="1" hangingPunct="1"/>
            <a:r>
              <a:rPr lang="en-US" altLang="en-US"/>
              <a:t>Can cause arthritis symptoms</a:t>
            </a:r>
          </a:p>
          <a:p>
            <a:pPr eaLnBrk="1" hangingPunct="1"/>
            <a:r>
              <a:rPr lang="en-US" altLang="en-US"/>
              <a:t>Treated by </a:t>
            </a:r>
            <a:r>
              <a:rPr lang="en-US" altLang="en-US">
                <a:solidFill>
                  <a:schemeClr val="accent1"/>
                </a:solidFill>
              </a:rPr>
              <a:t>continuous passive motion</a:t>
            </a:r>
            <a:r>
              <a:rPr lang="en-US" altLang="en-US"/>
              <a:t> (therapy)</a:t>
            </a:r>
          </a:p>
        </p:txBody>
      </p:sp>
      <p:sp>
        <p:nvSpPr>
          <p:cNvPr id="5632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5632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5632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102A69D-2057-4C3F-991C-0EC56A8DFA6F}" type="slidenum">
              <a:rPr lang="en-US" altLang="en-US" sz="1200">
                <a:solidFill>
                  <a:schemeClr val="tx2"/>
                </a:solidFill>
              </a:rPr>
              <a:pPr/>
              <a:t>109</a:t>
            </a:fld>
            <a:endParaRPr lang="en-US" altLang="en-US" sz="1200">
              <a:solidFill>
                <a:schemeClr val="tx2"/>
              </a:solidFill>
            </a:endParaRPr>
          </a:p>
        </p:txBody>
      </p:sp>
    </p:spTree>
    <p:extLst>
      <p:ext uri="{BB962C8B-B14F-4D97-AF65-F5344CB8AC3E}">
        <p14:creationId xmlns:p14="http://schemas.microsoft.com/office/powerpoint/2010/main" val="345948495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9010"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Bones and Ageing</a:t>
            </a:r>
          </a:p>
        </p:txBody>
      </p:sp>
      <p:sp>
        <p:nvSpPr>
          <p:cNvPr id="57347" name="Rectangle 3"/>
          <p:cNvSpPr>
            <a:spLocks noGrp="1" noChangeArrowheads="1"/>
          </p:cNvSpPr>
          <p:nvPr>
            <p:ph idx="1"/>
          </p:nvPr>
        </p:nvSpPr>
        <p:spPr/>
        <p:txBody>
          <a:bodyPr/>
          <a:lstStyle/>
          <a:p>
            <a:pPr eaLnBrk="1" hangingPunct="1"/>
            <a:r>
              <a:rPr lang="en-US" altLang="en-US"/>
              <a:t>Bone mass decreases</a:t>
            </a:r>
          </a:p>
          <a:p>
            <a:pPr eaLnBrk="1" hangingPunct="1"/>
            <a:r>
              <a:rPr lang="en-US" altLang="en-US"/>
              <a:t>Bones weaken</a:t>
            </a:r>
          </a:p>
          <a:p>
            <a:pPr eaLnBrk="1" hangingPunct="1"/>
            <a:r>
              <a:rPr lang="en-US" altLang="en-US"/>
              <a:t>Increases risk of hip fracture, hip dislocation, or pelvic fracture</a:t>
            </a:r>
          </a:p>
        </p:txBody>
      </p:sp>
      <p:sp>
        <p:nvSpPr>
          <p:cNvPr id="5734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5734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5735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0733155-D48D-453F-9CA2-90A14B4FC871}" type="slidenum">
              <a:rPr lang="en-US" altLang="en-US" sz="1200">
                <a:solidFill>
                  <a:schemeClr val="tx2"/>
                </a:solidFill>
              </a:rPr>
              <a:pPr/>
              <a:t>110</a:t>
            </a:fld>
            <a:endParaRPr lang="en-US" altLang="en-US" sz="1200">
              <a:solidFill>
                <a:schemeClr val="tx2"/>
              </a:solidFill>
            </a:endParaRPr>
          </a:p>
        </p:txBody>
      </p:sp>
    </p:spTree>
    <p:extLst>
      <p:ext uri="{BB962C8B-B14F-4D97-AF65-F5344CB8AC3E}">
        <p14:creationId xmlns:p14="http://schemas.microsoft.com/office/powerpoint/2010/main" val="303626839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02" name="Rectangle 2"/>
          <p:cNvSpPr>
            <a:spLocks noGrp="1" noChangeArrowheads="1"/>
          </p:cNvSpPr>
          <p:nvPr>
            <p:ph type="title"/>
          </p:nvPr>
        </p:nvSpPr>
        <p:spPr>
          <a:xfrm>
            <a:off x="685800" y="2857500"/>
            <a:ext cx="7772400" cy="1143000"/>
          </a:xfrm>
        </p:spPr>
        <p:txBody>
          <a:bodyPr/>
          <a:lstStyle/>
          <a:p>
            <a:pPr eaLnBrk="1" fontAlgn="auto" hangingPunct="1">
              <a:spcAft>
                <a:spcPts val="0"/>
              </a:spcAft>
              <a:defRPr/>
            </a:pPr>
            <a:r>
              <a:rPr lang="en-US" b="1" i="1">
                <a:solidFill>
                  <a:schemeClr val="tx1"/>
                </a:solidFill>
              </a:rPr>
              <a:t>Effect of Ageing on the </a:t>
            </a:r>
            <a:r>
              <a:rPr lang="en-US" b="1" i="1">
                <a:solidFill>
                  <a:schemeClr val="hlink"/>
                </a:solidFill>
              </a:rPr>
              <a:t>Muscular System</a:t>
            </a:r>
            <a:br>
              <a:rPr lang="en-US" b="1" i="1">
                <a:solidFill>
                  <a:schemeClr val="hlink"/>
                </a:solidFill>
              </a:rPr>
            </a:br>
            <a:r>
              <a:rPr lang="en-US" b="1" i="1">
                <a:solidFill>
                  <a:schemeClr val="hlink"/>
                </a:solidFill>
              </a:rPr>
              <a:t> </a:t>
            </a:r>
            <a:r>
              <a:rPr lang="en-US" b="1" i="1">
                <a:solidFill>
                  <a:srgbClr val="66FFFF"/>
                </a:solidFill>
                <a:latin typeface="Times New Roman" pitchFamily="18" charset="0"/>
              </a:rPr>
              <a:t>Organ System 3</a:t>
            </a:r>
          </a:p>
        </p:txBody>
      </p:sp>
      <p:sp>
        <p:nvSpPr>
          <p:cNvPr id="58371"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58372"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5837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F93F426-F558-4DC1-928D-922E70209844}" type="slidenum">
              <a:rPr lang="en-US" altLang="en-US" sz="1200">
                <a:solidFill>
                  <a:schemeClr val="tx2"/>
                </a:solidFill>
              </a:rPr>
              <a:pPr/>
              <a:t>111</a:t>
            </a:fld>
            <a:endParaRPr lang="en-US" altLang="en-US" sz="1200">
              <a:solidFill>
                <a:schemeClr val="tx2"/>
              </a:solidFill>
            </a:endParaRPr>
          </a:p>
        </p:txBody>
      </p:sp>
    </p:spTree>
    <p:extLst>
      <p:ext uri="{BB962C8B-B14F-4D97-AF65-F5344CB8AC3E}">
        <p14:creationId xmlns:p14="http://schemas.microsoft.com/office/powerpoint/2010/main" val="11874099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0034"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Effects of Ageing </a:t>
            </a:r>
            <a:br>
              <a:rPr lang="en-US">
                <a:solidFill>
                  <a:schemeClr val="tx2">
                    <a:satMod val="200000"/>
                  </a:schemeClr>
                </a:solidFill>
              </a:rPr>
            </a:br>
            <a:r>
              <a:rPr lang="en-US">
                <a:solidFill>
                  <a:schemeClr val="tx2">
                    <a:satMod val="200000"/>
                  </a:schemeClr>
                </a:solidFill>
              </a:rPr>
              <a:t>on the </a:t>
            </a:r>
            <a:r>
              <a:rPr lang="en-US">
                <a:solidFill>
                  <a:schemeClr val="hlink"/>
                </a:solidFill>
              </a:rPr>
              <a:t>Muscular </a:t>
            </a:r>
            <a:r>
              <a:rPr lang="en-US">
                <a:solidFill>
                  <a:schemeClr val="tx2">
                    <a:satMod val="200000"/>
                  </a:schemeClr>
                </a:solidFill>
              </a:rPr>
              <a:t>System</a:t>
            </a:r>
          </a:p>
        </p:txBody>
      </p:sp>
      <p:sp>
        <p:nvSpPr>
          <p:cNvPr id="59395" name="Rectangle 3"/>
          <p:cNvSpPr>
            <a:spLocks noGrp="1" noChangeArrowheads="1"/>
          </p:cNvSpPr>
          <p:nvPr>
            <p:ph idx="1"/>
          </p:nvPr>
        </p:nvSpPr>
        <p:spPr/>
        <p:txBody>
          <a:bodyPr/>
          <a:lstStyle/>
          <a:p>
            <a:pPr marL="609600" indent="-609600" eaLnBrk="1" hangingPunct="1">
              <a:lnSpc>
                <a:spcPct val="90000"/>
              </a:lnSpc>
              <a:buFont typeface="Times" panose="02020603050405020304" pitchFamily="18" charset="0"/>
              <a:buAutoNum type="arabicPeriod"/>
            </a:pPr>
            <a:r>
              <a:rPr lang="en-US" altLang="en-US"/>
              <a:t>Skeletal muscle fibers become smaller in diameter</a:t>
            </a:r>
          </a:p>
          <a:p>
            <a:pPr marL="609600" indent="-609600" eaLnBrk="1" hangingPunct="1">
              <a:lnSpc>
                <a:spcPct val="90000"/>
              </a:lnSpc>
              <a:buFont typeface="Times" panose="02020603050405020304" pitchFamily="18" charset="0"/>
              <a:buAutoNum type="arabicPeriod"/>
            </a:pPr>
            <a:r>
              <a:rPr lang="en-US" altLang="en-US"/>
              <a:t>Skeletal muscles become less elastic:</a:t>
            </a:r>
          </a:p>
          <a:p>
            <a:pPr marL="990600" lvl="1" indent="-533400" eaLnBrk="1" hangingPunct="1">
              <a:lnSpc>
                <a:spcPct val="90000"/>
              </a:lnSpc>
            </a:pPr>
            <a:r>
              <a:rPr lang="en-US" altLang="en-US"/>
              <a:t>develop increasing amounts of fibrous tissue (</a:t>
            </a:r>
            <a:r>
              <a:rPr lang="en-US" altLang="en-US">
                <a:solidFill>
                  <a:schemeClr val="accent1"/>
                </a:solidFill>
              </a:rPr>
              <a:t>fibrosis</a:t>
            </a:r>
            <a:r>
              <a:rPr lang="en-US" altLang="en-US"/>
              <a:t>)</a:t>
            </a:r>
          </a:p>
          <a:p>
            <a:pPr marL="609600" indent="-609600" eaLnBrk="1" hangingPunct="1">
              <a:lnSpc>
                <a:spcPct val="90000"/>
              </a:lnSpc>
              <a:buFont typeface="Times" panose="02020603050405020304" pitchFamily="18" charset="0"/>
              <a:buAutoNum type="arabicPeriod"/>
            </a:pPr>
            <a:r>
              <a:rPr lang="en-US" altLang="en-US"/>
              <a:t>Decreased tolerance for exercise</a:t>
            </a:r>
          </a:p>
          <a:p>
            <a:pPr marL="609600" indent="-609600" eaLnBrk="1" hangingPunct="1">
              <a:lnSpc>
                <a:spcPct val="90000"/>
              </a:lnSpc>
              <a:buFont typeface="Times" panose="02020603050405020304" pitchFamily="18" charset="0"/>
              <a:buAutoNum type="arabicPeriod"/>
            </a:pPr>
            <a:r>
              <a:rPr lang="en-US" altLang="en-US"/>
              <a:t>Decreased ability to recover from muscular injuries</a:t>
            </a:r>
          </a:p>
        </p:txBody>
      </p:sp>
      <p:sp>
        <p:nvSpPr>
          <p:cNvPr id="5939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5939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5939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4DD18AE-72DE-4719-B6C2-6702BC746440}" type="slidenum">
              <a:rPr lang="en-US" altLang="en-US" sz="1200">
                <a:solidFill>
                  <a:schemeClr val="tx2"/>
                </a:solidFill>
              </a:rPr>
              <a:pPr/>
              <a:t>112</a:t>
            </a:fld>
            <a:endParaRPr lang="en-US" altLang="en-US" sz="1200">
              <a:solidFill>
                <a:schemeClr val="tx2"/>
              </a:solidFill>
            </a:endParaRPr>
          </a:p>
        </p:txBody>
      </p:sp>
    </p:spTree>
    <p:extLst>
      <p:ext uri="{BB962C8B-B14F-4D97-AF65-F5344CB8AC3E}">
        <p14:creationId xmlns:p14="http://schemas.microsoft.com/office/powerpoint/2010/main" val="387327011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82" name="Rectangle 2"/>
          <p:cNvSpPr>
            <a:spLocks noGrp="1" noChangeArrowheads="1"/>
          </p:cNvSpPr>
          <p:nvPr>
            <p:ph type="title"/>
          </p:nvPr>
        </p:nvSpPr>
        <p:spPr>
          <a:xfrm>
            <a:off x="685800" y="2857500"/>
            <a:ext cx="7772400" cy="1143000"/>
          </a:xfrm>
        </p:spPr>
        <p:txBody>
          <a:bodyPr/>
          <a:lstStyle/>
          <a:p>
            <a:pPr eaLnBrk="1" fontAlgn="auto" hangingPunct="1">
              <a:spcAft>
                <a:spcPts val="0"/>
              </a:spcAft>
              <a:defRPr/>
            </a:pPr>
            <a:r>
              <a:rPr lang="en-US" b="1" i="1">
                <a:solidFill>
                  <a:schemeClr val="tx2">
                    <a:satMod val="200000"/>
                  </a:schemeClr>
                </a:solidFill>
              </a:rPr>
              <a:t>What are the effects of ageing on the </a:t>
            </a:r>
            <a:r>
              <a:rPr lang="en-US" b="1" i="1">
                <a:solidFill>
                  <a:schemeClr val="hlink"/>
                </a:solidFill>
              </a:rPr>
              <a:t>nervous</a:t>
            </a:r>
            <a:r>
              <a:rPr lang="en-US" b="1" i="1">
                <a:solidFill>
                  <a:schemeClr val="tx2">
                    <a:satMod val="200000"/>
                  </a:schemeClr>
                </a:solidFill>
              </a:rPr>
              <a:t> system?</a:t>
            </a:r>
            <a:br>
              <a:rPr lang="en-US" b="1" i="1">
                <a:solidFill>
                  <a:schemeClr val="tx2">
                    <a:satMod val="200000"/>
                  </a:schemeClr>
                </a:solidFill>
              </a:rPr>
            </a:br>
            <a:r>
              <a:rPr lang="en-US" b="1" i="1">
                <a:solidFill>
                  <a:schemeClr val="tx2">
                    <a:satMod val="200000"/>
                  </a:schemeClr>
                </a:solidFill>
              </a:rPr>
              <a:t> </a:t>
            </a:r>
            <a:r>
              <a:rPr lang="en-US" b="1" i="1">
                <a:solidFill>
                  <a:srgbClr val="66FFFF"/>
                </a:solidFill>
                <a:latin typeface="Times New Roman" pitchFamily="18" charset="0"/>
              </a:rPr>
              <a:t>Organ System 4</a:t>
            </a:r>
          </a:p>
        </p:txBody>
      </p:sp>
      <p:sp>
        <p:nvSpPr>
          <p:cNvPr id="60419"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60420"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6042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D06694B-CD30-4E93-9719-A112A84E935B}" type="slidenum">
              <a:rPr lang="en-US" altLang="en-US" sz="1200">
                <a:solidFill>
                  <a:schemeClr val="tx2"/>
                </a:solidFill>
              </a:rPr>
              <a:pPr/>
              <a:t>113</a:t>
            </a:fld>
            <a:endParaRPr lang="en-US" altLang="en-US" sz="1200">
              <a:solidFill>
                <a:schemeClr val="tx2"/>
              </a:solidFill>
            </a:endParaRPr>
          </a:p>
        </p:txBody>
      </p:sp>
    </p:spTree>
    <p:extLst>
      <p:ext uri="{BB962C8B-B14F-4D97-AF65-F5344CB8AC3E}">
        <p14:creationId xmlns:p14="http://schemas.microsoft.com/office/powerpoint/2010/main" val="340005197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3938"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Ageing on the </a:t>
            </a:r>
            <a:r>
              <a:rPr lang="en-US">
                <a:solidFill>
                  <a:schemeClr val="hlink"/>
                </a:solidFill>
              </a:rPr>
              <a:t>nervous </a:t>
            </a:r>
            <a:r>
              <a:rPr lang="en-US">
                <a:solidFill>
                  <a:schemeClr val="tx2">
                    <a:satMod val="200000"/>
                  </a:schemeClr>
                </a:solidFill>
              </a:rPr>
              <a:t>system</a:t>
            </a:r>
          </a:p>
        </p:txBody>
      </p:sp>
      <p:sp>
        <p:nvSpPr>
          <p:cNvPr id="61443" name="Rectangle 3"/>
          <p:cNvSpPr>
            <a:spLocks noGrp="1" noChangeArrowheads="1"/>
          </p:cNvSpPr>
          <p:nvPr>
            <p:ph idx="1"/>
          </p:nvPr>
        </p:nvSpPr>
        <p:spPr/>
        <p:txBody>
          <a:bodyPr/>
          <a:lstStyle/>
          <a:p>
            <a:pPr eaLnBrk="1" hangingPunct="1"/>
            <a:r>
              <a:rPr lang="en-US" altLang="en-US"/>
              <a:t>Anatomical and physiological changes begin after maturity (age 30)</a:t>
            </a:r>
          </a:p>
          <a:p>
            <a:pPr eaLnBrk="1" hangingPunct="1"/>
            <a:r>
              <a:rPr lang="en-US" altLang="en-US"/>
              <a:t>Accumulate over time</a:t>
            </a:r>
          </a:p>
          <a:p>
            <a:pPr eaLnBrk="1" hangingPunct="1"/>
            <a:r>
              <a:rPr lang="en-US" altLang="en-US"/>
              <a:t>85% of people over age 65 have changes in mental performance and CNS function</a:t>
            </a:r>
          </a:p>
        </p:txBody>
      </p:sp>
      <p:sp>
        <p:nvSpPr>
          <p:cNvPr id="6144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6144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614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F8AE5E0-5AC0-4D24-9651-1E372051751A}" type="slidenum">
              <a:rPr lang="en-US" altLang="en-US" sz="1200">
                <a:solidFill>
                  <a:schemeClr val="tx2"/>
                </a:solidFill>
              </a:rPr>
              <a:pPr/>
              <a:t>114</a:t>
            </a:fld>
            <a:endParaRPr lang="en-US" altLang="en-US" sz="1200">
              <a:solidFill>
                <a:schemeClr val="tx2"/>
              </a:solidFill>
            </a:endParaRPr>
          </a:p>
        </p:txBody>
      </p:sp>
    </p:spTree>
    <p:extLst>
      <p:ext uri="{BB962C8B-B14F-4D97-AF65-F5344CB8AC3E}">
        <p14:creationId xmlns:p14="http://schemas.microsoft.com/office/powerpoint/2010/main" val="329761663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3106" name="Rectangle 2"/>
          <p:cNvSpPr>
            <a:spLocks noGrp="1" noChangeArrowheads="1"/>
          </p:cNvSpPr>
          <p:nvPr>
            <p:ph type="title"/>
          </p:nvPr>
        </p:nvSpPr>
        <p:spPr/>
        <p:txBody>
          <a:bodyPr/>
          <a:lstStyle/>
          <a:p>
            <a:pPr eaLnBrk="1" fontAlgn="auto" hangingPunct="1">
              <a:spcAft>
                <a:spcPts val="0"/>
              </a:spcAft>
              <a:defRPr/>
            </a:pPr>
            <a:r>
              <a:rPr lang="en-US">
                <a:solidFill>
                  <a:schemeClr val="accent1"/>
                </a:solidFill>
              </a:rPr>
              <a:t>Reduction in Brain Size</a:t>
            </a:r>
            <a:r>
              <a:rPr lang="en-US">
                <a:solidFill>
                  <a:schemeClr val="tx2">
                    <a:satMod val="200000"/>
                  </a:schemeClr>
                </a:solidFill>
              </a:rPr>
              <a:t> </a:t>
            </a:r>
            <a:br>
              <a:rPr lang="en-US">
                <a:solidFill>
                  <a:schemeClr val="tx2">
                    <a:satMod val="200000"/>
                  </a:schemeClr>
                </a:solidFill>
              </a:rPr>
            </a:br>
            <a:r>
              <a:rPr lang="en-US">
                <a:solidFill>
                  <a:schemeClr val="tx2">
                    <a:satMod val="200000"/>
                  </a:schemeClr>
                </a:solidFill>
              </a:rPr>
              <a:t>and </a:t>
            </a:r>
            <a:r>
              <a:rPr lang="en-US">
                <a:solidFill>
                  <a:schemeClr val="accent1"/>
                </a:solidFill>
              </a:rPr>
              <a:t>Weight</a:t>
            </a:r>
            <a:endParaRPr lang="en-US">
              <a:solidFill>
                <a:schemeClr val="tx2">
                  <a:satMod val="200000"/>
                </a:schemeClr>
              </a:solidFill>
            </a:endParaRPr>
          </a:p>
        </p:txBody>
      </p:sp>
      <p:sp>
        <p:nvSpPr>
          <p:cNvPr id="62467" name="Rectangle 3"/>
          <p:cNvSpPr>
            <a:spLocks noGrp="1" noChangeArrowheads="1"/>
          </p:cNvSpPr>
          <p:nvPr>
            <p:ph idx="1"/>
          </p:nvPr>
        </p:nvSpPr>
        <p:spPr/>
        <p:txBody>
          <a:bodyPr/>
          <a:lstStyle/>
          <a:p>
            <a:pPr eaLnBrk="1" hangingPunct="1"/>
            <a:r>
              <a:rPr lang="en-US" altLang="en-US"/>
              <a:t>Decrease in volume of cerebral cortex</a:t>
            </a:r>
          </a:p>
          <a:p>
            <a:pPr eaLnBrk="1" hangingPunct="1"/>
            <a:r>
              <a:rPr lang="en-US" altLang="en-US"/>
              <a:t>Narrower gyri and wider sulci </a:t>
            </a:r>
          </a:p>
          <a:p>
            <a:pPr eaLnBrk="1" hangingPunct="1"/>
            <a:r>
              <a:rPr lang="en-US" altLang="en-US"/>
              <a:t>Larger subarachnoid space</a:t>
            </a:r>
          </a:p>
        </p:txBody>
      </p:sp>
      <p:sp>
        <p:nvSpPr>
          <p:cNvPr id="6246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6246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6247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1D6BCE2-EDB7-4AB6-9655-8D4465893B44}" type="slidenum">
              <a:rPr lang="en-US" altLang="en-US" sz="1200">
                <a:solidFill>
                  <a:schemeClr val="tx2"/>
                </a:solidFill>
              </a:rPr>
              <a:pPr/>
              <a:t>115</a:t>
            </a:fld>
            <a:endParaRPr lang="en-US" altLang="en-US" sz="1200">
              <a:solidFill>
                <a:schemeClr val="tx2"/>
              </a:solidFill>
            </a:endParaRPr>
          </a:p>
        </p:txBody>
      </p:sp>
    </p:spTree>
    <p:extLst>
      <p:ext uri="{BB962C8B-B14F-4D97-AF65-F5344CB8AC3E}">
        <p14:creationId xmlns:p14="http://schemas.microsoft.com/office/powerpoint/2010/main" val="429465096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4130" name="Rectangle 2"/>
          <p:cNvSpPr>
            <a:spLocks noGrp="1" noChangeArrowheads="1"/>
          </p:cNvSpPr>
          <p:nvPr>
            <p:ph type="title"/>
          </p:nvPr>
        </p:nvSpPr>
        <p:spPr/>
        <p:txBody>
          <a:bodyPr/>
          <a:lstStyle/>
          <a:p>
            <a:pPr eaLnBrk="1" fontAlgn="auto" hangingPunct="1">
              <a:spcAft>
                <a:spcPts val="0"/>
              </a:spcAft>
              <a:defRPr/>
            </a:pPr>
            <a:r>
              <a:rPr lang="en-US">
                <a:solidFill>
                  <a:schemeClr val="accent1"/>
                </a:solidFill>
              </a:rPr>
              <a:t>Reduction in Number of Neurons</a:t>
            </a:r>
            <a:endParaRPr lang="en-US">
              <a:solidFill>
                <a:schemeClr val="tx2">
                  <a:satMod val="200000"/>
                </a:schemeClr>
              </a:solidFill>
            </a:endParaRPr>
          </a:p>
        </p:txBody>
      </p:sp>
      <p:sp>
        <p:nvSpPr>
          <p:cNvPr id="63491" name="Rectangle 3"/>
          <p:cNvSpPr>
            <a:spLocks noGrp="1" noChangeArrowheads="1"/>
          </p:cNvSpPr>
          <p:nvPr>
            <p:ph idx="1"/>
          </p:nvPr>
        </p:nvSpPr>
        <p:spPr/>
        <p:txBody>
          <a:bodyPr/>
          <a:lstStyle/>
          <a:p>
            <a:pPr eaLnBrk="1" hangingPunct="1"/>
            <a:r>
              <a:rPr lang="en-US" altLang="en-US"/>
              <a:t>Brain shrinkage linked to loss of cortical neurons</a:t>
            </a:r>
          </a:p>
          <a:p>
            <a:pPr eaLnBrk="1" hangingPunct="1"/>
            <a:r>
              <a:rPr lang="en-US" altLang="en-US"/>
              <a:t>No neuronal loss in brain stem nuclei</a:t>
            </a:r>
          </a:p>
        </p:txBody>
      </p:sp>
      <p:sp>
        <p:nvSpPr>
          <p:cNvPr id="6349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6349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6349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960E911-B509-420D-957A-6CC3F61C17C7}" type="slidenum">
              <a:rPr lang="en-US" altLang="en-US" sz="1200">
                <a:solidFill>
                  <a:schemeClr val="tx2"/>
                </a:solidFill>
              </a:rPr>
              <a:pPr/>
              <a:t>116</a:t>
            </a:fld>
            <a:endParaRPr lang="en-US" altLang="en-US" sz="1200">
              <a:solidFill>
                <a:schemeClr val="tx2"/>
              </a:solidFill>
            </a:endParaRPr>
          </a:p>
        </p:txBody>
      </p:sp>
    </p:spTree>
    <p:extLst>
      <p:ext uri="{BB962C8B-B14F-4D97-AF65-F5344CB8AC3E}">
        <p14:creationId xmlns:p14="http://schemas.microsoft.com/office/powerpoint/2010/main" val="262350509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5154"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Decrease in Blood Flow to Brain </a:t>
            </a:r>
          </a:p>
        </p:txBody>
      </p:sp>
      <p:sp>
        <p:nvSpPr>
          <p:cNvPr id="64515" name="Rectangle 3"/>
          <p:cNvSpPr>
            <a:spLocks noGrp="1" noChangeArrowheads="1"/>
          </p:cNvSpPr>
          <p:nvPr>
            <p:ph idx="1"/>
          </p:nvPr>
        </p:nvSpPr>
        <p:spPr/>
        <p:txBody>
          <a:bodyPr/>
          <a:lstStyle/>
          <a:p>
            <a:pPr eaLnBrk="1" hangingPunct="1"/>
            <a:r>
              <a:rPr lang="en-US" altLang="en-US">
                <a:solidFill>
                  <a:schemeClr val="accent1"/>
                </a:solidFill>
              </a:rPr>
              <a:t>Arteriosclerosis</a:t>
            </a:r>
            <a:r>
              <a:rPr lang="en-US" altLang="en-US"/>
              <a:t>:</a:t>
            </a:r>
          </a:p>
          <a:p>
            <a:pPr lvl="1" eaLnBrk="1" hangingPunct="1"/>
            <a:r>
              <a:rPr lang="en-US" altLang="en-US"/>
              <a:t>fatty deposits in walls of blood vessels</a:t>
            </a:r>
          </a:p>
          <a:p>
            <a:pPr lvl="1" eaLnBrk="1" hangingPunct="1"/>
            <a:r>
              <a:rPr lang="en-US" altLang="en-US"/>
              <a:t>reduce blood flow through arteries</a:t>
            </a:r>
          </a:p>
          <a:p>
            <a:pPr lvl="1" eaLnBrk="1" hangingPunct="1"/>
            <a:r>
              <a:rPr lang="en-US" altLang="en-US"/>
              <a:t>increase chances of rupture</a:t>
            </a:r>
          </a:p>
          <a:p>
            <a:pPr eaLnBrk="1" hangingPunct="1"/>
            <a:r>
              <a:rPr lang="en-US" altLang="en-US">
                <a:solidFill>
                  <a:schemeClr val="accent1"/>
                </a:solidFill>
              </a:rPr>
              <a:t>Cerebrovascular accident</a:t>
            </a:r>
            <a:r>
              <a:rPr lang="en-US" altLang="en-US"/>
              <a:t> </a:t>
            </a:r>
            <a:r>
              <a:rPr lang="en-US" altLang="en-US">
                <a:solidFill>
                  <a:schemeClr val="accent2"/>
                </a:solidFill>
              </a:rPr>
              <a:t>(CVA)</a:t>
            </a:r>
            <a:r>
              <a:rPr lang="en-US" altLang="en-US"/>
              <a:t>, or stroke:</a:t>
            </a:r>
          </a:p>
          <a:p>
            <a:pPr lvl="1" eaLnBrk="1" hangingPunct="1"/>
            <a:r>
              <a:rPr lang="en-US" altLang="en-US"/>
              <a:t>may damage surrounding neural tissue</a:t>
            </a:r>
          </a:p>
        </p:txBody>
      </p:sp>
      <p:sp>
        <p:nvSpPr>
          <p:cNvPr id="6451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6451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6451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0DB0D2E9-CD44-4BCA-9E2A-CE0F3F49C465}" type="slidenum">
              <a:rPr lang="en-US" altLang="en-US" sz="1200">
                <a:solidFill>
                  <a:schemeClr val="tx2"/>
                </a:solidFill>
              </a:rPr>
              <a:pPr/>
              <a:t>117</a:t>
            </a:fld>
            <a:endParaRPr lang="en-US" altLang="en-US" sz="1200">
              <a:solidFill>
                <a:schemeClr val="tx2"/>
              </a:solidFill>
            </a:endParaRPr>
          </a:p>
        </p:txBody>
      </p:sp>
    </p:spTree>
    <p:extLst>
      <p:ext uri="{BB962C8B-B14F-4D97-AF65-F5344CB8AC3E}">
        <p14:creationId xmlns:p14="http://schemas.microsoft.com/office/powerpoint/2010/main" val="401762024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6178" name="Rectangle 2"/>
          <p:cNvSpPr>
            <a:spLocks noGrp="1" noChangeArrowheads="1"/>
          </p:cNvSpPr>
          <p:nvPr>
            <p:ph type="title"/>
          </p:nvPr>
        </p:nvSpPr>
        <p:spPr/>
        <p:txBody>
          <a:bodyPr/>
          <a:lstStyle/>
          <a:p>
            <a:pPr eaLnBrk="1" fontAlgn="auto" hangingPunct="1">
              <a:spcAft>
                <a:spcPts val="0"/>
              </a:spcAft>
              <a:defRPr/>
            </a:pPr>
            <a:r>
              <a:rPr lang="en-US">
                <a:solidFill>
                  <a:schemeClr val="accent1"/>
                </a:solidFill>
              </a:rPr>
              <a:t>Changes in Synaptic </a:t>
            </a:r>
            <a:br>
              <a:rPr lang="en-US">
                <a:solidFill>
                  <a:schemeClr val="accent1"/>
                </a:solidFill>
              </a:rPr>
            </a:br>
            <a:r>
              <a:rPr lang="en-US">
                <a:solidFill>
                  <a:schemeClr val="accent1"/>
                </a:solidFill>
              </a:rPr>
              <a:t>Organization of Brain</a:t>
            </a:r>
            <a:r>
              <a:rPr lang="en-US">
                <a:solidFill>
                  <a:schemeClr val="tx2">
                    <a:satMod val="200000"/>
                  </a:schemeClr>
                </a:solidFill>
              </a:rPr>
              <a:t> </a:t>
            </a:r>
          </a:p>
        </p:txBody>
      </p:sp>
      <p:sp>
        <p:nvSpPr>
          <p:cNvPr id="65539" name="Rectangle 3"/>
          <p:cNvSpPr>
            <a:spLocks noGrp="1" noChangeArrowheads="1"/>
          </p:cNvSpPr>
          <p:nvPr>
            <p:ph idx="1"/>
          </p:nvPr>
        </p:nvSpPr>
        <p:spPr/>
        <p:txBody>
          <a:bodyPr/>
          <a:lstStyle/>
          <a:p>
            <a:pPr eaLnBrk="1" hangingPunct="1"/>
            <a:r>
              <a:rPr lang="en-US" altLang="en-US"/>
              <a:t>Number of dendritic branches, spines, and interconnections decrease</a:t>
            </a:r>
          </a:p>
          <a:p>
            <a:pPr eaLnBrk="1" hangingPunct="1"/>
            <a:r>
              <a:rPr lang="en-US" altLang="en-US"/>
              <a:t>Synaptic connections lost</a:t>
            </a:r>
          </a:p>
          <a:p>
            <a:pPr eaLnBrk="1" hangingPunct="1"/>
            <a:r>
              <a:rPr lang="en-US" altLang="en-US"/>
              <a:t>Rate of neurotransmitter production declines</a:t>
            </a:r>
          </a:p>
        </p:txBody>
      </p:sp>
      <p:sp>
        <p:nvSpPr>
          <p:cNvPr id="65540"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65541"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6554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C8C09D1A-6AE2-496C-A58D-78DEE8DC3C6C}" type="slidenum">
              <a:rPr lang="en-US" altLang="en-US" sz="1200">
                <a:solidFill>
                  <a:schemeClr val="tx2"/>
                </a:solidFill>
              </a:rPr>
              <a:pPr/>
              <a:t>118</a:t>
            </a:fld>
            <a:endParaRPr lang="en-US" altLang="en-US" sz="1200">
              <a:solidFill>
                <a:schemeClr val="tx2"/>
              </a:solidFill>
            </a:endParaRPr>
          </a:p>
        </p:txBody>
      </p:sp>
    </p:spTree>
    <p:extLst>
      <p:ext uri="{BB962C8B-B14F-4D97-AF65-F5344CB8AC3E}">
        <p14:creationId xmlns:p14="http://schemas.microsoft.com/office/powerpoint/2010/main" val="70516349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7202" name="Rectangle 2"/>
          <p:cNvSpPr>
            <a:spLocks noGrp="1" noChangeArrowheads="1"/>
          </p:cNvSpPr>
          <p:nvPr>
            <p:ph type="title"/>
          </p:nvPr>
        </p:nvSpPr>
        <p:spPr/>
        <p:txBody>
          <a:bodyPr/>
          <a:lstStyle/>
          <a:p>
            <a:pPr eaLnBrk="1" fontAlgn="auto" hangingPunct="1">
              <a:spcAft>
                <a:spcPts val="0"/>
              </a:spcAft>
              <a:defRPr/>
            </a:pPr>
            <a:r>
              <a:rPr lang="en-US" sz="2800" dirty="0">
                <a:solidFill>
                  <a:schemeClr val="tx1"/>
                </a:solidFill>
              </a:rPr>
              <a:t>Intracellular and Extracellular </a:t>
            </a:r>
            <a:br>
              <a:rPr lang="en-US" sz="2800" dirty="0">
                <a:solidFill>
                  <a:schemeClr val="tx1"/>
                </a:solidFill>
              </a:rPr>
            </a:br>
            <a:r>
              <a:rPr lang="en-US" sz="2800" dirty="0">
                <a:solidFill>
                  <a:schemeClr val="tx1"/>
                </a:solidFill>
              </a:rPr>
              <a:t>Changes in CNS Neurons </a:t>
            </a:r>
          </a:p>
        </p:txBody>
      </p:sp>
      <p:sp>
        <p:nvSpPr>
          <p:cNvPr id="66563" name="Rectangle 3"/>
          <p:cNvSpPr>
            <a:spLocks noGrp="1" noChangeArrowheads="1"/>
          </p:cNvSpPr>
          <p:nvPr>
            <p:ph idx="1"/>
          </p:nvPr>
        </p:nvSpPr>
        <p:spPr/>
        <p:txBody>
          <a:bodyPr/>
          <a:lstStyle/>
          <a:p>
            <a:pPr eaLnBrk="1" hangingPunct="1"/>
            <a:r>
              <a:rPr lang="en-US" altLang="en-US"/>
              <a:t>Neurons in brain accumulate abnormal intracellular deposits</a:t>
            </a:r>
          </a:p>
          <a:p>
            <a:pPr eaLnBrk="1" hangingPunct="1"/>
            <a:r>
              <a:rPr lang="en-US" altLang="en-US"/>
              <a:t>Including </a:t>
            </a:r>
            <a:r>
              <a:rPr lang="en-US" altLang="en-US">
                <a:solidFill>
                  <a:schemeClr val="accent1"/>
                </a:solidFill>
              </a:rPr>
              <a:t>lipofuscin</a:t>
            </a:r>
            <a:r>
              <a:rPr lang="en-US" altLang="en-US"/>
              <a:t> and </a:t>
            </a:r>
            <a:r>
              <a:rPr lang="en-US" altLang="en-US">
                <a:solidFill>
                  <a:schemeClr val="accent1"/>
                </a:solidFill>
              </a:rPr>
              <a:t>neurofibrillary tangles</a:t>
            </a:r>
          </a:p>
        </p:txBody>
      </p:sp>
      <p:sp>
        <p:nvSpPr>
          <p:cNvPr id="6656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6656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6656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4BD95BC-B5BD-4852-93A4-78D4EA63D316}" type="slidenum">
              <a:rPr lang="en-US" altLang="en-US" sz="1200">
                <a:solidFill>
                  <a:schemeClr val="tx2"/>
                </a:solidFill>
              </a:rPr>
              <a:pPr/>
              <a:t>119</a:t>
            </a:fld>
            <a:endParaRPr lang="en-US" altLang="en-US" sz="1200">
              <a:solidFill>
                <a:schemeClr val="tx2"/>
              </a:solidFill>
            </a:endParaRPr>
          </a:p>
        </p:txBody>
      </p:sp>
    </p:spTree>
    <p:extLst>
      <p:ext uri="{BB962C8B-B14F-4D97-AF65-F5344CB8AC3E}">
        <p14:creationId xmlns:p14="http://schemas.microsoft.com/office/powerpoint/2010/main" val="250467886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8226" name="Rectangle 2"/>
          <p:cNvSpPr>
            <a:spLocks noGrp="1" noChangeArrowheads="1"/>
          </p:cNvSpPr>
          <p:nvPr>
            <p:ph type="title"/>
          </p:nvPr>
        </p:nvSpPr>
        <p:spPr/>
        <p:txBody>
          <a:bodyPr/>
          <a:lstStyle/>
          <a:p>
            <a:pPr eaLnBrk="1" fontAlgn="auto" hangingPunct="1">
              <a:spcAft>
                <a:spcPts val="0"/>
              </a:spcAft>
              <a:defRPr/>
            </a:pPr>
            <a:r>
              <a:rPr lang="en-US">
                <a:solidFill>
                  <a:schemeClr val="accent1"/>
                </a:solidFill>
              </a:rPr>
              <a:t>Lipofuscin</a:t>
            </a:r>
            <a:endParaRPr lang="en-US">
              <a:solidFill>
                <a:schemeClr val="tx2">
                  <a:satMod val="200000"/>
                </a:schemeClr>
              </a:solidFill>
            </a:endParaRPr>
          </a:p>
        </p:txBody>
      </p:sp>
      <p:sp>
        <p:nvSpPr>
          <p:cNvPr id="67587" name="Rectangle 3"/>
          <p:cNvSpPr>
            <a:spLocks noGrp="1" noChangeArrowheads="1"/>
          </p:cNvSpPr>
          <p:nvPr>
            <p:ph idx="1"/>
          </p:nvPr>
        </p:nvSpPr>
        <p:spPr/>
        <p:txBody>
          <a:bodyPr/>
          <a:lstStyle/>
          <a:p>
            <a:pPr eaLnBrk="1" hangingPunct="1"/>
            <a:r>
              <a:rPr lang="en-US" altLang="en-US"/>
              <a:t>Granular pigment with no known function</a:t>
            </a:r>
          </a:p>
        </p:txBody>
      </p:sp>
      <p:sp>
        <p:nvSpPr>
          <p:cNvPr id="6758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6758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6759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5191557-CF8A-46EB-BDE6-BAB8FFBD62D5}" type="slidenum">
              <a:rPr lang="en-US" altLang="en-US" sz="1200">
                <a:solidFill>
                  <a:schemeClr val="tx2"/>
                </a:solidFill>
              </a:rPr>
              <a:pPr/>
              <a:t>120</a:t>
            </a:fld>
            <a:endParaRPr lang="en-US" altLang="en-US" sz="1200">
              <a:solidFill>
                <a:schemeClr val="tx2"/>
              </a:solidFill>
            </a:endParaRPr>
          </a:p>
        </p:txBody>
      </p:sp>
    </p:spTree>
    <p:extLst>
      <p:ext uri="{BB962C8B-B14F-4D97-AF65-F5344CB8AC3E}">
        <p14:creationId xmlns:p14="http://schemas.microsoft.com/office/powerpoint/2010/main" val="329820388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9250" name="Rectangle 2"/>
          <p:cNvSpPr>
            <a:spLocks noGrp="1" noChangeArrowheads="1"/>
          </p:cNvSpPr>
          <p:nvPr>
            <p:ph type="title"/>
          </p:nvPr>
        </p:nvSpPr>
        <p:spPr/>
        <p:txBody>
          <a:bodyPr/>
          <a:lstStyle/>
          <a:p>
            <a:pPr eaLnBrk="1" fontAlgn="auto" hangingPunct="1">
              <a:spcAft>
                <a:spcPts val="0"/>
              </a:spcAft>
              <a:defRPr/>
            </a:pPr>
            <a:r>
              <a:rPr lang="en-US">
                <a:solidFill>
                  <a:schemeClr val="accent1"/>
                </a:solidFill>
              </a:rPr>
              <a:t>Neurofibrillary Tangles</a:t>
            </a:r>
            <a:r>
              <a:rPr lang="en-US">
                <a:solidFill>
                  <a:schemeClr val="tx2">
                    <a:satMod val="200000"/>
                  </a:schemeClr>
                </a:solidFill>
              </a:rPr>
              <a:t> </a:t>
            </a:r>
          </a:p>
        </p:txBody>
      </p:sp>
      <p:sp>
        <p:nvSpPr>
          <p:cNvPr id="68611" name="Rectangle 3"/>
          <p:cNvSpPr>
            <a:spLocks noGrp="1" noChangeArrowheads="1"/>
          </p:cNvSpPr>
          <p:nvPr>
            <p:ph idx="1"/>
          </p:nvPr>
        </p:nvSpPr>
        <p:spPr/>
        <p:txBody>
          <a:bodyPr/>
          <a:lstStyle/>
          <a:p>
            <a:pPr eaLnBrk="1" hangingPunct="1"/>
            <a:r>
              <a:rPr lang="en-US" altLang="en-US"/>
              <a:t>Masses of neurofibrils form dense mats inside cell body and axon</a:t>
            </a:r>
          </a:p>
        </p:txBody>
      </p:sp>
      <p:sp>
        <p:nvSpPr>
          <p:cNvPr id="6861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6861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6861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5A2B26C-1245-4361-A809-4B37AB49F99B}" type="slidenum">
              <a:rPr lang="en-US" altLang="en-US" sz="1200">
                <a:solidFill>
                  <a:schemeClr val="tx2"/>
                </a:solidFill>
              </a:rPr>
              <a:pPr/>
              <a:t>121</a:t>
            </a:fld>
            <a:endParaRPr lang="en-US" altLang="en-US" sz="1200">
              <a:solidFill>
                <a:schemeClr val="tx2"/>
              </a:solidFill>
            </a:endParaRPr>
          </a:p>
        </p:txBody>
      </p:sp>
    </p:spTree>
    <p:extLst>
      <p:ext uri="{BB962C8B-B14F-4D97-AF65-F5344CB8AC3E}">
        <p14:creationId xmlns:p14="http://schemas.microsoft.com/office/powerpoint/2010/main" val="63622916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0274" name="Rectangle 2"/>
          <p:cNvSpPr>
            <a:spLocks noGrp="1" noChangeArrowheads="1"/>
          </p:cNvSpPr>
          <p:nvPr>
            <p:ph type="title"/>
          </p:nvPr>
        </p:nvSpPr>
        <p:spPr/>
        <p:txBody>
          <a:bodyPr/>
          <a:lstStyle/>
          <a:p>
            <a:pPr eaLnBrk="1" fontAlgn="auto" hangingPunct="1">
              <a:spcAft>
                <a:spcPts val="0"/>
              </a:spcAft>
              <a:defRPr/>
            </a:pPr>
            <a:r>
              <a:rPr lang="en-US">
                <a:solidFill>
                  <a:schemeClr val="accent1"/>
                </a:solidFill>
              </a:rPr>
              <a:t>Plaques</a:t>
            </a:r>
            <a:endParaRPr lang="en-US">
              <a:solidFill>
                <a:schemeClr val="tx2">
                  <a:satMod val="200000"/>
                </a:schemeClr>
              </a:solidFill>
            </a:endParaRPr>
          </a:p>
        </p:txBody>
      </p:sp>
      <p:sp>
        <p:nvSpPr>
          <p:cNvPr id="69635" name="Rectangle 3"/>
          <p:cNvSpPr>
            <a:spLocks noGrp="1" noChangeArrowheads="1"/>
          </p:cNvSpPr>
          <p:nvPr>
            <p:ph idx="1"/>
          </p:nvPr>
        </p:nvSpPr>
        <p:spPr/>
        <p:txBody>
          <a:bodyPr/>
          <a:lstStyle/>
          <a:p>
            <a:pPr eaLnBrk="1" hangingPunct="1"/>
            <a:r>
              <a:rPr lang="en-US" altLang="en-US"/>
              <a:t>Extracellular accumulations of fibrillar proteins</a:t>
            </a:r>
          </a:p>
          <a:p>
            <a:pPr eaLnBrk="1" hangingPunct="1"/>
            <a:r>
              <a:rPr lang="en-US" altLang="en-US"/>
              <a:t>Surrounded by abnormal dendrites and axons</a:t>
            </a:r>
          </a:p>
        </p:txBody>
      </p:sp>
      <p:sp>
        <p:nvSpPr>
          <p:cNvPr id="6963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6963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6963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55A6540-775B-4F77-9030-FC4269BC9024}" type="slidenum">
              <a:rPr lang="en-US" altLang="en-US" sz="1200">
                <a:solidFill>
                  <a:schemeClr val="tx2"/>
                </a:solidFill>
              </a:rPr>
              <a:pPr/>
              <a:t>122</a:t>
            </a:fld>
            <a:endParaRPr lang="en-US" altLang="en-US" sz="1200">
              <a:solidFill>
                <a:schemeClr val="tx2"/>
              </a:solidFill>
            </a:endParaRPr>
          </a:p>
        </p:txBody>
      </p:sp>
    </p:spTree>
    <p:extLst>
      <p:ext uri="{BB962C8B-B14F-4D97-AF65-F5344CB8AC3E}">
        <p14:creationId xmlns:p14="http://schemas.microsoft.com/office/powerpoint/2010/main" val="394041571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1298"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Plaques and Tangles</a:t>
            </a:r>
          </a:p>
        </p:txBody>
      </p:sp>
      <p:sp>
        <p:nvSpPr>
          <p:cNvPr id="70659" name="Rectangle 3"/>
          <p:cNvSpPr>
            <a:spLocks noGrp="1" noChangeArrowheads="1"/>
          </p:cNvSpPr>
          <p:nvPr>
            <p:ph idx="1"/>
          </p:nvPr>
        </p:nvSpPr>
        <p:spPr/>
        <p:txBody>
          <a:bodyPr/>
          <a:lstStyle/>
          <a:p>
            <a:pPr eaLnBrk="1" hangingPunct="1"/>
            <a:r>
              <a:rPr lang="en-US" altLang="en-US"/>
              <a:t>Contain deposits of several peptides</a:t>
            </a:r>
          </a:p>
          <a:p>
            <a:pPr eaLnBrk="1" hangingPunct="1"/>
            <a:r>
              <a:rPr lang="en-US" altLang="en-US"/>
              <a:t>Primarily 2 forms of </a:t>
            </a:r>
            <a:r>
              <a:rPr lang="en-US" altLang="en-US">
                <a:solidFill>
                  <a:schemeClr val="accent1"/>
                </a:solidFill>
              </a:rPr>
              <a:t>amyloid ß (Aß)</a:t>
            </a:r>
            <a:r>
              <a:rPr lang="en-US" altLang="en-US"/>
              <a:t> protein </a:t>
            </a:r>
          </a:p>
          <a:p>
            <a:pPr eaLnBrk="1" hangingPunct="1"/>
            <a:r>
              <a:rPr lang="en-US" altLang="en-US"/>
              <a:t>Appear in brain regions specifically associated with memory processing </a:t>
            </a:r>
          </a:p>
        </p:txBody>
      </p:sp>
      <p:sp>
        <p:nvSpPr>
          <p:cNvPr id="70660"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70661"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7066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7B02758-6585-4406-B087-9A7971D39A1F}" type="slidenum">
              <a:rPr lang="en-US" altLang="en-US" sz="1200">
                <a:solidFill>
                  <a:schemeClr val="tx2"/>
                </a:solidFill>
              </a:rPr>
              <a:pPr/>
              <a:t>123</a:t>
            </a:fld>
            <a:endParaRPr lang="en-US" altLang="en-US" sz="1200">
              <a:solidFill>
                <a:schemeClr val="tx2"/>
              </a:solidFill>
            </a:endParaRPr>
          </a:p>
        </p:txBody>
      </p:sp>
    </p:spTree>
    <p:extLst>
      <p:ext uri="{BB962C8B-B14F-4D97-AF65-F5344CB8AC3E}">
        <p14:creationId xmlns:p14="http://schemas.microsoft.com/office/powerpoint/2010/main" val="199098916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22"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Anatomical Changes</a:t>
            </a:r>
          </a:p>
        </p:txBody>
      </p:sp>
      <p:sp>
        <p:nvSpPr>
          <p:cNvPr id="71683" name="Rectangle 3"/>
          <p:cNvSpPr>
            <a:spLocks noGrp="1" noChangeArrowheads="1"/>
          </p:cNvSpPr>
          <p:nvPr>
            <p:ph idx="1"/>
          </p:nvPr>
        </p:nvSpPr>
        <p:spPr/>
        <p:txBody>
          <a:bodyPr/>
          <a:lstStyle/>
          <a:p>
            <a:pPr eaLnBrk="1" hangingPunct="1"/>
            <a:r>
              <a:rPr lang="en-US" altLang="en-US"/>
              <a:t>Linked to functional changes</a:t>
            </a:r>
          </a:p>
          <a:p>
            <a:pPr eaLnBrk="1" hangingPunct="1"/>
            <a:r>
              <a:rPr lang="en-US" altLang="en-US"/>
              <a:t>Neural processing becomes less efficient with age</a:t>
            </a:r>
          </a:p>
          <a:p>
            <a:pPr eaLnBrk="1" hangingPunct="1"/>
            <a:r>
              <a:rPr lang="en-US" altLang="en-US"/>
              <a:t>Memory consolidation more difficult</a:t>
            </a:r>
          </a:p>
          <a:p>
            <a:pPr eaLnBrk="1" hangingPunct="1"/>
            <a:r>
              <a:rPr lang="en-US" altLang="en-US"/>
              <a:t>Secondary memories harder to access</a:t>
            </a:r>
          </a:p>
        </p:txBody>
      </p:sp>
      <p:sp>
        <p:nvSpPr>
          <p:cNvPr id="7168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7168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7168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46D50CD-5465-48A6-9725-89C79FAA4435}" type="slidenum">
              <a:rPr lang="en-US" altLang="en-US" sz="1200">
                <a:solidFill>
                  <a:schemeClr val="tx2"/>
                </a:solidFill>
              </a:rPr>
              <a:pPr/>
              <a:t>124</a:t>
            </a:fld>
            <a:endParaRPr lang="en-US" altLang="en-US" sz="1200">
              <a:solidFill>
                <a:schemeClr val="tx2"/>
              </a:solidFill>
            </a:endParaRPr>
          </a:p>
        </p:txBody>
      </p:sp>
    </p:spTree>
    <p:extLst>
      <p:ext uri="{BB962C8B-B14F-4D97-AF65-F5344CB8AC3E}">
        <p14:creationId xmlns:p14="http://schemas.microsoft.com/office/powerpoint/2010/main" val="264788029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3346"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Sensory Systems</a:t>
            </a:r>
          </a:p>
        </p:txBody>
      </p:sp>
      <p:sp>
        <p:nvSpPr>
          <p:cNvPr id="72707" name="Rectangle 3"/>
          <p:cNvSpPr>
            <a:spLocks noGrp="1" noChangeArrowheads="1"/>
          </p:cNvSpPr>
          <p:nvPr>
            <p:ph idx="1"/>
          </p:nvPr>
        </p:nvSpPr>
        <p:spPr/>
        <p:txBody>
          <a:bodyPr/>
          <a:lstStyle/>
          <a:p>
            <a:pPr eaLnBrk="1" hangingPunct="1"/>
            <a:r>
              <a:rPr lang="en-US" altLang="en-US"/>
              <a:t>Hearing, balance, vision, smell, and taste become less acute</a:t>
            </a:r>
          </a:p>
          <a:p>
            <a:pPr eaLnBrk="1" hangingPunct="1"/>
            <a:r>
              <a:rPr lang="en-US" altLang="en-US"/>
              <a:t>Reaction times slowed</a:t>
            </a:r>
          </a:p>
          <a:p>
            <a:pPr eaLnBrk="1" hangingPunct="1"/>
            <a:r>
              <a:rPr lang="en-US" altLang="en-US"/>
              <a:t>Reflexes weaken or disappear</a:t>
            </a:r>
          </a:p>
        </p:txBody>
      </p:sp>
      <p:sp>
        <p:nvSpPr>
          <p:cNvPr id="7270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7270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7271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C498498-C3C8-4013-AB8F-D18C7C1DC337}" type="slidenum">
              <a:rPr lang="en-US" altLang="en-US" sz="1200">
                <a:solidFill>
                  <a:schemeClr val="tx2"/>
                </a:solidFill>
              </a:rPr>
              <a:pPr/>
              <a:t>125</a:t>
            </a:fld>
            <a:endParaRPr lang="en-US" altLang="en-US" sz="1200">
              <a:solidFill>
                <a:schemeClr val="tx2"/>
              </a:solidFill>
            </a:endParaRPr>
          </a:p>
        </p:txBody>
      </p:sp>
    </p:spTree>
    <p:extLst>
      <p:ext uri="{BB962C8B-B14F-4D97-AF65-F5344CB8AC3E}">
        <p14:creationId xmlns:p14="http://schemas.microsoft.com/office/powerpoint/2010/main" val="276795281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4370"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Motor Control</a:t>
            </a:r>
          </a:p>
        </p:txBody>
      </p:sp>
      <p:sp>
        <p:nvSpPr>
          <p:cNvPr id="73731" name="Rectangle 3"/>
          <p:cNvSpPr>
            <a:spLocks noGrp="1" noChangeArrowheads="1"/>
          </p:cNvSpPr>
          <p:nvPr>
            <p:ph idx="1"/>
          </p:nvPr>
        </p:nvSpPr>
        <p:spPr/>
        <p:txBody>
          <a:bodyPr/>
          <a:lstStyle/>
          <a:p>
            <a:pPr eaLnBrk="1" hangingPunct="1"/>
            <a:r>
              <a:rPr lang="en-US" altLang="en-US"/>
              <a:t>Precision decreases</a:t>
            </a:r>
          </a:p>
          <a:p>
            <a:pPr eaLnBrk="1" hangingPunct="1"/>
            <a:r>
              <a:rPr lang="en-US" altLang="en-US"/>
              <a:t>Takes longer to perform</a:t>
            </a:r>
          </a:p>
        </p:txBody>
      </p:sp>
      <p:sp>
        <p:nvSpPr>
          <p:cNvPr id="7373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7373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7373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EA7C64B-2040-4630-BB56-4BA6AA9395B3}" type="slidenum">
              <a:rPr lang="en-US" altLang="en-US" sz="1200">
                <a:solidFill>
                  <a:schemeClr val="tx2"/>
                </a:solidFill>
              </a:rPr>
              <a:pPr/>
              <a:t>126</a:t>
            </a:fld>
            <a:endParaRPr lang="en-US" altLang="en-US" sz="1200">
              <a:solidFill>
                <a:schemeClr val="tx2"/>
              </a:solidFill>
            </a:endParaRPr>
          </a:p>
        </p:txBody>
      </p:sp>
    </p:spTree>
    <p:extLst>
      <p:ext uri="{BB962C8B-B14F-4D97-AF65-F5344CB8AC3E}">
        <p14:creationId xmlns:p14="http://schemas.microsoft.com/office/powerpoint/2010/main" val="284186785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5394"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Incapacitation</a:t>
            </a:r>
          </a:p>
        </p:txBody>
      </p:sp>
      <p:sp>
        <p:nvSpPr>
          <p:cNvPr id="74755" name="Rectangle 3"/>
          <p:cNvSpPr>
            <a:spLocks noGrp="1" noChangeArrowheads="1"/>
          </p:cNvSpPr>
          <p:nvPr>
            <p:ph idx="1"/>
          </p:nvPr>
        </p:nvSpPr>
        <p:spPr/>
        <p:txBody>
          <a:bodyPr/>
          <a:lstStyle/>
          <a:p>
            <a:pPr eaLnBrk="1" hangingPunct="1"/>
            <a:r>
              <a:rPr lang="en-US" altLang="en-US"/>
              <a:t>85% of elderly population develops changes that do not interfere with abilities</a:t>
            </a:r>
          </a:p>
          <a:p>
            <a:pPr eaLnBrk="1" hangingPunct="1"/>
            <a:r>
              <a:rPr lang="en-US" altLang="en-US"/>
              <a:t>Some individuals become incapacitated by progressive CNS changes</a:t>
            </a:r>
          </a:p>
        </p:txBody>
      </p:sp>
      <p:sp>
        <p:nvSpPr>
          <p:cNvPr id="7475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7475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7475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C37D4635-BBBE-4CD6-9F1B-48B4D9AF4726}" type="slidenum">
              <a:rPr lang="en-US" altLang="en-US" sz="1200">
                <a:solidFill>
                  <a:schemeClr val="tx2"/>
                </a:solidFill>
              </a:rPr>
              <a:pPr/>
              <a:t>127</a:t>
            </a:fld>
            <a:endParaRPr lang="en-US" altLang="en-US" sz="1200">
              <a:solidFill>
                <a:schemeClr val="tx2"/>
              </a:solidFill>
            </a:endParaRPr>
          </a:p>
        </p:txBody>
      </p:sp>
    </p:spTree>
    <p:extLst>
      <p:ext uri="{BB962C8B-B14F-4D97-AF65-F5344CB8AC3E}">
        <p14:creationId xmlns:p14="http://schemas.microsoft.com/office/powerpoint/2010/main" val="231394572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6418" name="Rectangle 2"/>
          <p:cNvSpPr>
            <a:spLocks noGrp="1" noChangeArrowheads="1"/>
          </p:cNvSpPr>
          <p:nvPr>
            <p:ph type="title"/>
          </p:nvPr>
        </p:nvSpPr>
        <p:spPr/>
        <p:txBody>
          <a:bodyPr/>
          <a:lstStyle/>
          <a:p>
            <a:pPr eaLnBrk="1" fontAlgn="auto" hangingPunct="1">
              <a:spcAft>
                <a:spcPts val="0"/>
              </a:spcAft>
              <a:defRPr/>
            </a:pPr>
            <a:r>
              <a:rPr lang="en-US">
                <a:solidFill>
                  <a:schemeClr val="accent1"/>
                </a:solidFill>
              </a:rPr>
              <a:t>Senility</a:t>
            </a:r>
            <a:endParaRPr lang="en-US">
              <a:solidFill>
                <a:schemeClr val="tx2">
                  <a:satMod val="200000"/>
                </a:schemeClr>
              </a:solidFill>
            </a:endParaRPr>
          </a:p>
        </p:txBody>
      </p:sp>
      <p:sp>
        <p:nvSpPr>
          <p:cNvPr id="75779" name="Rectangle 3"/>
          <p:cNvSpPr>
            <a:spLocks noGrp="1" noChangeArrowheads="1"/>
          </p:cNvSpPr>
          <p:nvPr>
            <p:ph idx="1"/>
          </p:nvPr>
        </p:nvSpPr>
        <p:spPr/>
        <p:txBody>
          <a:bodyPr/>
          <a:lstStyle/>
          <a:p>
            <a:pPr eaLnBrk="1" hangingPunct="1"/>
            <a:r>
              <a:rPr lang="en-US" altLang="en-US"/>
              <a:t>Also called senile dementia</a:t>
            </a:r>
          </a:p>
          <a:p>
            <a:pPr eaLnBrk="1" hangingPunct="1"/>
            <a:r>
              <a:rPr lang="en-US" altLang="en-US"/>
              <a:t>Degenerative changes: </a:t>
            </a:r>
          </a:p>
          <a:p>
            <a:pPr lvl="1" eaLnBrk="1" hangingPunct="1"/>
            <a:r>
              <a:rPr lang="en-US" altLang="en-US"/>
              <a:t>memory loss</a:t>
            </a:r>
          </a:p>
          <a:p>
            <a:pPr lvl="1" eaLnBrk="1" hangingPunct="1"/>
            <a:r>
              <a:rPr lang="en-US" altLang="en-US"/>
              <a:t>anterograde amnesia</a:t>
            </a:r>
          </a:p>
          <a:p>
            <a:pPr lvl="1" eaLnBrk="1" hangingPunct="1"/>
            <a:r>
              <a:rPr lang="en-US" altLang="en-US"/>
              <a:t>emotional disturbances</a:t>
            </a:r>
          </a:p>
          <a:p>
            <a:pPr eaLnBrk="1" hangingPunct="1"/>
            <a:r>
              <a:rPr lang="en-US" altLang="en-US"/>
              <a:t>Alzheimer’s disease is most common</a:t>
            </a:r>
          </a:p>
        </p:txBody>
      </p:sp>
      <p:sp>
        <p:nvSpPr>
          <p:cNvPr id="75780"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75781"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7578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C648EC58-DBD3-41F9-93E5-31E08EDD2F0D}" type="slidenum">
              <a:rPr lang="en-US" altLang="en-US" sz="1200">
                <a:solidFill>
                  <a:schemeClr val="tx2"/>
                </a:solidFill>
              </a:rPr>
              <a:pPr/>
              <a:t>128</a:t>
            </a:fld>
            <a:endParaRPr lang="en-US" altLang="en-US" sz="1200">
              <a:solidFill>
                <a:schemeClr val="tx2"/>
              </a:solidFill>
            </a:endParaRPr>
          </a:p>
        </p:txBody>
      </p:sp>
    </p:spTree>
    <p:extLst>
      <p:ext uri="{BB962C8B-B14F-4D97-AF65-F5344CB8AC3E}">
        <p14:creationId xmlns:p14="http://schemas.microsoft.com/office/powerpoint/2010/main" val="309847708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4946" name="Rectangle 2"/>
          <p:cNvSpPr>
            <a:spLocks noGrp="1" noChangeArrowheads="1"/>
          </p:cNvSpPr>
          <p:nvPr>
            <p:ph type="title"/>
          </p:nvPr>
        </p:nvSpPr>
        <p:spPr>
          <a:xfrm>
            <a:off x="685800" y="2857500"/>
            <a:ext cx="7772400" cy="1143000"/>
          </a:xfrm>
        </p:spPr>
        <p:txBody>
          <a:bodyPr/>
          <a:lstStyle/>
          <a:p>
            <a:pPr eaLnBrk="1" fontAlgn="auto" hangingPunct="1">
              <a:spcAft>
                <a:spcPts val="0"/>
              </a:spcAft>
              <a:defRPr/>
            </a:pPr>
            <a:r>
              <a:rPr lang="en-US" b="1" i="1">
                <a:solidFill>
                  <a:schemeClr val="tx2">
                    <a:satMod val="200000"/>
                  </a:schemeClr>
                </a:solidFill>
              </a:rPr>
              <a:t>What are the effects of ageing on the </a:t>
            </a:r>
            <a:r>
              <a:rPr lang="en-US" b="1" i="1">
                <a:solidFill>
                  <a:schemeClr val="hlink"/>
                </a:solidFill>
              </a:rPr>
              <a:t>Sense Organs</a:t>
            </a:r>
            <a:endParaRPr lang="en-US">
              <a:solidFill>
                <a:schemeClr val="tx2">
                  <a:satMod val="200000"/>
                </a:schemeClr>
              </a:solidFill>
            </a:endParaRPr>
          </a:p>
        </p:txBody>
      </p:sp>
      <p:sp>
        <p:nvSpPr>
          <p:cNvPr id="76803"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76804"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7680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06AFF49-AC1B-454D-ADBF-08B6FC7B88F0}" type="slidenum">
              <a:rPr lang="en-US" altLang="en-US" sz="1200">
                <a:solidFill>
                  <a:schemeClr val="tx2"/>
                </a:solidFill>
              </a:rPr>
              <a:pPr/>
              <a:t>129</a:t>
            </a:fld>
            <a:endParaRPr lang="en-US" altLang="en-US" sz="1200">
              <a:solidFill>
                <a:schemeClr val="tx2"/>
              </a:solidFill>
            </a:endParaRPr>
          </a:p>
        </p:txBody>
      </p:sp>
    </p:spTree>
    <p:extLst>
      <p:ext uri="{BB962C8B-B14F-4D97-AF65-F5344CB8AC3E}">
        <p14:creationId xmlns:p14="http://schemas.microsoft.com/office/powerpoint/2010/main" val="328263171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7010" name="Rectangle 2"/>
          <p:cNvSpPr>
            <a:spLocks noGrp="1" noChangeArrowheads="1"/>
          </p:cNvSpPr>
          <p:nvPr>
            <p:ph type="title"/>
          </p:nvPr>
        </p:nvSpPr>
        <p:spPr/>
        <p:txBody>
          <a:bodyPr/>
          <a:lstStyle/>
          <a:p>
            <a:pPr eaLnBrk="1" fontAlgn="auto" hangingPunct="1">
              <a:spcAft>
                <a:spcPts val="0"/>
              </a:spcAft>
              <a:defRPr/>
            </a:pPr>
            <a:r>
              <a:rPr lang="en-US">
                <a:solidFill>
                  <a:schemeClr val="accent1"/>
                </a:solidFill>
              </a:rPr>
              <a:t>Cataract</a:t>
            </a:r>
            <a:endParaRPr lang="en-US">
              <a:solidFill>
                <a:schemeClr val="tx2">
                  <a:satMod val="200000"/>
                </a:schemeClr>
              </a:solidFill>
            </a:endParaRPr>
          </a:p>
        </p:txBody>
      </p:sp>
      <p:sp>
        <p:nvSpPr>
          <p:cNvPr id="77827" name="Rectangle 3"/>
          <p:cNvSpPr>
            <a:spLocks noGrp="1" noChangeArrowheads="1"/>
          </p:cNvSpPr>
          <p:nvPr>
            <p:ph idx="1"/>
          </p:nvPr>
        </p:nvSpPr>
        <p:spPr/>
        <p:txBody>
          <a:bodyPr/>
          <a:lstStyle/>
          <a:p>
            <a:pPr eaLnBrk="1" hangingPunct="1"/>
            <a:r>
              <a:rPr lang="en-US" altLang="en-US"/>
              <a:t>Condition in which lens has lost its transparency</a:t>
            </a:r>
          </a:p>
        </p:txBody>
      </p:sp>
      <p:sp>
        <p:nvSpPr>
          <p:cNvPr id="7782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7782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7783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9332D6D-F25F-4FE1-AA23-672CBC8856A7}" type="slidenum">
              <a:rPr lang="en-US" altLang="en-US" sz="1200">
                <a:solidFill>
                  <a:schemeClr val="tx2"/>
                </a:solidFill>
              </a:rPr>
              <a:pPr/>
              <a:t>130</a:t>
            </a:fld>
            <a:endParaRPr lang="en-US" altLang="en-US" sz="1200">
              <a:solidFill>
                <a:schemeClr val="tx2"/>
              </a:solidFill>
            </a:endParaRPr>
          </a:p>
        </p:txBody>
      </p:sp>
    </p:spTree>
    <p:extLst>
      <p:ext uri="{BB962C8B-B14F-4D97-AF65-F5344CB8AC3E}">
        <p14:creationId xmlns:p14="http://schemas.microsoft.com/office/powerpoint/2010/main" val="20859522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8034" name="Rectangle 2"/>
          <p:cNvSpPr>
            <a:spLocks noGrp="1" noChangeArrowheads="1"/>
          </p:cNvSpPr>
          <p:nvPr>
            <p:ph type="title"/>
          </p:nvPr>
        </p:nvSpPr>
        <p:spPr/>
        <p:txBody>
          <a:bodyPr/>
          <a:lstStyle/>
          <a:p>
            <a:pPr eaLnBrk="1" fontAlgn="auto" hangingPunct="1">
              <a:spcAft>
                <a:spcPts val="0"/>
              </a:spcAft>
              <a:defRPr/>
            </a:pPr>
            <a:r>
              <a:rPr lang="en-US">
                <a:solidFill>
                  <a:schemeClr val="accent1"/>
                </a:solidFill>
              </a:rPr>
              <a:t>Senile Cataracts</a:t>
            </a:r>
            <a:r>
              <a:rPr lang="en-US">
                <a:solidFill>
                  <a:schemeClr val="tx2">
                    <a:satMod val="200000"/>
                  </a:schemeClr>
                </a:solidFill>
              </a:rPr>
              <a:t> </a:t>
            </a:r>
          </a:p>
        </p:txBody>
      </p:sp>
      <p:sp>
        <p:nvSpPr>
          <p:cNvPr id="78851" name="Rectangle 3"/>
          <p:cNvSpPr>
            <a:spLocks noGrp="1" noChangeArrowheads="1"/>
          </p:cNvSpPr>
          <p:nvPr>
            <p:ph idx="1"/>
          </p:nvPr>
        </p:nvSpPr>
        <p:spPr/>
        <p:txBody>
          <a:bodyPr/>
          <a:lstStyle/>
          <a:p>
            <a:pPr eaLnBrk="1" hangingPunct="1"/>
            <a:r>
              <a:rPr lang="en-US" altLang="en-US"/>
              <a:t>Natural consequence of aging </a:t>
            </a:r>
          </a:p>
          <a:p>
            <a:pPr eaLnBrk="1" hangingPunct="1"/>
            <a:r>
              <a:rPr lang="en-US" altLang="en-US"/>
              <a:t>Most common form of cataracts</a:t>
            </a:r>
          </a:p>
        </p:txBody>
      </p:sp>
      <p:sp>
        <p:nvSpPr>
          <p:cNvPr id="7885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7885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7885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79504735-509D-45D1-9739-56CCF987807E}" type="slidenum">
              <a:rPr lang="en-US" altLang="en-US" sz="1200">
                <a:solidFill>
                  <a:schemeClr val="tx2"/>
                </a:solidFill>
              </a:rPr>
              <a:pPr/>
              <a:t>131</a:t>
            </a:fld>
            <a:endParaRPr lang="en-US" altLang="en-US" sz="1200">
              <a:solidFill>
                <a:schemeClr val="tx2"/>
              </a:solidFill>
            </a:endParaRPr>
          </a:p>
        </p:txBody>
      </p:sp>
    </p:spTree>
    <p:extLst>
      <p:ext uri="{BB962C8B-B14F-4D97-AF65-F5344CB8AC3E}">
        <p14:creationId xmlns:p14="http://schemas.microsoft.com/office/powerpoint/2010/main" val="413118301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2898" name="Rectangle 2"/>
          <p:cNvSpPr>
            <a:spLocks noGrp="1" noChangeArrowheads="1"/>
          </p:cNvSpPr>
          <p:nvPr>
            <p:ph type="title"/>
          </p:nvPr>
        </p:nvSpPr>
        <p:spPr/>
        <p:txBody>
          <a:bodyPr/>
          <a:lstStyle/>
          <a:p>
            <a:pPr eaLnBrk="1" fontAlgn="auto" hangingPunct="1">
              <a:spcAft>
                <a:spcPts val="0"/>
              </a:spcAft>
              <a:defRPr/>
            </a:pPr>
            <a:r>
              <a:rPr lang="en-GB">
                <a:solidFill>
                  <a:schemeClr val="hlink"/>
                </a:solidFill>
              </a:rPr>
              <a:t>GLAUCOMA</a:t>
            </a:r>
          </a:p>
        </p:txBody>
      </p:sp>
      <p:sp>
        <p:nvSpPr>
          <p:cNvPr id="79875" name="Rectangle 3"/>
          <p:cNvSpPr>
            <a:spLocks noGrp="1" noChangeArrowheads="1"/>
          </p:cNvSpPr>
          <p:nvPr>
            <p:ph idx="1"/>
          </p:nvPr>
        </p:nvSpPr>
        <p:spPr/>
        <p:txBody>
          <a:bodyPr/>
          <a:lstStyle/>
          <a:p>
            <a:pPr eaLnBrk="1" hangingPunct="1"/>
            <a:r>
              <a:rPr lang="en-GB" altLang="en-US"/>
              <a:t>Loss of vision as a result of abnormally high  pressure build in the eye</a:t>
            </a:r>
          </a:p>
          <a:p>
            <a:pPr eaLnBrk="1" hangingPunct="1"/>
            <a:r>
              <a:rPr lang="en-GB" altLang="en-US"/>
              <a:t>Primary chronic glaucoma is age induced</a:t>
            </a:r>
          </a:p>
        </p:txBody>
      </p:sp>
      <p:sp>
        <p:nvSpPr>
          <p:cNvPr id="7987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7987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7987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A673FDB-79B2-4B4E-A286-BB95AEA9A1FA}" type="slidenum">
              <a:rPr lang="en-US" altLang="en-US" sz="1200">
                <a:solidFill>
                  <a:schemeClr val="tx2"/>
                </a:solidFill>
              </a:rPr>
              <a:pPr/>
              <a:t>132</a:t>
            </a:fld>
            <a:endParaRPr lang="en-US" altLang="en-US" sz="1200">
              <a:solidFill>
                <a:schemeClr val="tx2"/>
              </a:solidFill>
            </a:endParaRPr>
          </a:p>
        </p:txBody>
      </p:sp>
    </p:spTree>
    <p:extLst>
      <p:ext uri="{BB962C8B-B14F-4D97-AF65-F5344CB8AC3E}">
        <p14:creationId xmlns:p14="http://schemas.microsoft.com/office/powerpoint/2010/main" val="411200658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3922" name="Rectangle 2"/>
          <p:cNvSpPr>
            <a:spLocks noGrp="1" noChangeArrowheads="1"/>
          </p:cNvSpPr>
          <p:nvPr>
            <p:ph type="title"/>
          </p:nvPr>
        </p:nvSpPr>
        <p:spPr/>
        <p:txBody>
          <a:bodyPr/>
          <a:lstStyle/>
          <a:p>
            <a:pPr eaLnBrk="1" fontAlgn="auto" hangingPunct="1">
              <a:spcAft>
                <a:spcPts val="0"/>
              </a:spcAft>
              <a:defRPr/>
            </a:pPr>
            <a:r>
              <a:rPr lang="en-GB">
                <a:solidFill>
                  <a:schemeClr val="hlink"/>
                </a:solidFill>
              </a:rPr>
              <a:t>LOSS OF ACOMMODATION</a:t>
            </a:r>
          </a:p>
        </p:txBody>
      </p:sp>
      <p:sp>
        <p:nvSpPr>
          <p:cNvPr id="80899" name="Rectangle 3"/>
          <p:cNvSpPr>
            <a:spLocks noGrp="1" noChangeArrowheads="1"/>
          </p:cNvSpPr>
          <p:nvPr>
            <p:ph idx="1"/>
          </p:nvPr>
        </p:nvSpPr>
        <p:spPr/>
        <p:txBody>
          <a:bodyPr/>
          <a:lstStyle/>
          <a:p>
            <a:pPr eaLnBrk="1" hangingPunct="1"/>
            <a:r>
              <a:rPr lang="en-GB" altLang="en-US"/>
              <a:t>The ability of the ciliary muscles to contract to reduce tension of suspensory ligament making lens to become rounder to focus on near object. In old age ciliary muscles relax need convex lenses to compensate       ( </a:t>
            </a:r>
            <a:r>
              <a:rPr lang="en-GB" altLang="en-US">
                <a:solidFill>
                  <a:schemeClr val="hlink"/>
                </a:solidFill>
              </a:rPr>
              <a:t>presbyopia</a:t>
            </a:r>
            <a:r>
              <a:rPr lang="en-GB" altLang="en-US"/>
              <a:t>)</a:t>
            </a:r>
          </a:p>
        </p:txBody>
      </p:sp>
      <p:sp>
        <p:nvSpPr>
          <p:cNvPr id="80900"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80901"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8090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12AF7076-CD93-40BD-909C-F9D05ED17754}" type="slidenum">
              <a:rPr lang="en-US" altLang="en-US" sz="1200">
                <a:solidFill>
                  <a:schemeClr val="tx2"/>
                </a:solidFill>
              </a:rPr>
              <a:pPr/>
              <a:t>133</a:t>
            </a:fld>
            <a:endParaRPr lang="en-US" altLang="en-US" sz="1200">
              <a:solidFill>
                <a:schemeClr val="tx2"/>
              </a:solidFill>
            </a:endParaRPr>
          </a:p>
        </p:txBody>
      </p:sp>
    </p:spTree>
    <p:extLst>
      <p:ext uri="{BB962C8B-B14F-4D97-AF65-F5344CB8AC3E}">
        <p14:creationId xmlns:p14="http://schemas.microsoft.com/office/powerpoint/2010/main" val="57965256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9058"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Number of Taste Buds- </a:t>
            </a:r>
            <a:r>
              <a:rPr lang="en-US">
                <a:solidFill>
                  <a:schemeClr val="hlink"/>
                </a:solidFill>
              </a:rPr>
              <a:t>Gustatory</a:t>
            </a:r>
          </a:p>
        </p:txBody>
      </p:sp>
      <p:sp>
        <p:nvSpPr>
          <p:cNvPr id="81923" name="Rectangle 3"/>
          <p:cNvSpPr>
            <a:spLocks noGrp="1" noChangeArrowheads="1"/>
          </p:cNvSpPr>
          <p:nvPr>
            <p:ph idx="1"/>
          </p:nvPr>
        </p:nvSpPr>
        <p:spPr/>
        <p:txBody>
          <a:bodyPr/>
          <a:lstStyle/>
          <a:p>
            <a:pPr eaLnBrk="1" hangingPunct="1"/>
            <a:r>
              <a:rPr lang="en-US" altLang="en-US"/>
              <a:t>Begins declining rapidly by age 50</a:t>
            </a:r>
          </a:p>
        </p:txBody>
      </p:sp>
      <p:sp>
        <p:nvSpPr>
          <p:cNvPr id="8192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8192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8192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A8CFB27-7923-4573-BD87-A803E5E9AD7B}" type="slidenum">
              <a:rPr lang="en-US" altLang="en-US" sz="1200">
                <a:solidFill>
                  <a:schemeClr val="tx2"/>
                </a:solidFill>
              </a:rPr>
              <a:pPr/>
              <a:t>134</a:t>
            </a:fld>
            <a:endParaRPr lang="en-US" altLang="en-US" sz="1200">
              <a:solidFill>
                <a:schemeClr val="tx2"/>
              </a:solidFill>
            </a:endParaRPr>
          </a:p>
        </p:txBody>
      </p:sp>
    </p:spTree>
    <p:extLst>
      <p:ext uri="{BB962C8B-B14F-4D97-AF65-F5344CB8AC3E}">
        <p14:creationId xmlns:p14="http://schemas.microsoft.com/office/powerpoint/2010/main" val="133762316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0082" name="Rectangle 2"/>
          <p:cNvSpPr>
            <a:spLocks noGrp="1" noChangeArrowheads="1"/>
          </p:cNvSpPr>
          <p:nvPr>
            <p:ph type="title"/>
          </p:nvPr>
        </p:nvSpPr>
        <p:spPr/>
        <p:txBody>
          <a:bodyPr/>
          <a:lstStyle/>
          <a:p>
            <a:pPr eaLnBrk="1" fontAlgn="auto" hangingPunct="1">
              <a:spcAft>
                <a:spcPts val="0"/>
              </a:spcAft>
              <a:defRPr/>
            </a:pPr>
            <a:r>
              <a:rPr lang="en-US" sz="3600">
                <a:solidFill>
                  <a:schemeClr val="tx2">
                    <a:satMod val="200000"/>
                  </a:schemeClr>
                </a:solidFill>
              </a:rPr>
              <a:t>Olfactory Receptor Population- </a:t>
            </a:r>
            <a:r>
              <a:rPr lang="en-US" sz="3600">
                <a:solidFill>
                  <a:schemeClr val="hlink"/>
                </a:solidFill>
              </a:rPr>
              <a:t>Smelling</a:t>
            </a:r>
          </a:p>
        </p:txBody>
      </p:sp>
      <p:sp>
        <p:nvSpPr>
          <p:cNvPr id="82947" name="Rectangle 3"/>
          <p:cNvSpPr>
            <a:spLocks noGrp="1" noChangeArrowheads="1"/>
          </p:cNvSpPr>
          <p:nvPr>
            <p:ph idx="1"/>
          </p:nvPr>
        </p:nvSpPr>
        <p:spPr/>
        <p:txBody>
          <a:bodyPr/>
          <a:lstStyle/>
          <a:p>
            <a:pPr eaLnBrk="1" hangingPunct="1"/>
            <a:r>
              <a:rPr lang="en-US" altLang="en-US"/>
              <a:t>Considerable turnover</a:t>
            </a:r>
          </a:p>
          <a:p>
            <a:pPr eaLnBrk="1" hangingPunct="1"/>
            <a:r>
              <a:rPr lang="en-US" altLang="en-US"/>
              <a:t>Number of olfactory receptors declines with age</a:t>
            </a:r>
          </a:p>
        </p:txBody>
      </p:sp>
      <p:sp>
        <p:nvSpPr>
          <p:cNvPr id="8294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8294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8295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446330F-34B9-4080-B7FD-30E13CDA2EFF}" type="slidenum">
              <a:rPr lang="en-US" altLang="en-US" sz="1200">
                <a:solidFill>
                  <a:schemeClr val="tx2"/>
                </a:solidFill>
              </a:rPr>
              <a:pPr/>
              <a:t>135</a:t>
            </a:fld>
            <a:endParaRPr lang="en-US" altLang="en-US" sz="1200">
              <a:solidFill>
                <a:schemeClr val="tx2"/>
              </a:solidFill>
            </a:endParaRPr>
          </a:p>
        </p:txBody>
      </p:sp>
    </p:spTree>
    <p:extLst>
      <p:ext uri="{BB962C8B-B14F-4D97-AF65-F5344CB8AC3E}">
        <p14:creationId xmlns:p14="http://schemas.microsoft.com/office/powerpoint/2010/main" val="372636882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1106" name="Rectangle 2"/>
          <p:cNvSpPr>
            <a:spLocks noGrp="1" noChangeArrowheads="1"/>
          </p:cNvSpPr>
          <p:nvPr>
            <p:ph type="title"/>
          </p:nvPr>
        </p:nvSpPr>
        <p:spPr/>
        <p:txBody>
          <a:bodyPr/>
          <a:lstStyle/>
          <a:p>
            <a:pPr eaLnBrk="1" fontAlgn="auto" hangingPunct="1">
              <a:spcAft>
                <a:spcPts val="0"/>
              </a:spcAft>
              <a:defRPr/>
            </a:pPr>
            <a:r>
              <a:rPr lang="en-US">
                <a:solidFill>
                  <a:schemeClr val="hlink"/>
                </a:solidFill>
              </a:rPr>
              <a:t>Hearing </a:t>
            </a:r>
            <a:r>
              <a:rPr lang="en-US">
                <a:solidFill>
                  <a:schemeClr val="tx2">
                    <a:satMod val="200000"/>
                  </a:schemeClr>
                </a:solidFill>
              </a:rPr>
              <a:t>Range</a:t>
            </a:r>
          </a:p>
        </p:txBody>
      </p:sp>
      <p:sp>
        <p:nvSpPr>
          <p:cNvPr id="83971" name="Rectangle 3"/>
          <p:cNvSpPr>
            <a:spLocks noGrp="1" noChangeArrowheads="1"/>
          </p:cNvSpPr>
          <p:nvPr>
            <p:ph idx="1"/>
          </p:nvPr>
        </p:nvSpPr>
        <p:spPr/>
        <p:txBody>
          <a:bodyPr/>
          <a:lstStyle/>
          <a:p>
            <a:pPr eaLnBrk="1" hangingPunct="1"/>
            <a:r>
              <a:rPr lang="en-US" altLang="en-US"/>
              <a:t>From softest to loudest represents trillion fold increase in power</a:t>
            </a:r>
          </a:p>
          <a:p>
            <a:pPr eaLnBrk="1" hangingPunct="1"/>
            <a:r>
              <a:rPr lang="en-US" altLang="en-US"/>
              <a:t>Never use full potential </a:t>
            </a:r>
          </a:p>
          <a:p>
            <a:pPr eaLnBrk="1" hangingPunct="1"/>
            <a:r>
              <a:rPr lang="en-US" altLang="en-US"/>
              <a:t>Young children have greatest range</a:t>
            </a:r>
          </a:p>
        </p:txBody>
      </p:sp>
      <p:sp>
        <p:nvSpPr>
          <p:cNvPr id="8397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8397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8397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76C412C-E45E-4BD9-8568-4701E45BB60E}" type="slidenum">
              <a:rPr lang="en-US" altLang="en-US" sz="1200">
                <a:solidFill>
                  <a:schemeClr val="tx2"/>
                </a:solidFill>
              </a:rPr>
              <a:pPr/>
              <a:t>136</a:t>
            </a:fld>
            <a:endParaRPr lang="en-US" altLang="en-US" sz="1200">
              <a:solidFill>
                <a:schemeClr val="tx2"/>
              </a:solidFill>
            </a:endParaRPr>
          </a:p>
        </p:txBody>
      </p:sp>
    </p:spTree>
    <p:extLst>
      <p:ext uri="{BB962C8B-B14F-4D97-AF65-F5344CB8AC3E}">
        <p14:creationId xmlns:p14="http://schemas.microsoft.com/office/powerpoint/2010/main" val="24373018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2594" name="Rectangle 2"/>
          <p:cNvSpPr>
            <a:spLocks noGrp="1" noChangeArrowheads="1"/>
          </p:cNvSpPr>
          <p:nvPr>
            <p:ph type="title"/>
          </p:nvPr>
        </p:nvSpPr>
        <p:spPr/>
        <p:txBody>
          <a:bodyPr/>
          <a:lstStyle/>
          <a:p>
            <a:pPr eaLnBrk="1" fontAlgn="auto" hangingPunct="1">
              <a:spcAft>
                <a:spcPts val="0"/>
              </a:spcAft>
              <a:defRPr/>
            </a:pPr>
            <a:r>
              <a:rPr lang="en-US">
                <a:solidFill>
                  <a:schemeClr val="hlink"/>
                </a:solidFill>
              </a:rPr>
              <a:t>Balance</a:t>
            </a:r>
            <a:endParaRPr lang="en-US">
              <a:solidFill>
                <a:schemeClr val="tx2">
                  <a:satMod val="200000"/>
                </a:schemeClr>
              </a:solidFill>
            </a:endParaRPr>
          </a:p>
        </p:txBody>
      </p:sp>
      <p:sp>
        <p:nvSpPr>
          <p:cNvPr id="84995" name="Rectangle 3"/>
          <p:cNvSpPr>
            <a:spLocks noGrp="1" noChangeArrowheads="1"/>
          </p:cNvSpPr>
          <p:nvPr>
            <p:ph idx="1"/>
          </p:nvPr>
        </p:nvSpPr>
        <p:spPr/>
        <p:txBody>
          <a:bodyPr/>
          <a:lstStyle/>
          <a:p>
            <a:pPr eaLnBrk="1" hangingPunct="1">
              <a:lnSpc>
                <a:spcPct val="90000"/>
              </a:lnSpc>
            </a:pPr>
            <a:r>
              <a:rPr lang="en-US" altLang="en-US"/>
              <a:t>The semi-circular canals have an ampulla with gelatinous cupula, hair cells with cilia and the mineral crystals- otolith. The correct movement and close linkage with vestibular-branch of cranial nerve (VIII) ensure balance in a three-dimensional plane . Ageing leads to loss of otoliths cilia from hair cells disrupting balance</a:t>
            </a:r>
          </a:p>
        </p:txBody>
      </p:sp>
      <p:sp>
        <p:nvSpPr>
          <p:cNvPr id="8499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8499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8499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FE04742-8B24-45BA-B88E-DB33C4BC9E68}" type="slidenum">
              <a:rPr lang="en-US" altLang="en-US" sz="1200">
                <a:solidFill>
                  <a:schemeClr val="tx2"/>
                </a:solidFill>
              </a:rPr>
              <a:pPr/>
              <a:t>137</a:t>
            </a:fld>
            <a:endParaRPr lang="en-US" altLang="en-US" sz="1200">
              <a:solidFill>
                <a:schemeClr val="tx2"/>
              </a:solidFill>
            </a:endParaRPr>
          </a:p>
        </p:txBody>
      </p:sp>
    </p:spTree>
    <p:extLst>
      <p:ext uri="{BB962C8B-B14F-4D97-AF65-F5344CB8AC3E}">
        <p14:creationId xmlns:p14="http://schemas.microsoft.com/office/powerpoint/2010/main" val="257892037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2130"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Ageing Effects</a:t>
            </a:r>
          </a:p>
        </p:txBody>
      </p:sp>
      <p:sp>
        <p:nvSpPr>
          <p:cNvPr id="86019" name="Rectangle 3"/>
          <p:cNvSpPr>
            <a:spLocks noGrp="1" noChangeArrowheads="1"/>
          </p:cNvSpPr>
          <p:nvPr>
            <p:ph idx="1"/>
          </p:nvPr>
        </p:nvSpPr>
        <p:spPr/>
        <p:txBody>
          <a:bodyPr/>
          <a:lstStyle/>
          <a:p>
            <a:pPr eaLnBrk="1" hangingPunct="1"/>
            <a:r>
              <a:rPr lang="en-US" altLang="en-US"/>
              <a:t>Tympanic membrane gets less flexible</a:t>
            </a:r>
          </a:p>
          <a:p>
            <a:pPr eaLnBrk="1" hangingPunct="1"/>
            <a:r>
              <a:rPr lang="en-US" altLang="en-US"/>
              <a:t>Articulations between ossicles stiffen</a:t>
            </a:r>
          </a:p>
          <a:p>
            <a:pPr eaLnBrk="1" hangingPunct="1"/>
            <a:r>
              <a:rPr lang="en-US" altLang="en-US"/>
              <a:t>Round window may begin to ossify</a:t>
            </a:r>
          </a:p>
        </p:txBody>
      </p:sp>
      <p:sp>
        <p:nvSpPr>
          <p:cNvPr id="86020"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86021"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8602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EDFDFD3-EA49-459A-AB42-27822990B75D}" type="slidenum">
              <a:rPr lang="en-US" altLang="en-US" sz="1200">
                <a:solidFill>
                  <a:schemeClr val="tx2"/>
                </a:solidFill>
              </a:rPr>
              <a:pPr/>
              <a:t>138</a:t>
            </a:fld>
            <a:endParaRPr lang="en-US" altLang="en-US" sz="1200">
              <a:solidFill>
                <a:schemeClr val="tx2"/>
              </a:solidFill>
            </a:endParaRPr>
          </a:p>
        </p:txBody>
      </p:sp>
    </p:spTree>
    <p:extLst>
      <p:ext uri="{BB962C8B-B14F-4D97-AF65-F5344CB8AC3E}">
        <p14:creationId xmlns:p14="http://schemas.microsoft.com/office/powerpoint/2010/main" val="393299664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1538" name="Rectangle 2"/>
          <p:cNvSpPr>
            <a:spLocks noGrp="1" noChangeArrowheads="1"/>
          </p:cNvSpPr>
          <p:nvPr>
            <p:ph type="title"/>
          </p:nvPr>
        </p:nvSpPr>
        <p:spPr>
          <a:xfrm>
            <a:off x="685800" y="2857500"/>
            <a:ext cx="7772400" cy="1143000"/>
          </a:xfrm>
        </p:spPr>
        <p:txBody>
          <a:bodyPr/>
          <a:lstStyle/>
          <a:p>
            <a:pPr eaLnBrk="1" fontAlgn="auto" hangingPunct="1">
              <a:spcAft>
                <a:spcPts val="0"/>
              </a:spcAft>
              <a:defRPr/>
            </a:pPr>
            <a:r>
              <a:rPr lang="en-US" b="1" i="1">
                <a:solidFill>
                  <a:schemeClr val="tx2">
                    <a:satMod val="200000"/>
                  </a:schemeClr>
                </a:solidFill>
              </a:rPr>
              <a:t>What are the effects of hormones of the </a:t>
            </a:r>
            <a:r>
              <a:rPr lang="en-US" b="1" i="1">
                <a:solidFill>
                  <a:schemeClr val="hlink"/>
                </a:solidFill>
              </a:rPr>
              <a:t>endocrine system</a:t>
            </a:r>
            <a:r>
              <a:rPr lang="en-US" b="1" i="1">
                <a:solidFill>
                  <a:schemeClr val="tx2">
                    <a:satMod val="200000"/>
                  </a:schemeClr>
                </a:solidFill>
              </a:rPr>
              <a:t> in ageing ?</a:t>
            </a:r>
            <a:br>
              <a:rPr lang="en-US" b="1" i="1">
                <a:solidFill>
                  <a:schemeClr val="tx2">
                    <a:satMod val="200000"/>
                  </a:schemeClr>
                </a:solidFill>
              </a:rPr>
            </a:br>
            <a:r>
              <a:rPr lang="en-US" b="1" i="1">
                <a:solidFill>
                  <a:schemeClr val="tx2">
                    <a:satMod val="200000"/>
                  </a:schemeClr>
                </a:solidFill>
              </a:rPr>
              <a:t> </a:t>
            </a:r>
            <a:r>
              <a:rPr lang="en-US" b="1" i="1">
                <a:solidFill>
                  <a:srgbClr val="66FFFF"/>
                </a:solidFill>
                <a:latin typeface="Times New Roman" pitchFamily="18" charset="0"/>
              </a:rPr>
              <a:t>Organ System 5</a:t>
            </a:r>
          </a:p>
        </p:txBody>
      </p:sp>
      <p:sp>
        <p:nvSpPr>
          <p:cNvPr id="87043"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87044"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8704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03EE202-E608-4E56-80C0-836487B3EAE6}" type="slidenum">
              <a:rPr lang="en-US" altLang="en-US" sz="1200">
                <a:solidFill>
                  <a:schemeClr val="tx2"/>
                </a:solidFill>
              </a:rPr>
              <a:pPr/>
              <a:t>139</a:t>
            </a:fld>
            <a:endParaRPr lang="en-US" altLang="en-US" sz="1200">
              <a:solidFill>
                <a:schemeClr val="tx2"/>
              </a:solidFill>
            </a:endParaRPr>
          </a:p>
        </p:txBody>
      </p:sp>
    </p:spTree>
    <p:extLst>
      <p:ext uri="{BB962C8B-B14F-4D97-AF65-F5344CB8AC3E}">
        <p14:creationId xmlns:p14="http://schemas.microsoft.com/office/powerpoint/2010/main" val="121928824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62"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Hormone Changes</a:t>
            </a:r>
          </a:p>
        </p:txBody>
      </p:sp>
      <p:sp>
        <p:nvSpPr>
          <p:cNvPr id="88067" name="Rectangle 3"/>
          <p:cNvSpPr>
            <a:spLocks noGrp="1" noChangeArrowheads="1"/>
          </p:cNvSpPr>
          <p:nvPr>
            <p:ph idx="1"/>
          </p:nvPr>
        </p:nvSpPr>
        <p:spPr/>
        <p:txBody>
          <a:bodyPr/>
          <a:lstStyle/>
          <a:p>
            <a:pPr eaLnBrk="1" hangingPunct="1"/>
            <a:r>
              <a:rPr lang="en-US" altLang="en-US"/>
              <a:t>Can alter intellectual capabilities, memory, learning, and emotional states</a:t>
            </a:r>
          </a:p>
          <a:p>
            <a:pPr eaLnBrk="1" hangingPunct="1"/>
            <a:r>
              <a:rPr lang="en-US" altLang="en-US"/>
              <a:t>Affect behavior when endocrine glands are over secreting or under secreting</a:t>
            </a:r>
          </a:p>
        </p:txBody>
      </p:sp>
      <p:sp>
        <p:nvSpPr>
          <p:cNvPr id="8806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8806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8807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DCAF736-A2FE-4813-922B-96B5203FBC38}" type="slidenum">
              <a:rPr lang="en-US" altLang="en-US" sz="1200">
                <a:solidFill>
                  <a:schemeClr val="tx2"/>
                </a:solidFill>
              </a:rPr>
              <a:pPr/>
              <a:t>140</a:t>
            </a:fld>
            <a:endParaRPr lang="en-US" altLang="en-US" sz="1200">
              <a:solidFill>
                <a:schemeClr val="tx2"/>
              </a:solidFill>
            </a:endParaRPr>
          </a:p>
        </p:txBody>
      </p:sp>
    </p:spTree>
    <p:extLst>
      <p:ext uri="{BB962C8B-B14F-4D97-AF65-F5344CB8AC3E}">
        <p14:creationId xmlns:p14="http://schemas.microsoft.com/office/powerpoint/2010/main" val="70416760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3586" name="Rectangle 2"/>
          <p:cNvSpPr>
            <a:spLocks noGrp="1" noChangeArrowheads="1"/>
          </p:cNvSpPr>
          <p:nvPr>
            <p:ph type="title"/>
          </p:nvPr>
        </p:nvSpPr>
        <p:spPr/>
        <p:txBody>
          <a:bodyPr/>
          <a:lstStyle/>
          <a:p>
            <a:pPr eaLnBrk="1" fontAlgn="auto" hangingPunct="1">
              <a:spcAft>
                <a:spcPts val="0"/>
              </a:spcAft>
              <a:defRPr/>
            </a:pPr>
            <a:r>
              <a:rPr lang="en-GB">
                <a:solidFill>
                  <a:schemeClr val="tx2">
                    <a:satMod val="200000"/>
                  </a:schemeClr>
                </a:solidFill>
              </a:rPr>
              <a:t>Ageing</a:t>
            </a:r>
          </a:p>
        </p:txBody>
      </p:sp>
      <p:sp>
        <p:nvSpPr>
          <p:cNvPr id="89091" name="Rectangle 3"/>
          <p:cNvSpPr>
            <a:spLocks noGrp="1" noChangeArrowheads="1"/>
          </p:cNvSpPr>
          <p:nvPr>
            <p:ph idx="1"/>
          </p:nvPr>
        </p:nvSpPr>
        <p:spPr/>
        <p:txBody>
          <a:bodyPr/>
          <a:lstStyle/>
          <a:p>
            <a:pPr eaLnBrk="1" hangingPunct="1"/>
            <a:r>
              <a:rPr lang="en-US" altLang="en-US"/>
              <a:t>However,  if there are no disorders, hormones are known to cause few functional changes due to ageing</a:t>
            </a:r>
          </a:p>
          <a:p>
            <a:pPr eaLnBrk="1" hangingPunct="1"/>
            <a:r>
              <a:rPr lang="en-US" altLang="en-US"/>
              <a:t>Decline in concentration of:</a:t>
            </a:r>
          </a:p>
          <a:p>
            <a:pPr lvl="1" eaLnBrk="1" hangingPunct="1"/>
            <a:r>
              <a:rPr lang="en-US" altLang="en-US">
                <a:solidFill>
                  <a:schemeClr val="hlink"/>
                </a:solidFill>
              </a:rPr>
              <a:t>growth hormone</a:t>
            </a:r>
          </a:p>
          <a:p>
            <a:pPr lvl="1" eaLnBrk="1" hangingPunct="1"/>
            <a:r>
              <a:rPr lang="en-US" altLang="en-US">
                <a:solidFill>
                  <a:schemeClr val="hlink"/>
                </a:solidFill>
              </a:rPr>
              <a:t>reproductive hormones</a:t>
            </a:r>
          </a:p>
        </p:txBody>
      </p:sp>
      <p:sp>
        <p:nvSpPr>
          <p:cNvPr id="8909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8909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8909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C95D6198-88DE-45B7-8406-39AE0C48850A}" type="slidenum">
              <a:rPr lang="en-US" altLang="en-US" sz="1200">
                <a:solidFill>
                  <a:schemeClr val="tx2"/>
                </a:solidFill>
              </a:rPr>
              <a:pPr/>
              <a:t>141</a:t>
            </a:fld>
            <a:endParaRPr lang="en-US" altLang="en-US" sz="1200">
              <a:solidFill>
                <a:schemeClr val="tx2"/>
              </a:solidFill>
            </a:endParaRPr>
          </a:p>
        </p:txBody>
      </p:sp>
    </p:spTree>
    <p:extLst>
      <p:ext uri="{BB962C8B-B14F-4D97-AF65-F5344CB8AC3E}">
        <p14:creationId xmlns:p14="http://schemas.microsoft.com/office/powerpoint/2010/main" val="328762709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8706" name="Rectangle 2"/>
          <p:cNvSpPr>
            <a:spLocks noGrp="1" noChangeArrowheads="1"/>
          </p:cNvSpPr>
          <p:nvPr>
            <p:ph type="title"/>
          </p:nvPr>
        </p:nvSpPr>
        <p:spPr>
          <a:xfrm>
            <a:off x="685800" y="2857500"/>
            <a:ext cx="7772400" cy="1143000"/>
          </a:xfrm>
        </p:spPr>
        <p:txBody>
          <a:bodyPr/>
          <a:lstStyle/>
          <a:p>
            <a:pPr eaLnBrk="1" fontAlgn="auto" hangingPunct="1">
              <a:spcAft>
                <a:spcPts val="0"/>
              </a:spcAft>
              <a:defRPr/>
            </a:pPr>
            <a:r>
              <a:rPr lang="en-US" b="1" i="1">
                <a:solidFill>
                  <a:schemeClr val="tx2">
                    <a:satMod val="200000"/>
                  </a:schemeClr>
                </a:solidFill>
              </a:rPr>
              <a:t>What are the effects of ageing on the </a:t>
            </a:r>
            <a:r>
              <a:rPr lang="en-US" b="1" i="1">
                <a:solidFill>
                  <a:schemeClr val="hlink"/>
                </a:solidFill>
              </a:rPr>
              <a:t>cardiovascular system</a:t>
            </a:r>
            <a:r>
              <a:rPr lang="en-US" b="1" i="1">
                <a:solidFill>
                  <a:schemeClr val="tx2">
                    <a:satMod val="200000"/>
                  </a:schemeClr>
                </a:solidFill>
              </a:rPr>
              <a:t>?</a:t>
            </a:r>
            <a:br>
              <a:rPr lang="en-US" b="1" i="1">
                <a:solidFill>
                  <a:schemeClr val="tx2">
                    <a:satMod val="200000"/>
                  </a:schemeClr>
                </a:solidFill>
              </a:rPr>
            </a:br>
            <a:r>
              <a:rPr lang="en-US" b="1" i="1">
                <a:solidFill>
                  <a:schemeClr val="tx2">
                    <a:satMod val="200000"/>
                  </a:schemeClr>
                </a:solidFill>
              </a:rPr>
              <a:t> </a:t>
            </a:r>
            <a:r>
              <a:rPr lang="en-US" b="1" i="1">
                <a:solidFill>
                  <a:srgbClr val="66FFFF"/>
                </a:solidFill>
                <a:latin typeface="Times New Roman" pitchFamily="18" charset="0"/>
              </a:rPr>
              <a:t>Organ System 6</a:t>
            </a:r>
          </a:p>
        </p:txBody>
      </p:sp>
      <p:sp>
        <p:nvSpPr>
          <p:cNvPr id="90115"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90116"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9011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6898E39-E939-45B7-87D8-1445EAF83423}" type="slidenum">
              <a:rPr lang="en-US" altLang="en-US" sz="1200">
                <a:solidFill>
                  <a:schemeClr val="tx2"/>
                </a:solidFill>
              </a:rPr>
              <a:pPr/>
              <a:t>142</a:t>
            </a:fld>
            <a:endParaRPr lang="en-US" altLang="en-US" sz="1200">
              <a:solidFill>
                <a:schemeClr val="tx2"/>
              </a:solidFill>
            </a:endParaRPr>
          </a:p>
        </p:txBody>
      </p:sp>
    </p:spTree>
    <p:extLst>
      <p:ext uri="{BB962C8B-B14F-4D97-AF65-F5344CB8AC3E}">
        <p14:creationId xmlns:p14="http://schemas.microsoft.com/office/powerpoint/2010/main" val="165376461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9730"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Ageing and the </a:t>
            </a:r>
            <a:br>
              <a:rPr lang="en-US">
                <a:solidFill>
                  <a:schemeClr val="tx2">
                    <a:satMod val="200000"/>
                  </a:schemeClr>
                </a:solidFill>
              </a:rPr>
            </a:br>
            <a:r>
              <a:rPr lang="en-US">
                <a:solidFill>
                  <a:schemeClr val="tx2">
                    <a:satMod val="200000"/>
                  </a:schemeClr>
                </a:solidFill>
              </a:rPr>
              <a:t>Cardiovascular System</a:t>
            </a:r>
          </a:p>
        </p:txBody>
      </p:sp>
      <p:sp>
        <p:nvSpPr>
          <p:cNvPr id="91139" name="Rectangle 3"/>
          <p:cNvSpPr>
            <a:spLocks noGrp="1" noChangeArrowheads="1"/>
          </p:cNvSpPr>
          <p:nvPr>
            <p:ph idx="1"/>
          </p:nvPr>
        </p:nvSpPr>
        <p:spPr/>
        <p:txBody>
          <a:bodyPr/>
          <a:lstStyle/>
          <a:p>
            <a:pPr eaLnBrk="1" hangingPunct="1"/>
            <a:r>
              <a:rPr lang="en-US" altLang="en-US"/>
              <a:t>Cardiovascular capabilities decline with age</a:t>
            </a:r>
          </a:p>
          <a:p>
            <a:pPr eaLnBrk="1" hangingPunct="1"/>
            <a:r>
              <a:rPr lang="en-US" altLang="en-US"/>
              <a:t>Age-related changes occur in:</a:t>
            </a:r>
          </a:p>
          <a:p>
            <a:pPr lvl="1" eaLnBrk="1" hangingPunct="1"/>
            <a:r>
              <a:rPr lang="en-US" altLang="en-US">
                <a:solidFill>
                  <a:schemeClr val="accent1"/>
                </a:solidFill>
              </a:rPr>
              <a:t>blood</a:t>
            </a:r>
          </a:p>
          <a:p>
            <a:pPr lvl="1" eaLnBrk="1" hangingPunct="1"/>
            <a:r>
              <a:rPr lang="en-US" altLang="en-US">
                <a:solidFill>
                  <a:schemeClr val="accent1"/>
                </a:solidFill>
              </a:rPr>
              <a:t>heart </a:t>
            </a:r>
          </a:p>
          <a:p>
            <a:pPr lvl="1" eaLnBrk="1" hangingPunct="1"/>
            <a:r>
              <a:rPr lang="en-US" altLang="en-US">
                <a:solidFill>
                  <a:schemeClr val="accent1"/>
                </a:solidFill>
              </a:rPr>
              <a:t>blood vessels</a:t>
            </a:r>
          </a:p>
        </p:txBody>
      </p:sp>
      <p:sp>
        <p:nvSpPr>
          <p:cNvPr id="91140"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91141"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9114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D568467-691E-4CCC-A1F2-7700DEA8D37C}" type="slidenum">
              <a:rPr lang="en-US" altLang="en-US" sz="1200">
                <a:solidFill>
                  <a:schemeClr val="tx2"/>
                </a:solidFill>
              </a:rPr>
              <a:pPr/>
              <a:t>143</a:t>
            </a:fld>
            <a:endParaRPr lang="en-US" altLang="en-US" sz="1200">
              <a:solidFill>
                <a:schemeClr val="tx2"/>
              </a:solidFill>
            </a:endParaRPr>
          </a:p>
        </p:txBody>
      </p:sp>
    </p:spTree>
    <p:extLst>
      <p:ext uri="{BB962C8B-B14F-4D97-AF65-F5344CB8AC3E}">
        <p14:creationId xmlns:p14="http://schemas.microsoft.com/office/powerpoint/2010/main" val="316711029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0754"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3 Age-Related Changes in</a:t>
            </a:r>
            <a:r>
              <a:rPr lang="en-US">
                <a:solidFill>
                  <a:schemeClr val="tx1"/>
                </a:solidFill>
              </a:rPr>
              <a:t> Blood</a:t>
            </a:r>
            <a:endParaRPr lang="en-US">
              <a:solidFill>
                <a:schemeClr val="tx2">
                  <a:satMod val="200000"/>
                </a:schemeClr>
              </a:solidFill>
            </a:endParaRPr>
          </a:p>
        </p:txBody>
      </p:sp>
      <p:sp>
        <p:nvSpPr>
          <p:cNvPr id="92163" name="Rectangle 3"/>
          <p:cNvSpPr>
            <a:spLocks noGrp="1" noChangeArrowheads="1"/>
          </p:cNvSpPr>
          <p:nvPr>
            <p:ph idx="1"/>
          </p:nvPr>
        </p:nvSpPr>
        <p:spPr/>
        <p:txBody>
          <a:bodyPr/>
          <a:lstStyle/>
          <a:p>
            <a:pPr marL="609600" indent="-609600" eaLnBrk="1" hangingPunct="1">
              <a:buFont typeface="Times" panose="02020603050405020304" pitchFamily="18" charset="0"/>
              <a:buAutoNum type="arabicPeriod"/>
            </a:pPr>
            <a:r>
              <a:rPr lang="en-US" altLang="en-US"/>
              <a:t>Decreased hematocrit</a:t>
            </a:r>
          </a:p>
          <a:p>
            <a:pPr marL="609600" indent="-609600" eaLnBrk="1" hangingPunct="1">
              <a:buFont typeface="Times" panose="02020603050405020304" pitchFamily="18" charset="0"/>
              <a:buAutoNum type="arabicPeriod"/>
            </a:pPr>
            <a:r>
              <a:rPr lang="en-US" altLang="en-US"/>
              <a:t>Blood clots (</a:t>
            </a:r>
            <a:r>
              <a:rPr lang="en-US" altLang="en-US">
                <a:solidFill>
                  <a:schemeClr val="accent1"/>
                </a:solidFill>
              </a:rPr>
              <a:t>thrombus</a:t>
            </a:r>
            <a:r>
              <a:rPr lang="en-US" altLang="en-US"/>
              <a:t>)</a:t>
            </a:r>
          </a:p>
          <a:p>
            <a:pPr marL="609600" indent="-609600" eaLnBrk="1" hangingPunct="1">
              <a:buFont typeface="Times" panose="02020603050405020304" pitchFamily="18" charset="0"/>
              <a:buAutoNum type="arabicPeriod"/>
            </a:pPr>
            <a:r>
              <a:rPr lang="en-US" altLang="en-US"/>
              <a:t>Blood-pooling in legs </a:t>
            </a:r>
          </a:p>
          <a:p>
            <a:pPr marL="990600" lvl="1" indent="-533400" eaLnBrk="1" hangingPunct="1"/>
            <a:r>
              <a:rPr lang="en-US" altLang="en-US"/>
              <a:t>due to venous valve deterioration </a:t>
            </a:r>
          </a:p>
        </p:txBody>
      </p:sp>
      <p:sp>
        <p:nvSpPr>
          <p:cNvPr id="9216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9216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9216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51CE01D-6BAD-49DB-A83F-9C135276B9F4}" type="slidenum">
              <a:rPr lang="en-US" altLang="en-US" sz="1200">
                <a:solidFill>
                  <a:schemeClr val="tx2"/>
                </a:solidFill>
              </a:rPr>
              <a:pPr/>
              <a:t>144</a:t>
            </a:fld>
            <a:endParaRPr lang="en-US" altLang="en-US" sz="1200">
              <a:solidFill>
                <a:schemeClr val="tx2"/>
              </a:solidFill>
            </a:endParaRPr>
          </a:p>
        </p:txBody>
      </p:sp>
    </p:spTree>
    <p:extLst>
      <p:ext uri="{BB962C8B-B14F-4D97-AF65-F5344CB8AC3E}">
        <p14:creationId xmlns:p14="http://schemas.microsoft.com/office/powerpoint/2010/main" val="40667396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1778"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5 Age-Related </a:t>
            </a:r>
            <a:br>
              <a:rPr lang="en-US">
                <a:solidFill>
                  <a:schemeClr val="tx2">
                    <a:satMod val="200000"/>
                  </a:schemeClr>
                </a:solidFill>
              </a:rPr>
            </a:br>
            <a:r>
              <a:rPr lang="en-US">
                <a:solidFill>
                  <a:schemeClr val="tx2">
                    <a:satMod val="200000"/>
                  </a:schemeClr>
                </a:solidFill>
              </a:rPr>
              <a:t>Changes in the </a:t>
            </a:r>
            <a:r>
              <a:rPr lang="en-US">
                <a:solidFill>
                  <a:schemeClr val="accent1"/>
                </a:solidFill>
              </a:rPr>
              <a:t>Heart</a:t>
            </a:r>
            <a:r>
              <a:rPr lang="en-US">
                <a:solidFill>
                  <a:schemeClr val="tx2">
                    <a:satMod val="200000"/>
                  </a:schemeClr>
                </a:solidFill>
              </a:rPr>
              <a:t> </a:t>
            </a:r>
          </a:p>
        </p:txBody>
      </p:sp>
      <p:sp>
        <p:nvSpPr>
          <p:cNvPr id="93187" name="Rectangle 3"/>
          <p:cNvSpPr>
            <a:spLocks noGrp="1" noChangeArrowheads="1"/>
          </p:cNvSpPr>
          <p:nvPr>
            <p:ph idx="1"/>
          </p:nvPr>
        </p:nvSpPr>
        <p:spPr/>
        <p:txBody>
          <a:bodyPr/>
          <a:lstStyle/>
          <a:p>
            <a:pPr marL="609600" indent="-609600" eaLnBrk="1" hangingPunct="1">
              <a:buFont typeface="Times" panose="02020603050405020304" pitchFamily="18" charset="0"/>
              <a:buAutoNum type="arabicPeriod"/>
            </a:pPr>
            <a:r>
              <a:rPr lang="en-US" altLang="en-US"/>
              <a:t>Reduced maximum cardiac output</a:t>
            </a:r>
          </a:p>
          <a:p>
            <a:pPr marL="609600" indent="-609600" eaLnBrk="1" hangingPunct="1">
              <a:buFont typeface="Times" panose="02020603050405020304" pitchFamily="18" charset="0"/>
              <a:buAutoNum type="arabicPeriod"/>
            </a:pPr>
            <a:r>
              <a:rPr lang="en-US" altLang="en-US"/>
              <a:t>Changes in nodal and conducting cells</a:t>
            </a:r>
          </a:p>
          <a:p>
            <a:pPr marL="609600" indent="-609600" eaLnBrk="1" hangingPunct="1">
              <a:buFont typeface="Times" panose="02020603050405020304" pitchFamily="18" charset="0"/>
              <a:buAutoNum type="arabicPeriod"/>
            </a:pPr>
            <a:r>
              <a:rPr lang="en-US" altLang="en-US"/>
              <a:t>Reduced elasticity of fibrous skeleton</a:t>
            </a:r>
          </a:p>
          <a:p>
            <a:pPr marL="609600" indent="-609600" eaLnBrk="1" hangingPunct="1">
              <a:buFont typeface="Times" panose="02020603050405020304" pitchFamily="18" charset="0"/>
              <a:buAutoNum type="arabicPeriod"/>
            </a:pPr>
            <a:r>
              <a:rPr lang="en-US" altLang="en-US"/>
              <a:t>Progressive atherosclerosis</a:t>
            </a:r>
          </a:p>
          <a:p>
            <a:pPr marL="609600" indent="-609600" eaLnBrk="1" hangingPunct="1">
              <a:buFont typeface="Times" panose="02020603050405020304" pitchFamily="18" charset="0"/>
              <a:buAutoNum type="arabicPeriod"/>
            </a:pPr>
            <a:r>
              <a:rPr lang="en-US" altLang="en-US"/>
              <a:t>Replacement of damaged cardiac muscle cells by scar tissue</a:t>
            </a:r>
          </a:p>
          <a:p>
            <a:pPr marL="609600" indent="-609600" eaLnBrk="1" hangingPunct="1">
              <a:buFont typeface="Times" panose="02020603050405020304" pitchFamily="18" charset="0"/>
              <a:buNone/>
            </a:pPr>
            <a:endParaRPr lang="en-US" altLang="en-US"/>
          </a:p>
        </p:txBody>
      </p:sp>
      <p:sp>
        <p:nvSpPr>
          <p:cNvPr id="9318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9318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9319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21287AA-10FE-4344-A6BC-CA776938BB95}" type="slidenum">
              <a:rPr lang="en-US" altLang="en-US" sz="1200">
                <a:solidFill>
                  <a:schemeClr val="tx2"/>
                </a:solidFill>
              </a:rPr>
              <a:pPr/>
              <a:t>145</a:t>
            </a:fld>
            <a:endParaRPr lang="en-US" altLang="en-US" sz="1200">
              <a:solidFill>
                <a:schemeClr val="tx2"/>
              </a:solidFill>
            </a:endParaRPr>
          </a:p>
        </p:txBody>
      </p:sp>
    </p:spTree>
    <p:extLst>
      <p:ext uri="{BB962C8B-B14F-4D97-AF65-F5344CB8AC3E}">
        <p14:creationId xmlns:p14="http://schemas.microsoft.com/office/powerpoint/2010/main" val="274942221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02"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3 Age-Related </a:t>
            </a:r>
            <a:br>
              <a:rPr lang="en-US">
                <a:solidFill>
                  <a:schemeClr val="tx2">
                    <a:satMod val="200000"/>
                  </a:schemeClr>
                </a:solidFill>
              </a:rPr>
            </a:br>
            <a:r>
              <a:rPr lang="en-US">
                <a:solidFill>
                  <a:schemeClr val="tx2">
                    <a:satMod val="200000"/>
                  </a:schemeClr>
                </a:solidFill>
              </a:rPr>
              <a:t>Changes in </a:t>
            </a:r>
            <a:r>
              <a:rPr lang="en-US">
                <a:solidFill>
                  <a:schemeClr val="accent1"/>
                </a:solidFill>
              </a:rPr>
              <a:t>Blood Vessels</a:t>
            </a:r>
            <a:endParaRPr lang="en-US">
              <a:solidFill>
                <a:schemeClr val="tx2">
                  <a:satMod val="200000"/>
                </a:schemeClr>
              </a:solidFill>
            </a:endParaRPr>
          </a:p>
        </p:txBody>
      </p:sp>
      <p:sp>
        <p:nvSpPr>
          <p:cNvPr id="94211" name="Rectangle 3"/>
          <p:cNvSpPr>
            <a:spLocks noGrp="1" noChangeArrowheads="1"/>
          </p:cNvSpPr>
          <p:nvPr>
            <p:ph idx="1"/>
          </p:nvPr>
        </p:nvSpPr>
        <p:spPr/>
        <p:txBody>
          <a:bodyPr/>
          <a:lstStyle/>
          <a:p>
            <a:pPr marL="609600" indent="-609600" eaLnBrk="1" hangingPunct="1">
              <a:buFont typeface="Times" panose="02020603050405020304" pitchFamily="18" charset="0"/>
              <a:buAutoNum type="arabicPeriod"/>
            </a:pPr>
            <a:r>
              <a:rPr lang="en-US" altLang="en-US"/>
              <a:t>Arteries become less elastic:</a:t>
            </a:r>
          </a:p>
          <a:p>
            <a:pPr marL="990600" lvl="1" indent="-533400" eaLnBrk="1" hangingPunct="1"/>
            <a:r>
              <a:rPr lang="en-US" altLang="en-US"/>
              <a:t>pressure change can cause </a:t>
            </a:r>
            <a:r>
              <a:rPr lang="en-US" altLang="en-US">
                <a:solidFill>
                  <a:schemeClr val="accent1"/>
                </a:solidFill>
              </a:rPr>
              <a:t>aneurysm</a:t>
            </a:r>
            <a:endParaRPr lang="en-US" altLang="en-US"/>
          </a:p>
          <a:p>
            <a:pPr marL="609600" indent="-609600" eaLnBrk="1" hangingPunct="1">
              <a:buFont typeface="Times" panose="02020603050405020304" pitchFamily="18" charset="0"/>
              <a:buAutoNum type="arabicPeriod"/>
            </a:pPr>
            <a:r>
              <a:rPr lang="en-US" altLang="en-US"/>
              <a:t>Calcium deposits on vessel walls:</a:t>
            </a:r>
          </a:p>
          <a:p>
            <a:pPr marL="990600" lvl="1" indent="-533400" eaLnBrk="1" hangingPunct="1"/>
            <a:r>
              <a:rPr lang="en-US" altLang="en-US"/>
              <a:t>can cause stroke or infarction</a:t>
            </a:r>
          </a:p>
          <a:p>
            <a:pPr marL="609600" indent="-609600" eaLnBrk="1" hangingPunct="1">
              <a:buFont typeface="Times" panose="02020603050405020304" pitchFamily="18" charset="0"/>
              <a:buAutoNum type="arabicPeriod"/>
            </a:pPr>
            <a:r>
              <a:rPr lang="en-US" altLang="en-US"/>
              <a:t>Thrombi can form:</a:t>
            </a:r>
          </a:p>
          <a:p>
            <a:pPr marL="990600" lvl="1" indent="-533400" eaLnBrk="1" hangingPunct="1"/>
            <a:r>
              <a:rPr lang="en-US" altLang="en-US"/>
              <a:t>at atherosclerotic plaques</a:t>
            </a:r>
          </a:p>
        </p:txBody>
      </p:sp>
      <p:sp>
        <p:nvSpPr>
          <p:cNvPr id="9421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9421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9421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CD52E64D-D906-466C-AE1E-6A9D7C89D08E}" type="slidenum">
              <a:rPr lang="en-US" altLang="en-US" sz="1200">
                <a:solidFill>
                  <a:schemeClr val="tx2"/>
                </a:solidFill>
              </a:rPr>
              <a:pPr/>
              <a:t>146</a:t>
            </a:fld>
            <a:endParaRPr lang="en-US" altLang="en-US" sz="1200">
              <a:solidFill>
                <a:schemeClr val="tx2"/>
              </a:solidFill>
            </a:endParaRPr>
          </a:p>
        </p:txBody>
      </p:sp>
    </p:spTree>
    <p:extLst>
      <p:ext uri="{BB962C8B-B14F-4D97-AF65-F5344CB8AC3E}">
        <p14:creationId xmlns:p14="http://schemas.microsoft.com/office/powerpoint/2010/main" val="121276683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4850"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Clinical Patterns</a:t>
            </a:r>
          </a:p>
        </p:txBody>
      </p:sp>
      <p:sp>
        <p:nvSpPr>
          <p:cNvPr id="95235" name="Rectangle 3"/>
          <p:cNvSpPr>
            <a:spLocks noGrp="1" noChangeArrowheads="1"/>
          </p:cNvSpPr>
          <p:nvPr>
            <p:ph idx="1"/>
          </p:nvPr>
        </p:nvSpPr>
        <p:spPr/>
        <p:txBody>
          <a:bodyPr/>
          <a:lstStyle/>
          <a:p>
            <a:pPr eaLnBrk="1" hangingPunct="1"/>
            <a:r>
              <a:rPr lang="en-US" altLang="en-US"/>
              <a:t>There are many categories of cardiovascular disorders</a:t>
            </a:r>
          </a:p>
          <a:p>
            <a:pPr eaLnBrk="1" hangingPunct="1"/>
            <a:r>
              <a:rPr lang="en-US" altLang="en-US"/>
              <a:t>Disorders may:</a:t>
            </a:r>
          </a:p>
          <a:p>
            <a:pPr lvl="1" eaLnBrk="1" hangingPunct="1"/>
            <a:r>
              <a:rPr lang="en-US" altLang="en-US"/>
              <a:t>affect all cells and systems</a:t>
            </a:r>
          </a:p>
          <a:p>
            <a:pPr lvl="1" eaLnBrk="1" hangingPunct="1"/>
            <a:r>
              <a:rPr lang="en-US" altLang="en-US"/>
              <a:t>be structural or functional</a:t>
            </a:r>
          </a:p>
          <a:p>
            <a:pPr lvl="1" eaLnBrk="1" hangingPunct="1"/>
            <a:r>
              <a:rPr lang="en-US" altLang="en-US"/>
              <a:t>result from disease or trauma</a:t>
            </a:r>
          </a:p>
        </p:txBody>
      </p:sp>
      <p:sp>
        <p:nvSpPr>
          <p:cNvPr id="9523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9523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9523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DDE021C-14FE-40E9-BB41-469309996D58}" type="slidenum">
              <a:rPr lang="en-US" altLang="en-US" sz="1200">
                <a:solidFill>
                  <a:schemeClr val="tx2"/>
                </a:solidFill>
              </a:rPr>
              <a:pPr/>
              <a:t>147</a:t>
            </a:fld>
            <a:endParaRPr lang="en-US" altLang="en-US" sz="1200">
              <a:solidFill>
                <a:schemeClr val="tx2"/>
              </a:solidFill>
            </a:endParaRPr>
          </a:p>
        </p:txBody>
      </p:sp>
    </p:spTree>
    <p:extLst>
      <p:ext uri="{BB962C8B-B14F-4D97-AF65-F5344CB8AC3E}">
        <p14:creationId xmlns:p14="http://schemas.microsoft.com/office/powerpoint/2010/main" val="415620499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5874" name="Rectangle 2"/>
          <p:cNvSpPr>
            <a:spLocks noGrp="1" noChangeArrowheads="1"/>
          </p:cNvSpPr>
          <p:nvPr>
            <p:ph type="title"/>
          </p:nvPr>
        </p:nvSpPr>
        <p:spPr>
          <a:xfrm>
            <a:off x="685800" y="2343150"/>
            <a:ext cx="7772400" cy="2171700"/>
          </a:xfrm>
        </p:spPr>
        <p:txBody>
          <a:bodyPr/>
          <a:lstStyle/>
          <a:p>
            <a:pPr eaLnBrk="1" fontAlgn="auto" hangingPunct="1">
              <a:spcAft>
                <a:spcPts val="0"/>
              </a:spcAft>
              <a:defRPr/>
            </a:pPr>
            <a:r>
              <a:rPr lang="en-US" sz="3600" b="1" i="1">
                <a:solidFill>
                  <a:schemeClr val="tx2">
                    <a:satMod val="200000"/>
                  </a:schemeClr>
                </a:solidFill>
              </a:rPr>
              <a:t>What are the effects of </a:t>
            </a:r>
            <a:br>
              <a:rPr lang="en-US" sz="3600" b="1" i="1">
                <a:solidFill>
                  <a:schemeClr val="tx2">
                    <a:satMod val="200000"/>
                  </a:schemeClr>
                </a:solidFill>
              </a:rPr>
            </a:br>
            <a:r>
              <a:rPr lang="en-US" sz="3600" b="1" i="1">
                <a:solidFill>
                  <a:schemeClr val="tx2">
                    <a:satMod val="200000"/>
                  </a:schemeClr>
                </a:solidFill>
              </a:rPr>
              <a:t>ageing on the </a:t>
            </a:r>
            <a:r>
              <a:rPr lang="en-US" sz="3600" b="1" i="1">
                <a:solidFill>
                  <a:schemeClr val="hlink"/>
                </a:solidFill>
              </a:rPr>
              <a:t>lymphatic </a:t>
            </a:r>
            <a:br>
              <a:rPr lang="en-US" sz="3600" b="1" i="1">
                <a:solidFill>
                  <a:schemeClr val="hlink"/>
                </a:solidFill>
              </a:rPr>
            </a:br>
            <a:r>
              <a:rPr lang="en-US" sz="3600" b="1" i="1">
                <a:solidFill>
                  <a:schemeClr val="hlink"/>
                </a:solidFill>
              </a:rPr>
              <a:t>system</a:t>
            </a:r>
            <a:r>
              <a:rPr lang="en-US" sz="3600" b="1" i="1">
                <a:solidFill>
                  <a:schemeClr val="tx2">
                    <a:satMod val="200000"/>
                  </a:schemeClr>
                </a:solidFill>
              </a:rPr>
              <a:t> and immune response?</a:t>
            </a:r>
            <a:br>
              <a:rPr lang="en-US" sz="3600" b="1" i="1">
                <a:solidFill>
                  <a:schemeClr val="tx2">
                    <a:satMod val="200000"/>
                  </a:schemeClr>
                </a:solidFill>
              </a:rPr>
            </a:br>
            <a:r>
              <a:rPr lang="en-US" sz="3600" b="1" i="1">
                <a:solidFill>
                  <a:schemeClr val="tx2">
                    <a:satMod val="200000"/>
                  </a:schemeClr>
                </a:solidFill>
              </a:rPr>
              <a:t> </a:t>
            </a:r>
            <a:r>
              <a:rPr lang="en-US" sz="3600" b="1" i="1">
                <a:solidFill>
                  <a:srgbClr val="66FFFF"/>
                </a:solidFill>
                <a:latin typeface="Times New Roman" pitchFamily="18" charset="0"/>
              </a:rPr>
              <a:t>Organ System 7</a:t>
            </a:r>
          </a:p>
        </p:txBody>
      </p:sp>
      <p:sp>
        <p:nvSpPr>
          <p:cNvPr id="96259"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96260"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9626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7BFD98AA-17F3-40BF-9F63-80A1D155D95B}" type="slidenum">
              <a:rPr lang="en-US" altLang="en-US" sz="1200">
                <a:solidFill>
                  <a:schemeClr val="tx2"/>
                </a:solidFill>
              </a:rPr>
              <a:pPr/>
              <a:t>148</a:t>
            </a:fld>
            <a:endParaRPr lang="en-US" altLang="en-US" sz="1200">
              <a:solidFill>
                <a:schemeClr val="tx2"/>
              </a:solidFill>
            </a:endParaRPr>
          </a:p>
        </p:txBody>
      </p:sp>
    </p:spTree>
    <p:extLst>
      <p:ext uri="{BB962C8B-B14F-4D97-AF65-F5344CB8AC3E}">
        <p14:creationId xmlns:p14="http://schemas.microsoft.com/office/powerpoint/2010/main" val="8871782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6898" name="Rectangle 2"/>
          <p:cNvSpPr>
            <a:spLocks noGrp="1" noChangeArrowheads="1"/>
          </p:cNvSpPr>
          <p:nvPr>
            <p:ph type="title"/>
          </p:nvPr>
        </p:nvSpPr>
        <p:spPr/>
        <p:txBody>
          <a:bodyPr/>
          <a:lstStyle/>
          <a:p>
            <a:pPr eaLnBrk="1" fontAlgn="auto" hangingPunct="1">
              <a:spcAft>
                <a:spcPts val="0"/>
              </a:spcAft>
              <a:defRPr/>
            </a:pPr>
            <a:r>
              <a:rPr lang="en-US" sz="3600">
                <a:solidFill>
                  <a:schemeClr val="tx2">
                    <a:satMod val="200000"/>
                  </a:schemeClr>
                </a:solidFill>
              </a:rPr>
              <a:t>Ageing and the Immune Response</a:t>
            </a:r>
          </a:p>
        </p:txBody>
      </p:sp>
      <p:sp>
        <p:nvSpPr>
          <p:cNvPr id="97283" name="Rectangle 3"/>
          <p:cNvSpPr>
            <a:spLocks noGrp="1" noChangeArrowheads="1"/>
          </p:cNvSpPr>
          <p:nvPr>
            <p:ph idx="1"/>
          </p:nvPr>
        </p:nvSpPr>
        <p:spPr/>
        <p:txBody>
          <a:bodyPr/>
          <a:lstStyle/>
          <a:p>
            <a:pPr eaLnBrk="1" hangingPunct="1"/>
            <a:r>
              <a:rPr lang="en-US" altLang="en-US"/>
              <a:t>Immune system deteriorates with age, increasing vulnerability to infections and cancer</a:t>
            </a:r>
          </a:p>
        </p:txBody>
      </p:sp>
      <p:sp>
        <p:nvSpPr>
          <p:cNvPr id="9728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9728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9728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D651886-3AED-4B1D-81A1-41D046FCBBA0}" type="slidenum">
              <a:rPr lang="en-US" altLang="en-US" sz="1200">
                <a:solidFill>
                  <a:schemeClr val="tx2"/>
                </a:solidFill>
              </a:rPr>
              <a:pPr/>
              <a:t>149</a:t>
            </a:fld>
            <a:endParaRPr lang="en-US" altLang="en-US" sz="1200">
              <a:solidFill>
                <a:schemeClr val="tx2"/>
              </a:solidFill>
            </a:endParaRPr>
          </a:p>
        </p:txBody>
      </p:sp>
    </p:spTree>
    <p:extLst>
      <p:ext uri="{BB962C8B-B14F-4D97-AF65-F5344CB8AC3E}">
        <p14:creationId xmlns:p14="http://schemas.microsoft.com/office/powerpoint/2010/main" val="187412125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7922"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4 Effects of Ageing </a:t>
            </a:r>
            <a:br>
              <a:rPr lang="en-US">
                <a:solidFill>
                  <a:schemeClr val="tx2">
                    <a:satMod val="200000"/>
                  </a:schemeClr>
                </a:solidFill>
              </a:rPr>
            </a:br>
            <a:r>
              <a:rPr lang="en-US">
                <a:solidFill>
                  <a:schemeClr val="tx2">
                    <a:satMod val="200000"/>
                  </a:schemeClr>
                </a:solidFill>
              </a:rPr>
              <a:t>on Immune Response</a:t>
            </a:r>
          </a:p>
        </p:txBody>
      </p:sp>
      <p:sp>
        <p:nvSpPr>
          <p:cNvPr id="98307" name="Rectangle 3"/>
          <p:cNvSpPr>
            <a:spLocks noGrp="1" noChangeArrowheads="1"/>
          </p:cNvSpPr>
          <p:nvPr>
            <p:ph idx="1"/>
          </p:nvPr>
        </p:nvSpPr>
        <p:spPr/>
        <p:txBody>
          <a:bodyPr/>
          <a:lstStyle/>
          <a:p>
            <a:pPr marL="609600" indent="-609600" eaLnBrk="1" hangingPunct="1">
              <a:buFont typeface="Times" panose="02020603050405020304" pitchFamily="18" charset="0"/>
              <a:buAutoNum type="arabicPeriod"/>
            </a:pPr>
            <a:r>
              <a:rPr lang="en-US" altLang="en-US"/>
              <a:t>Thymic hormone production:</a:t>
            </a:r>
          </a:p>
          <a:p>
            <a:pPr marL="990600" lvl="1" indent="-533400" eaLnBrk="1" hangingPunct="1"/>
            <a:r>
              <a:rPr lang="en-US" altLang="en-US"/>
              <a:t>greatly reduced</a:t>
            </a:r>
          </a:p>
          <a:p>
            <a:pPr marL="609600" indent="-609600" eaLnBrk="1" hangingPunct="1">
              <a:buFont typeface="Times" panose="02020603050405020304" pitchFamily="18" charset="0"/>
              <a:buAutoNum type="arabicPeriod"/>
            </a:pPr>
            <a:r>
              <a:rPr lang="en-US" altLang="en-US"/>
              <a:t>T cells:</a:t>
            </a:r>
          </a:p>
          <a:p>
            <a:pPr marL="990600" lvl="1" indent="-533400" eaLnBrk="1" hangingPunct="1"/>
            <a:r>
              <a:rPr lang="en-US" altLang="en-US"/>
              <a:t>become less responsive to antigens</a:t>
            </a:r>
          </a:p>
        </p:txBody>
      </p:sp>
      <p:sp>
        <p:nvSpPr>
          <p:cNvPr id="9830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9830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9831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8A8D134-463A-4358-B8DE-69D48A71F1DB}" type="slidenum">
              <a:rPr lang="en-US" altLang="en-US" sz="1200">
                <a:solidFill>
                  <a:schemeClr val="tx2"/>
                </a:solidFill>
              </a:rPr>
              <a:pPr/>
              <a:t>150</a:t>
            </a:fld>
            <a:endParaRPr lang="en-US" altLang="en-US" sz="1200">
              <a:solidFill>
                <a:schemeClr val="tx2"/>
              </a:solidFill>
            </a:endParaRPr>
          </a:p>
        </p:txBody>
      </p:sp>
    </p:spTree>
    <p:extLst>
      <p:ext uri="{BB962C8B-B14F-4D97-AF65-F5344CB8AC3E}">
        <p14:creationId xmlns:p14="http://schemas.microsoft.com/office/powerpoint/2010/main" val="413327889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8946"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4 Effects of Ageing </a:t>
            </a:r>
            <a:br>
              <a:rPr lang="en-US">
                <a:solidFill>
                  <a:schemeClr val="tx2">
                    <a:satMod val="200000"/>
                  </a:schemeClr>
                </a:solidFill>
              </a:rPr>
            </a:br>
            <a:r>
              <a:rPr lang="en-US">
                <a:solidFill>
                  <a:schemeClr val="tx2">
                    <a:satMod val="200000"/>
                  </a:schemeClr>
                </a:solidFill>
              </a:rPr>
              <a:t>on Immune Response</a:t>
            </a:r>
          </a:p>
        </p:txBody>
      </p:sp>
      <p:sp>
        <p:nvSpPr>
          <p:cNvPr id="99331" name="Rectangle 3"/>
          <p:cNvSpPr>
            <a:spLocks noGrp="1" noChangeArrowheads="1"/>
          </p:cNvSpPr>
          <p:nvPr>
            <p:ph idx="1"/>
          </p:nvPr>
        </p:nvSpPr>
        <p:spPr/>
        <p:txBody>
          <a:bodyPr/>
          <a:lstStyle/>
          <a:p>
            <a:pPr marL="609600" indent="-609600" eaLnBrk="1" hangingPunct="1">
              <a:buFont typeface="Times" panose="02020603050405020304" pitchFamily="18" charset="0"/>
              <a:buAutoNum type="arabicPeriod" startAt="3"/>
            </a:pPr>
            <a:r>
              <a:rPr lang="en-US" altLang="en-US"/>
              <a:t>Fewer T cells reduce responsiveness of B cells </a:t>
            </a:r>
          </a:p>
          <a:p>
            <a:pPr marL="609600" indent="-609600" eaLnBrk="1" hangingPunct="1">
              <a:buFont typeface="Times" panose="02020603050405020304" pitchFamily="18" charset="0"/>
              <a:buAutoNum type="arabicPeriod" startAt="3"/>
            </a:pPr>
            <a:r>
              <a:rPr lang="en-US" altLang="en-US"/>
              <a:t>Immune surveillance against tumor cells declines </a:t>
            </a:r>
          </a:p>
        </p:txBody>
      </p:sp>
      <p:sp>
        <p:nvSpPr>
          <p:cNvPr id="9933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9933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9933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AA7ABBC-AD0B-477C-85AE-228934051AE4}" type="slidenum">
              <a:rPr lang="en-US" altLang="en-US" sz="1200">
                <a:solidFill>
                  <a:schemeClr val="tx2"/>
                </a:solidFill>
              </a:rPr>
              <a:pPr/>
              <a:t>151</a:t>
            </a:fld>
            <a:endParaRPr lang="en-US" altLang="en-US" sz="1200">
              <a:solidFill>
                <a:schemeClr val="tx2"/>
              </a:solidFill>
            </a:endParaRPr>
          </a:p>
        </p:txBody>
      </p:sp>
    </p:spTree>
    <p:extLst>
      <p:ext uri="{BB962C8B-B14F-4D97-AF65-F5344CB8AC3E}">
        <p14:creationId xmlns:p14="http://schemas.microsoft.com/office/powerpoint/2010/main" val="222892094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994"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Nervous and Endocrine Systems </a:t>
            </a:r>
          </a:p>
        </p:txBody>
      </p:sp>
      <p:sp>
        <p:nvSpPr>
          <p:cNvPr id="100355" name="Rectangle 3"/>
          <p:cNvSpPr>
            <a:spLocks noGrp="1" noChangeArrowheads="1"/>
          </p:cNvSpPr>
          <p:nvPr>
            <p:ph idx="1"/>
          </p:nvPr>
        </p:nvSpPr>
        <p:spPr/>
        <p:txBody>
          <a:bodyPr/>
          <a:lstStyle/>
          <a:p>
            <a:pPr eaLnBrk="1" hangingPunct="1"/>
            <a:r>
              <a:rPr lang="en-US" altLang="en-US"/>
              <a:t>Interact with thymic hormones</a:t>
            </a:r>
          </a:p>
          <a:p>
            <a:pPr eaLnBrk="1" hangingPunct="1"/>
            <a:r>
              <a:rPr lang="en-US" altLang="en-US"/>
              <a:t>Adjust sensitivity of immune response </a:t>
            </a:r>
          </a:p>
        </p:txBody>
      </p:sp>
      <p:sp>
        <p:nvSpPr>
          <p:cNvPr id="10035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0035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0035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652AE2C-1352-40E1-B811-622AD2904D88}" type="slidenum">
              <a:rPr lang="en-US" altLang="en-US" sz="1200">
                <a:solidFill>
                  <a:schemeClr val="tx2"/>
                </a:solidFill>
              </a:rPr>
              <a:pPr/>
              <a:t>152</a:t>
            </a:fld>
            <a:endParaRPr lang="en-US" altLang="en-US" sz="1200">
              <a:solidFill>
                <a:schemeClr val="tx2"/>
              </a:solidFill>
            </a:endParaRPr>
          </a:p>
        </p:txBody>
      </p:sp>
    </p:spTree>
    <p:extLst>
      <p:ext uri="{BB962C8B-B14F-4D97-AF65-F5344CB8AC3E}">
        <p14:creationId xmlns:p14="http://schemas.microsoft.com/office/powerpoint/2010/main" val="18502171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018"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Disorders of the </a:t>
            </a:r>
            <a:br>
              <a:rPr lang="en-US">
                <a:solidFill>
                  <a:schemeClr val="tx2">
                    <a:satMod val="200000"/>
                  </a:schemeClr>
                </a:solidFill>
              </a:rPr>
            </a:br>
            <a:r>
              <a:rPr lang="en-US">
                <a:solidFill>
                  <a:schemeClr val="tx2">
                    <a:satMod val="200000"/>
                  </a:schemeClr>
                </a:solidFill>
              </a:rPr>
              <a:t>Lymphatic System </a:t>
            </a:r>
          </a:p>
        </p:txBody>
      </p:sp>
      <p:sp>
        <p:nvSpPr>
          <p:cNvPr id="101379" name="Rectangle 3"/>
          <p:cNvSpPr>
            <a:spLocks noGrp="1" noChangeArrowheads="1"/>
          </p:cNvSpPr>
          <p:nvPr>
            <p:ph idx="1"/>
          </p:nvPr>
        </p:nvSpPr>
        <p:spPr/>
        <p:txBody>
          <a:bodyPr/>
          <a:lstStyle/>
          <a:p>
            <a:pPr eaLnBrk="1" hangingPunct="1"/>
            <a:r>
              <a:rPr lang="en-US" altLang="en-US"/>
              <a:t>3 categories affect immune response:</a:t>
            </a:r>
          </a:p>
          <a:p>
            <a:pPr lvl="1" eaLnBrk="1" hangingPunct="1"/>
            <a:r>
              <a:rPr lang="en-US" altLang="en-US"/>
              <a:t>disorders resulting from:</a:t>
            </a:r>
          </a:p>
          <a:p>
            <a:pPr lvl="2" eaLnBrk="1" hangingPunct="1"/>
            <a:r>
              <a:rPr lang="en-US" altLang="en-US"/>
              <a:t>an insufficient immune response</a:t>
            </a:r>
          </a:p>
          <a:p>
            <a:pPr lvl="2" eaLnBrk="1" hangingPunct="1"/>
            <a:r>
              <a:rPr lang="en-US" altLang="en-US"/>
              <a:t>an inappropriate immune response</a:t>
            </a:r>
          </a:p>
          <a:p>
            <a:pPr lvl="2" eaLnBrk="1" hangingPunct="1"/>
            <a:r>
              <a:rPr lang="en-US" altLang="en-US"/>
              <a:t>an excessive immune response</a:t>
            </a:r>
          </a:p>
        </p:txBody>
      </p:sp>
      <p:sp>
        <p:nvSpPr>
          <p:cNvPr id="101380"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01381"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0138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CC6304B-7CA9-4862-925A-39812A2A8A49}" type="slidenum">
              <a:rPr lang="en-US" altLang="en-US" sz="1200">
                <a:solidFill>
                  <a:schemeClr val="tx2"/>
                </a:solidFill>
              </a:rPr>
              <a:pPr/>
              <a:t>153</a:t>
            </a:fld>
            <a:endParaRPr lang="en-US" altLang="en-US" sz="1200">
              <a:solidFill>
                <a:schemeClr val="tx2"/>
              </a:solidFill>
            </a:endParaRPr>
          </a:p>
        </p:txBody>
      </p:sp>
    </p:spTree>
    <p:extLst>
      <p:ext uri="{BB962C8B-B14F-4D97-AF65-F5344CB8AC3E}">
        <p14:creationId xmlns:p14="http://schemas.microsoft.com/office/powerpoint/2010/main" val="287513335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986" name="Rectangle 2"/>
          <p:cNvSpPr>
            <a:spLocks noGrp="1" noChangeArrowheads="1"/>
          </p:cNvSpPr>
          <p:nvPr>
            <p:ph type="title"/>
          </p:nvPr>
        </p:nvSpPr>
        <p:spPr>
          <a:xfrm>
            <a:off x="685800" y="2857500"/>
            <a:ext cx="7772400" cy="1143000"/>
          </a:xfrm>
        </p:spPr>
        <p:txBody>
          <a:bodyPr/>
          <a:lstStyle/>
          <a:p>
            <a:pPr eaLnBrk="1" fontAlgn="auto" hangingPunct="1">
              <a:spcAft>
                <a:spcPts val="0"/>
              </a:spcAft>
              <a:defRPr/>
            </a:pPr>
            <a:r>
              <a:rPr lang="en-US" b="1" i="1">
                <a:solidFill>
                  <a:schemeClr val="tx2">
                    <a:satMod val="200000"/>
                  </a:schemeClr>
                </a:solidFill>
              </a:rPr>
              <a:t>What are the effects of ageing on the </a:t>
            </a:r>
            <a:r>
              <a:rPr lang="en-US" b="1" i="1">
                <a:solidFill>
                  <a:schemeClr val="hlink"/>
                </a:solidFill>
              </a:rPr>
              <a:t>Respiratory</a:t>
            </a:r>
            <a:r>
              <a:rPr lang="en-US" b="1" i="1">
                <a:solidFill>
                  <a:schemeClr val="tx2">
                    <a:satMod val="200000"/>
                  </a:schemeClr>
                </a:solidFill>
              </a:rPr>
              <a:t> system?</a:t>
            </a:r>
            <a:br>
              <a:rPr lang="en-US" b="1" i="1">
                <a:solidFill>
                  <a:schemeClr val="tx2">
                    <a:satMod val="200000"/>
                  </a:schemeClr>
                </a:solidFill>
              </a:rPr>
            </a:br>
            <a:r>
              <a:rPr lang="en-US" b="1" i="1">
                <a:solidFill>
                  <a:schemeClr val="tx2">
                    <a:satMod val="200000"/>
                  </a:schemeClr>
                </a:solidFill>
              </a:rPr>
              <a:t> </a:t>
            </a:r>
            <a:r>
              <a:rPr lang="en-US" b="1" i="1">
                <a:solidFill>
                  <a:srgbClr val="66FFFF"/>
                </a:solidFill>
                <a:latin typeface="Times New Roman" pitchFamily="18" charset="0"/>
              </a:rPr>
              <a:t>Organ System 8</a:t>
            </a:r>
          </a:p>
        </p:txBody>
      </p:sp>
      <p:sp>
        <p:nvSpPr>
          <p:cNvPr id="102403"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02404"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0240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6F2D5F1-5C45-44E0-9E68-B779CB08AAE0}" type="slidenum">
              <a:rPr lang="en-US" altLang="en-US" sz="1200">
                <a:solidFill>
                  <a:schemeClr val="tx2"/>
                </a:solidFill>
              </a:rPr>
              <a:pPr/>
              <a:t>154</a:t>
            </a:fld>
            <a:endParaRPr lang="en-US" altLang="en-US" sz="1200">
              <a:solidFill>
                <a:schemeClr val="tx2"/>
              </a:solidFill>
            </a:endParaRPr>
          </a:p>
        </p:txBody>
      </p:sp>
    </p:spTree>
    <p:extLst>
      <p:ext uri="{BB962C8B-B14F-4D97-AF65-F5344CB8AC3E}">
        <p14:creationId xmlns:p14="http://schemas.microsoft.com/office/powerpoint/2010/main" val="64891201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4066"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3 Effects of Ageing on </a:t>
            </a:r>
            <a:br>
              <a:rPr lang="en-US">
                <a:solidFill>
                  <a:schemeClr val="tx2">
                    <a:satMod val="200000"/>
                  </a:schemeClr>
                </a:solidFill>
              </a:rPr>
            </a:br>
            <a:r>
              <a:rPr lang="en-US">
                <a:solidFill>
                  <a:schemeClr val="tx2">
                    <a:satMod val="200000"/>
                  </a:schemeClr>
                </a:solidFill>
              </a:rPr>
              <a:t>the </a:t>
            </a:r>
            <a:r>
              <a:rPr lang="en-US">
                <a:solidFill>
                  <a:schemeClr val="hlink"/>
                </a:solidFill>
              </a:rPr>
              <a:t>Respiratory System</a:t>
            </a:r>
          </a:p>
        </p:txBody>
      </p:sp>
      <p:sp>
        <p:nvSpPr>
          <p:cNvPr id="103427" name="Rectangle 3"/>
          <p:cNvSpPr>
            <a:spLocks noGrp="1" noChangeArrowheads="1"/>
          </p:cNvSpPr>
          <p:nvPr>
            <p:ph idx="1"/>
          </p:nvPr>
        </p:nvSpPr>
        <p:spPr/>
        <p:txBody>
          <a:bodyPr/>
          <a:lstStyle/>
          <a:p>
            <a:pPr marL="609600" indent="-609600" eaLnBrk="1" hangingPunct="1">
              <a:buFont typeface="Times" panose="02020603050405020304" pitchFamily="18" charset="0"/>
              <a:buAutoNum type="arabicPeriod"/>
            </a:pPr>
            <a:r>
              <a:rPr lang="en-US" altLang="en-US"/>
              <a:t>Elastic tissues deteriorate:</a:t>
            </a:r>
          </a:p>
          <a:p>
            <a:pPr marL="990600" lvl="1" indent="-533400" eaLnBrk="1" hangingPunct="1"/>
            <a:r>
              <a:rPr lang="en-US" altLang="en-US"/>
              <a:t>reducing lung compliance</a:t>
            </a:r>
          </a:p>
          <a:p>
            <a:pPr marL="990600" lvl="1" indent="-533400" eaLnBrk="1" hangingPunct="1"/>
            <a:r>
              <a:rPr lang="en-US" altLang="en-US"/>
              <a:t>lowering vital capacity</a:t>
            </a:r>
          </a:p>
        </p:txBody>
      </p:sp>
      <p:sp>
        <p:nvSpPr>
          <p:cNvPr id="10342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0342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0343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F79E209-338E-46B1-AB82-7B389E6503F1}" type="slidenum">
              <a:rPr lang="en-US" altLang="en-US" sz="1200">
                <a:solidFill>
                  <a:schemeClr val="tx2"/>
                </a:solidFill>
              </a:rPr>
              <a:pPr/>
              <a:t>155</a:t>
            </a:fld>
            <a:endParaRPr lang="en-US" altLang="en-US" sz="1200">
              <a:solidFill>
                <a:schemeClr val="tx2"/>
              </a:solidFill>
            </a:endParaRPr>
          </a:p>
        </p:txBody>
      </p:sp>
    </p:spTree>
    <p:extLst>
      <p:ext uri="{BB962C8B-B14F-4D97-AF65-F5344CB8AC3E}">
        <p14:creationId xmlns:p14="http://schemas.microsoft.com/office/powerpoint/2010/main" val="130299331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5090"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3 Effects of Ageing on </a:t>
            </a:r>
            <a:br>
              <a:rPr lang="en-US">
                <a:solidFill>
                  <a:schemeClr val="tx2">
                    <a:satMod val="200000"/>
                  </a:schemeClr>
                </a:solidFill>
              </a:rPr>
            </a:br>
            <a:r>
              <a:rPr lang="en-US">
                <a:solidFill>
                  <a:schemeClr val="tx2">
                    <a:satMod val="200000"/>
                  </a:schemeClr>
                </a:solidFill>
              </a:rPr>
              <a:t>the Respiratory System</a:t>
            </a:r>
          </a:p>
        </p:txBody>
      </p:sp>
      <p:sp>
        <p:nvSpPr>
          <p:cNvPr id="104451" name="Rectangle 3"/>
          <p:cNvSpPr>
            <a:spLocks noGrp="1" noChangeArrowheads="1"/>
          </p:cNvSpPr>
          <p:nvPr>
            <p:ph idx="1"/>
          </p:nvPr>
        </p:nvSpPr>
        <p:spPr/>
        <p:txBody>
          <a:bodyPr/>
          <a:lstStyle/>
          <a:p>
            <a:pPr marL="609600" indent="-609600" eaLnBrk="1" hangingPunct="1">
              <a:buFont typeface="Times" panose="02020603050405020304" pitchFamily="18" charset="0"/>
              <a:buAutoNum type="arabicPeriod" startAt="2"/>
            </a:pPr>
            <a:r>
              <a:rPr lang="en-US" altLang="en-US"/>
              <a:t>Arthritic changes:</a:t>
            </a:r>
          </a:p>
          <a:p>
            <a:pPr marL="990600" lvl="1" indent="-533400" eaLnBrk="1" hangingPunct="1"/>
            <a:r>
              <a:rPr lang="en-US" altLang="en-US"/>
              <a:t>restrict chest movements</a:t>
            </a:r>
          </a:p>
          <a:p>
            <a:pPr marL="990600" lvl="1" indent="-533400" eaLnBrk="1" hangingPunct="1"/>
            <a:r>
              <a:rPr lang="en-US" altLang="en-US"/>
              <a:t>limit respiratory minute volume</a:t>
            </a:r>
          </a:p>
        </p:txBody>
      </p:sp>
      <p:sp>
        <p:nvSpPr>
          <p:cNvPr id="10445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0445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0445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CDBFEC8-D571-434B-BC5F-98696738F711}" type="slidenum">
              <a:rPr lang="en-US" altLang="en-US" sz="1200">
                <a:solidFill>
                  <a:schemeClr val="tx2"/>
                </a:solidFill>
              </a:rPr>
              <a:pPr/>
              <a:t>156</a:t>
            </a:fld>
            <a:endParaRPr lang="en-US" altLang="en-US" sz="1200">
              <a:solidFill>
                <a:schemeClr val="tx2"/>
              </a:solidFill>
            </a:endParaRPr>
          </a:p>
        </p:txBody>
      </p:sp>
    </p:spTree>
    <p:extLst>
      <p:ext uri="{BB962C8B-B14F-4D97-AF65-F5344CB8AC3E}">
        <p14:creationId xmlns:p14="http://schemas.microsoft.com/office/powerpoint/2010/main" val="63546987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6114"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3 Effects of Ageing on </a:t>
            </a:r>
            <a:br>
              <a:rPr lang="en-US">
                <a:solidFill>
                  <a:schemeClr val="tx2">
                    <a:satMod val="200000"/>
                  </a:schemeClr>
                </a:solidFill>
              </a:rPr>
            </a:br>
            <a:r>
              <a:rPr lang="en-US">
                <a:solidFill>
                  <a:schemeClr val="tx2">
                    <a:satMod val="200000"/>
                  </a:schemeClr>
                </a:solidFill>
              </a:rPr>
              <a:t>the Respiratory System</a:t>
            </a:r>
          </a:p>
        </p:txBody>
      </p:sp>
      <p:sp>
        <p:nvSpPr>
          <p:cNvPr id="105475" name="Rectangle 3"/>
          <p:cNvSpPr>
            <a:spLocks noGrp="1" noChangeArrowheads="1"/>
          </p:cNvSpPr>
          <p:nvPr>
            <p:ph idx="1"/>
          </p:nvPr>
        </p:nvSpPr>
        <p:spPr/>
        <p:txBody>
          <a:bodyPr/>
          <a:lstStyle/>
          <a:p>
            <a:pPr marL="609600" indent="-609600" eaLnBrk="1" hangingPunct="1">
              <a:buFont typeface="Times" panose="02020603050405020304" pitchFamily="18" charset="0"/>
              <a:buAutoNum type="arabicPeriod" startAt="3"/>
            </a:pPr>
            <a:r>
              <a:rPr lang="en-US" altLang="en-US"/>
              <a:t>Emphysema:</a:t>
            </a:r>
          </a:p>
          <a:p>
            <a:pPr marL="990600" lvl="1" indent="-533400" eaLnBrk="1" hangingPunct="1"/>
            <a:r>
              <a:rPr lang="en-US" altLang="en-US"/>
              <a:t>affects individuals over age 50</a:t>
            </a:r>
          </a:p>
          <a:p>
            <a:pPr marL="990600" lvl="1" indent="-533400" eaLnBrk="1" hangingPunct="1"/>
            <a:r>
              <a:rPr lang="en-US" altLang="en-US"/>
              <a:t>depending on exposure to respiratory irritants (</a:t>
            </a:r>
            <a:r>
              <a:rPr lang="en-US" altLang="en-US" i="1"/>
              <a:t>e.g.,</a:t>
            </a:r>
            <a:r>
              <a:rPr lang="en-US" altLang="en-US"/>
              <a:t> cigarette smoke)</a:t>
            </a:r>
          </a:p>
        </p:txBody>
      </p:sp>
      <p:sp>
        <p:nvSpPr>
          <p:cNvPr id="10547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0547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0547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BDF4F53-3C35-46BC-BFD0-E35EBDC210C1}" type="slidenum">
              <a:rPr lang="en-US" altLang="en-US" sz="1200">
                <a:solidFill>
                  <a:schemeClr val="tx2"/>
                </a:solidFill>
              </a:rPr>
              <a:pPr/>
              <a:t>157</a:t>
            </a:fld>
            <a:endParaRPr lang="en-US" altLang="en-US" sz="1200">
              <a:solidFill>
                <a:schemeClr val="tx2"/>
              </a:solidFill>
            </a:endParaRPr>
          </a:p>
        </p:txBody>
      </p:sp>
    </p:spTree>
    <p:extLst>
      <p:ext uri="{BB962C8B-B14F-4D97-AF65-F5344CB8AC3E}">
        <p14:creationId xmlns:p14="http://schemas.microsoft.com/office/powerpoint/2010/main" val="99979401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62" name="Rectangle 2"/>
          <p:cNvSpPr>
            <a:spLocks noGrp="1" noChangeArrowheads="1"/>
          </p:cNvSpPr>
          <p:nvPr>
            <p:ph type="title"/>
          </p:nvPr>
        </p:nvSpPr>
        <p:spPr/>
        <p:txBody>
          <a:bodyPr/>
          <a:lstStyle/>
          <a:p>
            <a:pPr eaLnBrk="1" fontAlgn="auto" hangingPunct="1">
              <a:spcAft>
                <a:spcPts val="0"/>
              </a:spcAft>
              <a:defRPr/>
            </a:pPr>
            <a:r>
              <a:rPr lang="en-US">
                <a:solidFill>
                  <a:schemeClr val="hlink"/>
                </a:solidFill>
              </a:rPr>
              <a:t>Respiratory </a:t>
            </a:r>
            <a:br>
              <a:rPr lang="en-US">
                <a:solidFill>
                  <a:schemeClr val="hlink"/>
                </a:solidFill>
              </a:rPr>
            </a:br>
            <a:r>
              <a:rPr lang="en-US">
                <a:solidFill>
                  <a:schemeClr val="tx2">
                    <a:satMod val="200000"/>
                  </a:schemeClr>
                </a:solidFill>
              </a:rPr>
              <a:t>Performance and Age</a:t>
            </a:r>
          </a:p>
        </p:txBody>
      </p:sp>
      <p:sp>
        <p:nvSpPr>
          <p:cNvPr id="106499"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06500"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0650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21D8A70-A0A1-430E-893A-78E3AE3E5027}" type="slidenum">
              <a:rPr lang="en-US" altLang="en-US" sz="1200">
                <a:solidFill>
                  <a:schemeClr val="tx2"/>
                </a:solidFill>
              </a:rPr>
              <a:pPr/>
              <a:t>158</a:t>
            </a:fld>
            <a:endParaRPr lang="en-US" altLang="en-US" sz="1200">
              <a:solidFill>
                <a:schemeClr val="tx2"/>
              </a:solidFill>
            </a:endParaRPr>
          </a:p>
        </p:txBody>
      </p:sp>
      <p:pic>
        <p:nvPicPr>
          <p:cNvPr id="106502" name="Picture 3"/>
          <p:cNvPicPr>
            <a:picLocks noChangeAspect="1" noChangeArrowheads="1"/>
          </p:cNvPicPr>
          <p:nvPr/>
        </p:nvPicPr>
        <p:blipFill>
          <a:blip r:embed="rId3">
            <a:extLst>
              <a:ext uri="{28A0092B-C50C-407E-A947-70E740481C1C}">
                <a14:useLocalDpi xmlns:a14="http://schemas.microsoft.com/office/drawing/2010/main" val="0"/>
              </a:ext>
            </a:extLst>
          </a:blip>
          <a:srcRect l="18457" t="24429" r="19080" b="16692"/>
          <a:stretch>
            <a:fillRect/>
          </a:stretch>
        </p:blipFill>
        <p:spPr bwMode="auto">
          <a:xfrm>
            <a:off x="1752600" y="2209800"/>
            <a:ext cx="5562600" cy="405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6614090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7138" name="Rectangle 2"/>
          <p:cNvSpPr>
            <a:spLocks noGrp="1" noChangeArrowheads="1"/>
          </p:cNvSpPr>
          <p:nvPr>
            <p:ph type="title"/>
          </p:nvPr>
        </p:nvSpPr>
        <p:spPr>
          <a:xfrm>
            <a:off x="685800" y="2857500"/>
            <a:ext cx="7772400" cy="1143000"/>
          </a:xfrm>
        </p:spPr>
        <p:txBody>
          <a:bodyPr/>
          <a:lstStyle/>
          <a:p>
            <a:pPr eaLnBrk="1" fontAlgn="auto" hangingPunct="1">
              <a:spcAft>
                <a:spcPts val="0"/>
              </a:spcAft>
              <a:defRPr/>
            </a:pPr>
            <a:r>
              <a:rPr lang="en-US" b="1" i="1">
                <a:solidFill>
                  <a:schemeClr val="tx2">
                    <a:satMod val="200000"/>
                  </a:schemeClr>
                </a:solidFill>
              </a:rPr>
              <a:t>What are the effects of aging on the </a:t>
            </a:r>
            <a:r>
              <a:rPr lang="en-US" b="1" i="1">
                <a:solidFill>
                  <a:schemeClr val="hlink"/>
                </a:solidFill>
              </a:rPr>
              <a:t>digestive</a:t>
            </a:r>
            <a:r>
              <a:rPr lang="en-US" b="1" i="1">
                <a:solidFill>
                  <a:schemeClr val="tx2">
                    <a:satMod val="200000"/>
                  </a:schemeClr>
                </a:solidFill>
              </a:rPr>
              <a:t> system?</a:t>
            </a:r>
            <a:br>
              <a:rPr lang="en-US" b="1" i="1">
                <a:solidFill>
                  <a:schemeClr val="tx2">
                    <a:satMod val="200000"/>
                  </a:schemeClr>
                </a:solidFill>
              </a:rPr>
            </a:br>
            <a:r>
              <a:rPr lang="en-US" b="1" i="1">
                <a:solidFill>
                  <a:schemeClr val="tx2">
                    <a:satMod val="200000"/>
                  </a:schemeClr>
                </a:solidFill>
              </a:rPr>
              <a:t> </a:t>
            </a:r>
            <a:r>
              <a:rPr lang="en-US" b="1" i="1">
                <a:solidFill>
                  <a:srgbClr val="66FFFF"/>
                </a:solidFill>
                <a:latin typeface="Times New Roman" pitchFamily="18" charset="0"/>
              </a:rPr>
              <a:t>Organ System 9</a:t>
            </a:r>
          </a:p>
        </p:txBody>
      </p:sp>
      <p:sp>
        <p:nvSpPr>
          <p:cNvPr id="107523"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07524"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0752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608399B-50D4-45FB-953A-4423D7E28D8B}" type="slidenum">
              <a:rPr lang="en-US" altLang="en-US" sz="1200">
                <a:solidFill>
                  <a:schemeClr val="tx2"/>
                </a:solidFill>
              </a:rPr>
              <a:pPr/>
              <a:t>159</a:t>
            </a:fld>
            <a:endParaRPr lang="en-US" altLang="en-US" sz="1200">
              <a:solidFill>
                <a:schemeClr val="tx2"/>
              </a:solidFill>
            </a:endParaRPr>
          </a:p>
        </p:txBody>
      </p:sp>
    </p:spTree>
    <p:extLst>
      <p:ext uri="{BB962C8B-B14F-4D97-AF65-F5344CB8AC3E}">
        <p14:creationId xmlns:p14="http://schemas.microsoft.com/office/powerpoint/2010/main" val="4076751715"/>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8162"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5 Effects of Ageing on </a:t>
            </a:r>
            <a:br>
              <a:rPr lang="en-US">
                <a:solidFill>
                  <a:schemeClr val="tx2">
                    <a:satMod val="200000"/>
                  </a:schemeClr>
                </a:solidFill>
              </a:rPr>
            </a:br>
            <a:r>
              <a:rPr lang="en-US">
                <a:solidFill>
                  <a:schemeClr val="tx2">
                    <a:satMod val="200000"/>
                  </a:schemeClr>
                </a:solidFill>
              </a:rPr>
              <a:t>the Digestive System</a:t>
            </a:r>
          </a:p>
        </p:txBody>
      </p:sp>
      <p:sp>
        <p:nvSpPr>
          <p:cNvPr id="108547" name="Rectangle 3"/>
          <p:cNvSpPr>
            <a:spLocks noGrp="1" noChangeArrowheads="1"/>
          </p:cNvSpPr>
          <p:nvPr>
            <p:ph idx="1"/>
          </p:nvPr>
        </p:nvSpPr>
        <p:spPr/>
        <p:txBody>
          <a:bodyPr/>
          <a:lstStyle/>
          <a:p>
            <a:pPr marL="609600" indent="-609600" eaLnBrk="1" hangingPunct="1">
              <a:buFont typeface="Times" panose="02020603050405020304" pitchFamily="18" charset="0"/>
              <a:buAutoNum type="arabicPeriod"/>
            </a:pPr>
            <a:r>
              <a:rPr lang="en-US" altLang="en-US"/>
              <a:t>Division of epithelial stem cells declines:</a:t>
            </a:r>
          </a:p>
          <a:p>
            <a:pPr marL="990600" lvl="1" indent="-533400" eaLnBrk="1" hangingPunct="1"/>
            <a:r>
              <a:rPr lang="en-US" altLang="en-US"/>
              <a:t>digestive epithelium becomes more susceptible to damage by abrasion, acids, or enzymes</a:t>
            </a:r>
          </a:p>
        </p:txBody>
      </p:sp>
      <p:sp>
        <p:nvSpPr>
          <p:cNvPr id="10854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0854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0855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C61B9690-2A5C-45C4-9C23-91A1F87A67C9}" type="slidenum">
              <a:rPr lang="en-US" altLang="en-US" sz="1200">
                <a:solidFill>
                  <a:schemeClr val="tx2"/>
                </a:solidFill>
              </a:rPr>
              <a:pPr/>
              <a:t>160</a:t>
            </a:fld>
            <a:endParaRPr lang="en-US" altLang="en-US" sz="1200">
              <a:solidFill>
                <a:schemeClr val="tx2"/>
              </a:solidFill>
            </a:endParaRPr>
          </a:p>
        </p:txBody>
      </p:sp>
    </p:spTree>
    <p:extLst>
      <p:ext uri="{BB962C8B-B14F-4D97-AF65-F5344CB8AC3E}">
        <p14:creationId xmlns:p14="http://schemas.microsoft.com/office/powerpoint/2010/main" val="294640045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9186"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5 Effects of Ageing on </a:t>
            </a:r>
            <a:br>
              <a:rPr lang="en-US">
                <a:solidFill>
                  <a:schemeClr val="tx2">
                    <a:satMod val="200000"/>
                  </a:schemeClr>
                </a:solidFill>
              </a:rPr>
            </a:br>
            <a:r>
              <a:rPr lang="en-US">
                <a:solidFill>
                  <a:schemeClr val="tx2">
                    <a:satMod val="200000"/>
                  </a:schemeClr>
                </a:solidFill>
              </a:rPr>
              <a:t>the Digestive System</a:t>
            </a:r>
          </a:p>
        </p:txBody>
      </p:sp>
      <p:sp>
        <p:nvSpPr>
          <p:cNvPr id="109571" name="Rectangle 3"/>
          <p:cNvSpPr>
            <a:spLocks noGrp="1" noChangeArrowheads="1"/>
          </p:cNvSpPr>
          <p:nvPr>
            <p:ph idx="1"/>
          </p:nvPr>
        </p:nvSpPr>
        <p:spPr/>
        <p:txBody>
          <a:bodyPr/>
          <a:lstStyle/>
          <a:p>
            <a:pPr marL="609600" indent="-609600" eaLnBrk="1" hangingPunct="1">
              <a:buFont typeface="Times" panose="02020603050405020304" pitchFamily="18" charset="0"/>
              <a:buAutoNum type="arabicPeriod" startAt="2"/>
            </a:pPr>
            <a:r>
              <a:rPr lang="en-US" altLang="en-US"/>
              <a:t>Smooth muscle tone and general motility decreases:</a:t>
            </a:r>
          </a:p>
          <a:p>
            <a:pPr marL="990600" lvl="1" indent="-533400" eaLnBrk="1" hangingPunct="1"/>
            <a:r>
              <a:rPr lang="en-US" altLang="en-US"/>
              <a:t>peristaltic contractions become weaker</a:t>
            </a:r>
          </a:p>
        </p:txBody>
      </p:sp>
      <p:sp>
        <p:nvSpPr>
          <p:cNvPr id="10957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0957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0957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D0BF6B5-5EDA-4FC4-A510-A9C3B4C489B1}" type="slidenum">
              <a:rPr lang="en-US" altLang="en-US" sz="1200">
                <a:solidFill>
                  <a:schemeClr val="tx2"/>
                </a:solidFill>
              </a:rPr>
              <a:pPr/>
              <a:t>161</a:t>
            </a:fld>
            <a:endParaRPr lang="en-US" altLang="en-US" sz="1200">
              <a:solidFill>
                <a:schemeClr val="tx2"/>
              </a:solidFill>
            </a:endParaRPr>
          </a:p>
        </p:txBody>
      </p:sp>
    </p:spTree>
    <p:extLst>
      <p:ext uri="{BB962C8B-B14F-4D97-AF65-F5344CB8AC3E}">
        <p14:creationId xmlns:p14="http://schemas.microsoft.com/office/powerpoint/2010/main" val="135955277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0210"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5 Effects of Ageing on </a:t>
            </a:r>
            <a:br>
              <a:rPr lang="en-US">
                <a:solidFill>
                  <a:schemeClr val="tx2">
                    <a:satMod val="200000"/>
                  </a:schemeClr>
                </a:solidFill>
              </a:rPr>
            </a:br>
            <a:r>
              <a:rPr lang="en-US">
                <a:solidFill>
                  <a:schemeClr val="tx2">
                    <a:satMod val="200000"/>
                  </a:schemeClr>
                </a:solidFill>
              </a:rPr>
              <a:t>the Digestive System</a:t>
            </a:r>
          </a:p>
        </p:txBody>
      </p:sp>
      <p:sp>
        <p:nvSpPr>
          <p:cNvPr id="110595" name="Rectangle 3"/>
          <p:cNvSpPr>
            <a:spLocks noGrp="1" noChangeArrowheads="1"/>
          </p:cNvSpPr>
          <p:nvPr>
            <p:ph idx="1"/>
          </p:nvPr>
        </p:nvSpPr>
        <p:spPr/>
        <p:txBody>
          <a:bodyPr/>
          <a:lstStyle/>
          <a:p>
            <a:pPr marL="609600" indent="-609600" eaLnBrk="1" hangingPunct="1">
              <a:buFont typeface="Times" panose="02020603050405020304" pitchFamily="18" charset="0"/>
              <a:buAutoNum type="arabicPeriod" startAt="3"/>
            </a:pPr>
            <a:r>
              <a:rPr lang="en-US" altLang="en-US"/>
              <a:t>Cumulative damage from toxins (alcohol, other chemicals) absorbed by digestive tract and transported to liver for processing</a:t>
            </a:r>
          </a:p>
        </p:txBody>
      </p:sp>
      <p:sp>
        <p:nvSpPr>
          <p:cNvPr id="11059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1059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1059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0EBCCD4-813B-40B9-B97E-3C5FA2B0A310}" type="slidenum">
              <a:rPr lang="en-US" altLang="en-US" sz="1200">
                <a:solidFill>
                  <a:schemeClr val="tx2"/>
                </a:solidFill>
              </a:rPr>
              <a:pPr/>
              <a:t>162</a:t>
            </a:fld>
            <a:endParaRPr lang="en-US" altLang="en-US" sz="1200">
              <a:solidFill>
                <a:schemeClr val="tx2"/>
              </a:solidFill>
            </a:endParaRPr>
          </a:p>
        </p:txBody>
      </p:sp>
    </p:spTree>
    <p:extLst>
      <p:ext uri="{BB962C8B-B14F-4D97-AF65-F5344CB8AC3E}">
        <p14:creationId xmlns:p14="http://schemas.microsoft.com/office/powerpoint/2010/main" val="5494117"/>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1234"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5 Effects of Ageing on </a:t>
            </a:r>
            <a:br>
              <a:rPr lang="en-US">
                <a:solidFill>
                  <a:schemeClr val="tx2">
                    <a:satMod val="200000"/>
                  </a:schemeClr>
                </a:solidFill>
              </a:rPr>
            </a:br>
            <a:r>
              <a:rPr lang="en-US">
                <a:solidFill>
                  <a:schemeClr val="tx2">
                    <a:satMod val="200000"/>
                  </a:schemeClr>
                </a:solidFill>
              </a:rPr>
              <a:t>the Digestive System</a:t>
            </a:r>
          </a:p>
        </p:txBody>
      </p:sp>
      <p:sp>
        <p:nvSpPr>
          <p:cNvPr id="111619" name="Rectangle 3"/>
          <p:cNvSpPr>
            <a:spLocks noGrp="1" noChangeArrowheads="1"/>
          </p:cNvSpPr>
          <p:nvPr>
            <p:ph idx="1"/>
          </p:nvPr>
        </p:nvSpPr>
        <p:spPr/>
        <p:txBody>
          <a:bodyPr/>
          <a:lstStyle/>
          <a:p>
            <a:pPr marL="609600" indent="-609600" eaLnBrk="1" hangingPunct="1">
              <a:buFont typeface="Times" panose="02020603050405020304" pitchFamily="18" charset="0"/>
              <a:buAutoNum type="arabicPeriod" startAt="4"/>
            </a:pPr>
            <a:r>
              <a:rPr lang="en-US" altLang="en-US"/>
              <a:t>Rates of colon cancer and stomach cancer rise with age:</a:t>
            </a:r>
          </a:p>
          <a:p>
            <a:pPr marL="990600" lvl="1" indent="-533400" eaLnBrk="1" hangingPunct="1"/>
            <a:r>
              <a:rPr lang="en-US" altLang="en-US"/>
              <a:t>oral and pharyngeal cancers common among elderly smokers</a:t>
            </a:r>
          </a:p>
        </p:txBody>
      </p:sp>
      <p:sp>
        <p:nvSpPr>
          <p:cNvPr id="111620"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11621"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1162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3A73C04-99D2-425C-B169-8B8E80F8C140}" type="slidenum">
              <a:rPr lang="en-US" altLang="en-US" sz="1200">
                <a:solidFill>
                  <a:schemeClr val="tx2"/>
                </a:solidFill>
              </a:rPr>
              <a:pPr/>
              <a:t>163</a:t>
            </a:fld>
            <a:endParaRPr lang="en-US" altLang="en-US" sz="1200">
              <a:solidFill>
                <a:schemeClr val="tx2"/>
              </a:solidFill>
            </a:endParaRPr>
          </a:p>
        </p:txBody>
      </p:sp>
    </p:spTree>
    <p:extLst>
      <p:ext uri="{BB962C8B-B14F-4D97-AF65-F5344CB8AC3E}">
        <p14:creationId xmlns:p14="http://schemas.microsoft.com/office/powerpoint/2010/main" val="279338834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2258"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5 Effects of Ageing on </a:t>
            </a:r>
            <a:br>
              <a:rPr lang="en-US">
                <a:solidFill>
                  <a:schemeClr val="tx2">
                    <a:satMod val="200000"/>
                  </a:schemeClr>
                </a:solidFill>
              </a:rPr>
            </a:br>
            <a:r>
              <a:rPr lang="en-US">
                <a:solidFill>
                  <a:schemeClr val="tx2">
                    <a:satMod val="200000"/>
                  </a:schemeClr>
                </a:solidFill>
              </a:rPr>
              <a:t>the Digestive System</a:t>
            </a:r>
          </a:p>
        </p:txBody>
      </p:sp>
      <p:sp>
        <p:nvSpPr>
          <p:cNvPr id="112643" name="Rectangle 3"/>
          <p:cNvSpPr>
            <a:spLocks noGrp="1" noChangeArrowheads="1"/>
          </p:cNvSpPr>
          <p:nvPr>
            <p:ph idx="1"/>
          </p:nvPr>
        </p:nvSpPr>
        <p:spPr/>
        <p:txBody>
          <a:bodyPr/>
          <a:lstStyle/>
          <a:p>
            <a:pPr marL="609600" indent="-609600" eaLnBrk="1" hangingPunct="1">
              <a:buFont typeface="Times" panose="02020603050405020304" pitchFamily="18" charset="0"/>
              <a:buAutoNum type="arabicPeriod" startAt="5"/>
            </a:pPr>
            <a:r>
              <a:rPr lang="en-US" altLang="en-US"/>
              <a:t>Decline in olfactory and gustatory sensitivities:</a:t>
            </a:r>
          </a:p>
          <a:p>
            <a:pPr marL="990600" lvl="1" indent="-533400" eaLnBrk="1" hangingPunct="1"/>
            <a:r>
              <a:rPr lang="en-US" altLang="en-US"/>
              <a:t>lead to dietary changes that affect entire body</a:t>
            </a:r>
          </a:p>
        </p:txBody>
      </p:sp>
      <p:sp>
        <p:nvSpPr>
          <p:cNvPr id="11264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1264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126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F49BE41-2F5C-47A3-8FAC-444C60F72772}" type="slidenum">
              <a:rPr lang="en-US" altLang="en-US" sz="1200">
                <a:solidFill>
                  <a:schemeClr val="tx2"/>
                </a:solidFill>
              </a:rPr>
              <a:pPr/>
              <a:t>164</a:t>
            </a:fld>
            <a:endParaRPr lang="en-US" altLang="en-US" sz="1200">
              <a:solidFill>
                <a:schemeClr val="tx2"/>
              </a:solidFill>
            </a:endParaRPr>
          </a:p>
        </p:txBody>
      </p:sp>
    </p:spTree>
    <p:extLst>
      <p:ext uri="{BB962C8B-B14F-4D97-AF65-F5344CB8AC3E}">
        <p14:creationId xmlns:p14="http://schemas.microsoft.com/office/powerpoint/2010/main" val="686618115"/>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8402" name="Rectangle 2"/>
          <p:cNvSpPr>
            <a:spLocks noGrp="1" noChangeArrowheads="1"/>
          </p:cNvSpPr>
          <p:nvPr>
            <p:ph type="title"/>
          </p:nvPr>
        </p:nvSpPr>
        <p:spPr>
          <a:xfrm>
            <a:off x="685800" y="2857500"/>
            <a:ext cx="7772400" cy="1143000"/>
          </a:xfrm>
        </p:spPr>
        <p:txBody>
          <a:bodyPr/>
          <a:lstStyle/>
          <a:p>
            <a:pPr eaLnBrk="1" fontAlgn="auto" hangingPunct="1">
              <a:spcAft>
                <a:spcPts val="0"/>
              </a:spcAft>
              <a:defRPr/>
            </a:pPr>
            <a:r>
              <a:rPr lang="en-US" b="1" i="1">
                <a:solidFill>
                  <a:schemeClr val="tx2">
                    <a:satMod val="200000"/>
                  </a:schemeClr>
                </a:solidFill>
              </a:rPr>
              <a:t>What are the effects of </a:t>
            </a:r>
            <a:br>
              <a:rPr lang="en-US" b="1" i="1">
                <a:solidFill>
                  <a:schemeClr val="tx2">
                    <a:satMod val="200000"/>
                  </a:schemeClr>
                </a:solidFill>
              </a:rPr>
            </a:br>
            <a:r>
              <a:rPr lang="en-US" b="1" i="1">
                <a:solidFill>
                  <a:schemeClr val="tx2">
                    <a:satMod val="200000"/>
                  </a:schemeClr>
                </a:solidFill>
              </a:rPr>
              <a:t>ageing on (</a:t>
            </a:r>
            <a:r>
              <a:rPr lang="en-US" b="1" i="1">
                <a:solidFill>
                  <a:schemeClr val="hlink"/>
                </a:solidFill>
              </a:rPr>
              <a:t>URINARY SYSTEM</a:t>
            </a:r>
            <a:r>
              <a:rPr lang="en-US" b="1" i="1">
                <a:solidFill>
                  <a:schemeClr val="tx2">
                    <a:satMod val="200000"/>
                  </a:schemeClr>
                </a:solidFill>
              </a:rPr>
              <a:t>) -</a:t>
            </a:r>
            <a:r>
              <a:rPr lang="en-US" b="1" i="1">
                <a:solidFill>
                  <a:srgbClr val="66FFFF"/>
                </a:solidFill>
              </a:rPr>
              <a:t>fluid, electrolyte, </a:t>
            </a:r>
            <a:br>
              <a:rPr lang="en-US" b="1" i="1">
                <a:solidFill>
                  <a:srgbClr val="66FFFF"/>
                </a:solidFill>
              </a:rPr>
            </a:br>
            <a:r>
              <a:rPr lang="en-US" b="1" i="1">
                <a:solidFill>
                  <a:srgbClr val="66FFFF"/>
                </a:solidFill>
              </a:rPr>
              <a:t>and acid–base</a:t>
            </a:r>
            <a:r>
              <a:rPr lang="en-US" b="1" i="1">
                <a:solidFill>
                  <a:schemeClr val="tx2">
                    <a:satMod val="200000"/>
                  </a:schemeClr>
                </a:solidFill>
              </a:rPr>
              <a:t> balance?</a:t>
            </a:r>
            <a:br>
              <a:rPr lang="en-US" b="1" i="1">
                <a:solidFill>
                  <a:schemeClr val="tx2">
                    <a:satMod val="200000"/>
                  </a:schemeClr>
                </a:solidFill>
              </a:rPr>
            </a:br>
            <a:r>
              <a:rPr lang="en-US" b="1" i="1">
                <a:solidFill>
                  <a:schemeClr val="tx2">
                    <a:satMod val="200000"/>
                  </a:schemeClr>
                </a:solidFill>
              </a:rPr>
              <a:t> </a:t>
            </a:r>
            <a:r>
              <a:rPr lang="en-US" b="1" i="1">
                <a:solidFill>
                  <a:srgbClr val="66FFFF"/>
                </a:solidFill>
                <a:latin typeface="Times New Roman" pitchFamily="18" charset="0"/>
              </a:rPr>
              <a:t>Organ System 10</a:t>
            </a:r>
          </a:p>
        </p:txBody>
      </p:sp>
      <p:sp>
        <p:nvSpPr>
          <p:cNvPr id="113667"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13668"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1366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24C1EE3-83C5-4813-A04D-9BAF4EAD7F56}" type="slidenum">
              <a:rPr lang="en-US" altLang="en-US" sz="1200">
                <a:solidFill>
                  <a:schemeClr val="tx2"/>
                </a:solidFill>
              </a:rPr>
              <a:pPr/>
              <a:t>165</a:t>
            </a:fld>
            <a:endParaRPr lang="en-US" altLang="en-US" sz="1200">
              <a:solidFill>
                <a:schemeClr val="tx2"/>
              </a:solidFill>
            </a:endParaRPr>
          </a:p>
        </p:txBody>
      </p:sp>
    </p:spTree>
    <p:extLst>
      <p:ext uri="{BB962C8B-B14F-4D97-AF65-F5344CB8AC3E}">
        <p14:creationId xmlns:p14="http://schemas.microsoft.com/office/powerpoint/2010/main" val="876143259"/>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6994"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Age-Related Changes </a:t>
            </a:r>
            <a:br>
              <a:rPr lang="en-US">
                <a:solidFill>
                  <a:schemeClr val="tx2">
                    <a:satMod val="200000"/>
                  </a:schemeClr>
                </a:solidFill>
              </a:rPr>
            </a:br>
            <a:r>
              <a:rPr lang="en-US">
                <a:solidFill>
                  <a:schemeClr val="tx2">
                    <a:satMod val="200000"/>
                  </a:schemeClr>
                </a:solidFill>
              </a:rPr>
              <a:t>in Urinary System</a:t>
            </a:r>
          </a:p>
        </p:txBody>
      </p:sp>
      <p:sp>
        <p:nvSpPr>
          <p:cNvPr id="114691" name="Rectangle 3"/>
          <p:cNvSpPr>
            <a:spLocks noGrp="1" noChangeArrowheads="1"/>
          </p:cNvSpPr>
          <p:nvPr>
            <p:ph idx="1"/>
          </p:nvPr>
        </p:nvSpPr>
        <p:spPr/>
        <p:txBody>
          <a:bodyPr/>
          <a:lstStyle/>
          <a:p>
            <a:pPr eaLnBrk="1" hangingPunct="1"/>
            <a:r>
              <a:rPr lang="en-US" altLang="en-US"/>
              <a:t>Decline in number of functional nephrons</a:t>
            </a:r>
          </a:p>
          <a:p>
            <a:pPr eaLnBrk="1" hangingPunct="1"/>
            <a:r>
              <a:rPr lang="en-US" altLang="en-US"/>
              <a:t>Reduction in GFR </a:t>
            </a:r>
          </a:p>
          <a:p>
            <a:pPr eaLnBrk="1" hangingPunct="1"/>
            <a:r>
              <a:rPr lang="en-US" altLang="en-US"/>
              <a:t>Reduced sensitivity to ADH</a:t>
            </a:r>
          </a:p>
          <a:p>
            <a:pPr eaLnBrk="1" hangingPunct="1"/>
            <a:r>
              <a:rPr lang="en-US" altLang="en-US"/>
              <a:t>Problems with micturition reflex </a:t>
            </a:r>
          </a:p>
        </p:txBody>
      </p:sp>
      <p:sp>
        <p:nvSpPr>
          <p:cNvPr id="11469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1469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1469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697E270-1C69-408E-A8F7-25DF3624DDF1}" type="slidenum">
              <a:rPr lang="en-US" altLang="en-US" sz="1200">
                <a:solidFill>
                  <a:schemeClr val="tx2"/>
                </a:solidFill>
              </a:rPr>
              <a:pPr/>
              <a:t>166</a:t>
            </a:fld>
            <a:endParaRPr lang="en-US" altLang="en-US" sz="1200">
              <a:solidFill>
                <a:schemeClr val="tx2"/>
              </a:solidFill>
            </a:endParaRPr>
          </a:p>
        </p:txBody>
      </p:sp>
    </p:spTree>
    <p:extLst>
      <p:ext uri="{BB962C8B-B14F-4D97-AF65-F5344CB8AC3E}">
        <p14:creationId xmlns:p14="http://schemas.microsoft.com/office/powerpoint/2010/main" val="66678985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42"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3 Micturition Reflex Problems</a:t>
            </a:r>
          </a:p>
        </p:txBody>
      </p:sp>
      <p:sp>
        <p:nvSpPr>
          <p:cNvPr id="115715" name="Rectangle 3"/>
          <p:cNvSpPr>
            <a:spLocks noGrp="1" noChangeArrowheads="1"/>
          </p:cNvSpPr>
          <p:nvPr>
            <p:ph idx="1"/>
          </p:nvPr>
        </p:nvSpPr>
        <p:spPr/>
        <p:txBody>
          <a:bodyPr/>
          <a:lstStyle/>
          <a:p>
            <a:pPr marL="609600" indent="-609600" eaLnBrk="1" hangingPunct="1">
              <a:buFont typeface="Times" panose="02020603050405020304" pitchFamily="18" charset="0"/>
              <a:buAutoNum type="arabicPeriod"/>
            </a:pPr>
            <a:r>
              <a:rPr lang="en-US" altLang="en-US"/>
              <a:t>Sphincter muscles lose tone:</a:t>
            </a:r>
          </a:p>
          <a:p>
            <a:pPr marL="990600" lvl="1" indent="-533400" eaLnBrk="1" hangingPunct="1"/>
            <a:r>
              <a:rPr lang="en-US" altLang="en-US"/>
              <a:t>leading to incontinence</a:t>
            </a:r>
          </a:p>
        </p:txBody>
      </p:sp>
      <p:sp>
        <p:nvSpPr>
          <p:cNvPr id="11571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1571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1571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1613AB7-DAFC-4954-B85A-F1BDCE0CC2B2}" type="slidenum">
              <a:rPr lang="en-US" altLang="en-US" sz="1200">
                <a:solidFill>
                  <a:schemeClr val="tx2"/>
                </a:solidFill>
              </a:rPr>
              <a:pPr/>
              <a:t>167</a:t>
            </a:fld>
            <a:endParaRPr lang="en-US" altLang="en-US" sz="1200">
              <a:solidFill>
                <a:schemeClr val="tx2"/>
              </a:solidFill>
            </a:endParaRPr>
          </a:p>
        </p:txBody>
      </p:sp>
    </p:spTree>
    <p:extLst>
      <p:ext uri="{BB962C8B-B14F-4D97-AF65-F5344CB8AC3E}">
        <p14:creationId xmlns:p14="http://schemas.microsoft.com/office/powerpoint/2010/main" val="136792781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1090"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3 Micturition Reflex Problems</a:t>
            </a:r>
          </a:p>
        </p:txBody>
      </p:sp>
      <p:sp>
        <p:nvSpPr>
          <p:cNvPr id="116739" name="Rectangle 3"/>
          <p:cNvSpPr>
            <a:spLocks noGrp="1" noChangeArrowheads="1"/>
          </p:cNvSpPr>
          <p:nvPr>
            <p:ph idx="1"/>
          </p:nvPr>
        </p:nvSpPr>
        <p:spPr/>
        <p:txBody>
          <a:bodyPr/>
          <a:lstStyle/>
          <a:p>
            <a:pPr marL="609600" indent="-609600" eaLnBrk="1" hangingPunct="1">
              <a:buFont typeface="Times" panose="02020603050405020304" pitchFamily="18" charset="0"/>
              <a:buAutoNum type="arabicPeriod" startAt="2"/>
            </a:pPr>
            <a:r>
              <a:rPr lang="en-US" altLang="en-US"/>
              <a:t>Control of micturition can be lost due to:</a:t>
            </a:r>
          </a:p>
          <a:p>
            <a:pPr marL="990600" lvl="1" indent="-533400" eaLnBrk="1" hangingPunct="1"/>
            <a:r>
              <a:rPr lang="en-US" altLang="en-US"/>
              <a:t>a stroke</a:t>
            </a:r>
          </a:p>
          <a:p>
            <a:pPr marL="990600" lvl="1" indent="-533400" eaLnBrk="1" hangingPunct="1"/>
            <a:r>
              <a:rPr lang="en-US" altLang="en-US"/>
              <a:t>Alzheimer’s disease</a:t>
            </a:r>
          </a:p>
          <a:p>
            <a:pPr marL="990600" lvl="1" indent="-533400" eaLnBrk="1" hangingPunct="1"/>
            <a:r>
              <a:rPr lang="en-US" altLang="en-US"/>
              <a:t>CNS problems affecting cerebral cortex or hypothalamus</a:t>
            </a:r>
          </a:p>
        </p:txBody>
      </p:sp>
      <p:sp>
        <p:nvSpPr>
          <p:cNvPr id="116740"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16741"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1674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A28B0C9-A2CB-4A19-AB29-1F86933480AD}" type="slidenum">
              <a:rPr lang="en-US" altLang="en-US" sz="1200">
                <a:solidFill>
                  <a:schemeClr val="tx2"/>
                </a:solidFill>
              </a:rPr>
              <a:pPr/>
              <a:t>168</a:t>
            </a:fld>
            <a:endParaRPr lang="en-US" altLang="en-US" sz="1200">
              <a:solidFill>
                <a:schemeClr val="tx2"/>
              </a:solidFill>
            </a:endParaRPr>
          </a:p>
        </p:txBody>
      </p:sp>
    </p:spTree>
    <p:extLst>
      <p:ext uri="{BB962C8B-B14F-4D97-AF65-F5344CB8AC3E}">
        <p14:creationId xmlns:p14="http://schemas.microsoft.com/office/powerpoint/2010/main" val="378767126"/>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3138"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3 Micturition Reflex Problems</a:t>
            </a:r>
          </a:p>
        </p:txBody>
      </p:sp>
      <p:sp>
        <p:nvSpPr>
          <p:cNvPr id="117763" name="Rectangle 3"/>
          <p:cNvSpPr>
            <a:spLocks noGrp="1" noChangeArrowheads="1"/>
          </p:cNvSpPr>
          <p:nvPr>
            <p:ph idx="1"/>
          </p:nvPr>
        </p:nvSpPr>
        <p:spPr/>
        <p:txBody>
          <a:bodyPr/>
          <a:lstStyle/>
          <a:p>
            <a:pPr marL="609600" indent="-609600" eaLnBrk="1" hangingPunct="1">
              <a:buFont typeface="Times" panose="02020603050405020304" pitchFamily="18" charset="0"/>
              <a:buAutoNum type="arabicPeriod" startAt="3"/>
            </a:pPr>
            <a:r>
              <a:rPr lang="en-US" altLang="en-US"/>
              <a:t>In males, </a:t>
            </a:r>
            <a:r>
              <a:rPr lang="en-US" altLang="en-US">
                <a:solidFill>
                  <a:schemeClr val="accent1"/>
                </a:solidFill>
              </a:rPr>
              <a:t>urinary retention</a:t>
            </a:r>
            <a:r>
              <a:rPr lang="en-US" altLang="en-US"/>
              <a:t> may develop if enlarged prostate gland compresses the urethra and restricts urine flow </a:t>
            </a:r>
          </a:p>
        </p:txBody>
      </p:sp>
      <p:sp>
        <p:nvSpPr>
          <p:cNvPr id="11776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1776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1776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094D701-5605-437F-8855-74C09CFFB2DD}" type="slidenum">
              <a:rPr lang="en-US" altLang="en-US" sz="1200">
                <a:solidFill>
                  <a:schemeClr val="tx2"/>
                </a:solidFill>
              </a:rPr>
              <a:pPr/>
              <a:t>169</a:t>
            </a:fld>
            <a:endParaRPr lang="en-US" altLang="en-US" sz="1200">
              <a:solidFill>
                <a:schemeClr val="tx2"/>
              </a:solidFill>
            </a:endParaRPr>
          </a:p>
        </p:txBody>
      </p:sp>
    </p:spTree>
    <p:extLst>
      <p:ext uri="{BB962C8B-B14F-4D97-AF65-F5344CB8AC3E}">
        <p14:creationId xmlns:p14="http://schemas.microsoft.com/office/powerpoint/2010/main" val="221119883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5186" name="Rectangle 2"/>
          <p:cNvSpPr>
            <a:spLocks noGrp="1" noChangeArrowheads="1"/>
          </p:cNvSpPr>
          <p:nvPr>
            <p:ph type="title"/>
          </p:nvPr>
        </p:nvSpPr>
        <p:spPr/>
        <p:txBody>
          <a:bodyPr/>
          <a:lstStyle/>
          <a:p>
            <a:pPr eaLnBrk="1" fontAlgn="auto" hangingPunct="1">
              <a:spcAft>
                <a:spcPts val="0"/>
              </a:spcAft>
              <a:defRPr/>
            </a:pPr>
            <a:r>
              <a:rPr lang="en-US" dirty="0">
                <a:solidFill>
                  <a:schemeClr val="tx2">
                    <a:satMod val="200000"/>
                  </a:schemeClr>
                </a:solidFill>
              </a:rPr>
              <a:t>Ageing and Fluid Balance (1 of 5)</a:t>
            </a:r>
          </a:p>
        </p:txBody>
      </p:sp>
      <p:sp>
        <p:nvSpPr>
          <p:cNvPr id="118787" name="Rectangle 3"/>
          <p:cNvSpPr>
            <a:spLocks noGrp="1" noChangeArrowheads="1"/>
          </p:cNvSpPr>
          <p:nvPr>
            <p:ph idx="1"/>
          </p:nvPr>
        </p:nvSpPr>
        <p:spPr/>
        <p:txBody>
          <a:bodyPr/>
          <a:lstStyle/>
          <a:p>
            <a:pPr eaLnBrk="1" hangingPunct="1"/>
            <a:r>
              <a:rPr lang="en-US" altLang="en-US"/>
              <a:t>Body water content, ages 40–60: </a:t>
            </a:r>
          </a:p>
          <a:p>
            <a:pPr lvl="1" eaLnBrk="1" hangingPunct="1"/>
            <a:r>
              <a:rPr lang="en-US" altLang="en-US"/>
              <a:t>males 55% </a:t>
            </a:r>
          </a:p>
          <a:p>
            <a:pPr lvl="1" eaLnBrk="1" hangingPunct="1"/>
            <a:r>
              <a:rPr lang="en-US" altLang="en-US"/>
              <a:t>females 47%</a:t>
            </a:r>
          </a:p>
          <a:p>
            <a:pPr eaLnBrk="1" hangingPunct="1"/>
            <a:r>
              <a:rPr lang="en-US" altLang="en-US"/>
              <a:t>After age 60:</a:t>
            </a:r>
          </a:p>
          <a:p>
            <a:pPr lvl="1" eaLnBrk="1" hangingPunct="1"/>
            <a:r>
              <a:rPr lang="en-US" altLang="en-US"/>
              <a:t>males 50%</a:t>
            </a:r>
          </a:p>
          <a:p>
            <a:pPr lvl="1" eaLnBrk="1" hangingPunct="1"/>
            <a:r>
              <a:rPr lang="en-US" altLang="en-US"/>
              <a:t>females 45%</a:t>
            </a:r>
          </a:p>
        </p:txBody>
      </p:sp>
      <p:sp>
        <p:nvSpPr>
          <p:cNvPr id="11878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1878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1879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B4D5FC9-69E7-4E6E-966E-235CBDE38D7F}" type="slidenum">
              <a:rPr lang="en-US" altLang="en-US" sz="1200">
                <a:solidFill>
                  <a:schemeClr val="tx2"/>
                </a:solidFill>
              </a:rPr>
              <a:pPr/>
              <a:t>170</a:t>
            </a:fld>
            <a:endParaRPr lang="en-US" altLang="en-US" sz="1200">
              <a:solidFill>
                <a:schemeClr val="tx2"/>
              </a:solidFill>
            </a:endParaRPr>
          </a:p>
        </p:txBody>
      </p:sp>
    </p:spTree>
    <p:extLst>
      <p:ext uri="{BB962C8B-B14F-4D97-AF65-F5344CB8AC3E}">
        <p14:creationId xmlns:p14="http://schemas.microsoft.com/office/powerpoint/2010/main" val="3574290778"/>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7234" name="Rectangle 2"/>
          <p:cNvSpPr>
            <a:spLocks noGrp="1" noChangeArrowheads="1"/>
          </p:cNvSpPr>
          <p:nvPr>
            <p:ph type="title"/>
          </p:nvPr>
        </p:nvSpPr>
        <p:spPr/>
        <p:txBody>
          <a:bodyPr/>
          <a:lstStyle/>
          <a:p>
            <a:pPr eaLnBrk="1" fontAlgn="auto" hangingPunct="1">
              <a:spcAft>
                <a:spcPts val="0"/>
              </a:spcAft>
              <a:defRPr/>
            </a:pPr>
            <a:r>
              <a:rPr lang="en-US" dirty="0">
                <a:solidFill>
                  <a:schemeClr val="tx2">
                    <a:satMod val="200000"/>
                  </a:schemeClr>
                </a:solidFill>
              </a:rPr>
              <a:t>Ageing and Fluid Balance (2 of 5)</a:t>
            </a:r>
          </a:p>
        </p:txBody>
      </p:sp>
      <p:sp>
        <p:nvSpPr>
          <p:cNvPr id="119811" name="Rectangle 3"/>
          <p:cNvSpPr>
            <a:spLocks noGrp="1" noChangeArrowheads="1"/>
          </p:cNvSpPr>
          <p:nvPr>
            <p:ph idx="1"/>
          </p:nvPr>
        </p:nvSpPr>
        <p:spPr/>
        <p:txBody>
          <a:bodyPr/>
          <a:lstStyle/>
          <a:p>
            <a:pPr eaLnBrk="1" hangingPunct="1"/>
            <a:r>
              <a:rPr lang="en-US" altLang="en-US"/>
              <a:t>Decrease body water content reduces dilution of:</a:t>
            </a:r>
          </a:p>
          <a:p>
            <a:pPr lvl="1" eaLnBrk="1" hangingPunct="1"/>
            <a:r>
              <a:rPr lang="en-US" altLang="en-US"/>
              <a:t>waste products</a:t>
            </a:r>
          </a:p>
          <a:p>
            <a:pPr lvl="1" eaLnBrk="1" hangingPunct="1"/>
            <a:r>
              <a:rPr lang="en-US" altLang="en-US"/>
              <a:t>toxins</a:t>
            </a:r>
          </a:p>
          <a:p>
            <a:pPr lvl="1" eaLnBrk="1" hangingPunct="1"/>
            <a:r>
              <a:rPr lang="en-US" altLang="en-US"/>
              <a:t>drugs </a:t>
            </a:r>
          </a:p>
        </p:txBody>
      </p:sp>
      <p:sp>
        <p:nvSpPr>
          <p:cNvPr id="11981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1981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1981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B062E63-ED33-4EB7-9CC7-B8D9F734BA5F}" type="slidenum">
              <a:rPr lang="en-US" altLang="en-US" sz="1200">
                <a:solidFill>
                  <a:schemeClr val="tx2"/>
                </a:solidFill>
              </a:rPr>
              <a:pPr/>
              <a:t>171</a:t>
            </a:fld>
            <a:endParaRPr lang="en-US" altLang="en-US" sz="1200">
              <a:solidFill>
                <a:schemeClr val="tx2"/>
              </a:solidFill>
            </a:endParaRPr>
          </a:p>
        </p:txBody>
      </p:sp>
    </p:spTree>
    <p:extLst>
      <p:ext uri="{BB962C8B-B14F-4D97-AF65-F5344CB8AC3E}">
        <p14:creationId xmlns:p14="http://schemas.microsoft.com/office/powerpoint/2010/main" val="4160428061"/>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82" name="Rectangle 2"/>
          <p:cNvSpPr>
            <a:spLocks noGrp="1" noChangeArrowheads="1"/>
          </p:cNvSpPr>
          <p:nvPr>
            <p:ph type="title"/>
          </p:nvPr>
        </p:nvSpPr>
        <p:spPr/>
        <p:txBody>
          <a:bodyPr/>
          <a:lstStyle/>
          <a:p>
            <a:pPr eaLnBrk="1" fontAlgn="auto" hangingPunct="1">
              <a:spcAft>
                <a:spcPts val="0"/>
              </a:spcAft>
              <a:defRPr/>
            </a:pPr>
            <a:r>
              <a:rPr lang="en-US" dirty="0">
                <a:solidFill>
                  <a:schemeClr val="tx2">
                    <a:satMod val="200000"/>
                  </a:schemeClr>
                </a:solidFill>
              </a:rPr>
              <a:t>Ageing and Fluid Balance (3 of 5)</a:t>
            </a:r>
          </a:p>
        </p:txBody>
      </p:sp>
      <p:sp>
        <p:nvSpPr>
          <p:cNvPr id="120835" name="Rectangle 3"/>
          <p:cNvSpPr>
            <a:spLocks noGrp="1" noChangeArrowheads="1"/>
          </p:cNvSpPr>
          <p:nvPr>
            <p:ph idx="1"/>
          </p:nvPr>
        </p:nvSpPr>
        <p:spPr/>
        <p:txBody>
          <a:bodyPr/>
          <a:lstStyle/>
          <a:p>
            <a:pPr eaLnBrk="1" hangingPunct="1"/>
            <a:r>
              <a:rPr lang="en-US" altLang="en-US"/>
              <a:t>Reduction in glomerular filtration rate and number of functional nephrons:</a:t>
            </a:r>
          </a:p>
          <a:p>
            <a:pPr lvl="1" eaLnBrk="1" hangingPunct="1"/>
            <a:r>
              <a:rPr lang="en-US" altLang="en-US"/>
              <a:t>reduces pH regulation by renal compensation</a:t>
            </a:r>
          </a:p>
          <a:p>
            <a:pPr eaLnBrk="1" hangingPunct="1"/>
            <a:r>
              <a:rPr lang="en-US" altLang="en-US"/>
              <a:t>Ability to concentrate urine declines:</a:t>
            </a:r>
          </a:p>
          <a:p>
            <a:pPr lvl="1" eaLnBrk="1" hangingPunct="1"/>
            <a:r>
              <a:rPr lang="en-US" altLang="en-US"/>
              <a:t>more water is lost in urine</a:t>
            </a:r>
          </a:p>
        </p:txBody>
      </p:sp>
      <p:sp>
        <p:nvSpPr>
          <p:cNvPr id="12083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2083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2083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7F9EA9A-7115-4216-AFD6-2C1223BC891A}" type="slidenum">
              <a:rPr lang="en-US" altLang="en-US" sz="1200">
                <a:solidFill>
                  <a:schemeClr val="tx2"/>
                </a:solidFill>
              </a:rPr>
              <a:pPr/>
              <a:t>172</a:t>
            </a:fld>
            <a:endParaRPr lang="en-US" altLang="en-US" sz="1200">
              <a:solidFill>
                <a:schemeClr val="tx2"/>
              </a:solidFill>
            </a:endParaRPr>
          </a:p>
        </p:txBody>
      </p:sp>
    </p:spTree>
    <p:extLst>
      <p:ext uri="{BB962C8B-B14F-4D97-AF65-F5344CB8AC3E}">
        <p14:creationId xmlns:p14="http://schemas.microsoft.com/office/powerpoint/2010/main" val="328846761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1330" name="Rectangle 2"/>
          <p:cNvSpPr>
            <a:spLocks noGrp="1" noChangeArrowheads="1"/>
          </p:cNvSpPr>
          <p:nvPr>
            <p:ph type="title"/>
          </p:nvPr>
        </p:nvSpPr>
        <p:spPr/>
        <p:txBody>
          <a:bodyPr/>
          <a:lstStyle/>
          <a:p>
            <a:pPr eaLnBrk="1" fontAlgn="auto" hangingPunct="1">
              <a:spcAft>
                <a:spcPts val="0"/>
              </a:spcAft>
              <a:defRPr/>
            </a:pPr>
            <a:r>
              <a:rPr lang="en-US" dirty="0">
                <a:solidFill>
                  <a:schemeClr val="tx2">
                    <a:satMod val="200000"/>
                  </a:schemeClr>
                </a:solidFill>
              </a:rPr>
              <a:t>Ageing and Fluid Balance (4 of 5)</a:t>
            </a:r>
          </a:p>
        </p:txBody>
      </p:sp>
      <p:sp>
        <p:nvSpPr>
          <p:cNvPr id="121859" name="Rectangle 3"/>
          <p:cNvSpPr>
            <a:spLocks noGrp="1" noChangeArrowheads="1"/>
          </p:cNvSpPr>
          <p:nvPr>
            <p:ph idx="1"/>
          </p:nvPr>
        </p:nvSpPr>
        <p:spPr/>
        <p:txBody>
          <a:bodyPr/>
          <a:lstStyle/>
          <a:p>
            <a:pPr eaLnBrk="1" hangingPunct="1"/>
            <a:r>
              <a:rPr lang="en-US" altLang="en-US"/>
              <a:t>Insensible perspiration increases:</a:t>
            </a:r>
          </a:p>
          <a:p>
            <a:pPr lvl="1" eaLnBrk="1" hangingPunct="1"/>
            <a:r>
              <a:rPr lang="en-US" altLang="en-US"/>
              <a:t>as skin becomes thinner</a:t>
            </a:r>
          </a:p>
          <a:p>
            <a:pPr eaLnBrk="1" hangingPunct="1"/>
            <a:r>
              <a:rPr lang="en-US" altLang="en-US"/>
              <a:t>Maintaining fluid balance:</a:t>
            </a:r>
          </a:p>
          <a:p>
            <a:pPr lvl="1" eaLnBrk="1" hangingPunct="1"/>
            <a:r>
              <a:rPr lang="en-US" altLang="en-US"/>
              <a:t>requires higher daily water intake</a:t>
            </a:r>
          </a:p>
        </p:txBody>
      </p:sp>
      <p:sp>
        <p:nvSpPr>
          <p:cNvPr id="121860"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21861"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2186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47836D2-6E20-4123-BCBB-2DA912F9551F}" type="slidenum">
              <a:rPr lang="en-US" altLang="en-US" sz="1200">
                <a:solidFill>
                  <a:schemeClr val="tx2"/>
                </a:solidFill>
              </a:rPr>
              <a:pPr/>
              <a:t>173</a:t>
            </a:fld>
            <a:endParaRPr lang="en-US" altLang="en-US" sz="1200">
              <a:solidFill>
                <a:schemeClr val="tx2"/>
              </a:solidFill>
            </a:endParaRPr>
          </a:p>
        </p:txBody>
      </p:sp>
    </p:spTree>
    <p:extLst>
      <p:ext uri="{BB962C8B-B14F-4D97-AF65-F5344CB8AC3E}">
        <p14:creationId xmlns:p14="http://schemas.microsoft.com/office/powerpoint/2010/main" val="1102406569"/>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3378" name="Rectangle 2"/>
          <p:cNvSpPr>
            <a:spLocks noGrp="1" noChangeArrowheads="1"/>
          </p:cNvSpPr>
          <p:nvPr>
            <p:ph type="title"/>
          </p:nvPr>
        </p:nvSpPr>
        <p:spPr/>
        <p:txBody>
          <a:bodyPr/>
          <a:lstStyle/>
          <a:p>
            <a:pPr eaLnBrk="1" fontAlgn="auto" hangingPunct="1">
              <a:spcAft>
                <a:spcPts val="0"/>
              </a:spcAft>
              <a:defRPr/>
            </a:pPr>
            <a:r>
              <a:rPr lang="en-US" dirty="0">
                <a:solidFill>
                  <a:schemeClr val="tx2">
                    <a:satMod val="200000"/>
                  </a:schemeClr>
                </a:solidFill>
              </a:rPr>
              <a:t>Ageing and Fluid Balance (5 of 5)</a:t>
            </a:r>
          </a:p>
        </p:txBody>
      </p:sp>
      <p:sp>
        <p:nvSpPr>
          <p:cNvPr id="122883" name="Rectangle 3"/>
          <p:cNvSpPr>
            <a:spLocks noGrp="1" noChangeArrowheads="1"/>
          </p:cNvSpPr>
          <p:nvPr>
            <p:ph idx="1"/>
          </p:nvPr>
        </p:nvSpPr>
        <p:spPr/>
        <p:txBody>
          <a:bodyPr/>
          <a:lstStyle/>
          <a:p>
            <a:pPr eaLnBrk="1" hangingPunct="1"/>
            <a:r>
              <a:rPr lang="en-US" altLang="en-US"/>
              <a:t>Reduction in ADH and aldosterone sensitivity:</a:t>
            </a:r>
          </a:p>
          <a:p>
            <a:pPr lvl="1" eaLnBrk="1" hangingPunct="1"/>
            <a:r>
              <a:rPr lang="en-US" altLang="en-US"/>
              <a:t>reduces body water conservation</a:t>
            </a:r>
          </a:p>
          <a:p>
            <a:pPr lvl="1" eaLnBrk="1" hangingPunct="1"/>
            <a:r>
              <a:rPr lang="en-US" altLang="en-US"/>
              <a:t>when losses exceed gains</a:t>
            </a:r>
          </a:p>
        </p:txBody>
      </p:sp>
      <p:sp>
        <p:nvSpPr>
          <p:cNvPr id="12288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2288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2288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3E44969-98B4-4191-B7AD-38771EFD61F9}" type="slidenum">
              <a:rPr lang="en-US" altLang="en-US" sz="1200">
                <a:solidFill>
                  <a:schemeClr val="tx2"/>
                </a:solidFill>
              </a:rPr>
              <a:pPr/>
              <a:t>174</a:t>
            </a:fld>
            <a:endParaRPr lang="en-US" altLang="en-US" sz="1200">
              <a:solidFill>
                <a:schemeClr val="tx2"/>
              </a:solidFill>
            </a:endParaRPr>
          </a:p>
        </p:txBody>
      </p:sp>
    </p:spTree>
    <p:extLst>
      <p:ext uri="{BB962C8B-B14F-4D97-AF65-F5344CB8AC3E}">
        <p14:creationId xmlns:p14="http://schemas.microsoft.com/office/powerpoint/2010/main" val="784056210"/>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5426" name="Rectangle 2"/>
          <p:cNvSpPr>
            <a:spLocks noGrp="1" noChangeArrowheads="1"/>
          </p:cNvSpPr>
          <p:nvPr>
            <p:ph type="title"/>
          </p:nvPr>
        </p:nvSpPr>
        <p:spPr/>
        <p:txBody>
          <a:bodyPr/>
          <a:lstStyle/>
          <a:p>
            <a:pPr eaLnBrk="1" fontAlgn="auto" hangingPunct="1">
              <a:spcAft>
                <a:spcPts val="0"/>
              </a:spcAft>
              <a:defRPr/>
            </a:pPr>
            <a:r>
              <a:rPr lang="en-US" dirty="0">
                <a:solidFill>
                  <a:schemeClr val="tx2">
                    <a:satMod val="200000"/>
                  </a:schemeClr>
                </a:solidFill>
              </a:rPr>
              <a:t>Ageing and Electrolyte Balance</a:t>
            </a:r>
          </a:p>
        </p:txBody>
      </p:sp>
      <p:sp>
        <p:nvSpPr>
          <p:cNvPr id="123907" name="Rectangle 3"/>
          <p:cNvSpPr>
            <a:spLocks noGrp="1" noChangeArrowheads="1"/>
          </p:cNvSpPr>
          <p:nvPr>
            <p:ph idx="1"/>
          </p:nvPr>
        </p:nvSpPr>
        <p:spPr/>
        <p:txBody>
          <a:bodyPr/>
          <a:lstStyle/>
          <a:p>
            <a:pPr eaLnBrk="1" hangingPunct="1"/>
            <a:r>
              <a:rPr lang="en-US" altLang="en-US"/>
              <a:t>Muscle mass and skeletal mass decrease:</a:t>
            </a:r>
          </a:p>
          <a:p>
            <a:pPr lvl="1" eaLnBrk="1" hangingPunct="1"/>
            <a:r>
              <a:rPr lang="en-US" altLang="en-US"/>
              <a:t>cause net loss in body mineral content </a:t>
            </a:r>
          </a:p>
          <a:p>
            <a:pPr eaLnBrk="1" hangingPunct="1"/>
            <a:r>
              <a:rPr lang="en-US" altLang="en-US"/>
              <a:t>Loss is partially compensated by:</a:t>
            </a:r>
          </a:p>
          <a:p>
            <a:pPr lvl="1" eaLnBrk="1" hangingPunct="1"/>
            <a:r>
              <a:rPr lang="en-US" altLang="en-US"/>
              <a:t>exercise</a:t>
            </a:r>
          </a:p>
          <a:p>
            <a:pPr lvl="1" eaLnBrk="1" hangingPunct="1"/>
            <a:r>
              <a:rPr lang="en-US" altLang="en-US"/>
              <a:t>dietary mineral supplement</a:t>
            </a:r>
          </a:p>
        </p:txBody>
      </p:sp>
      <p:sp>
        <p:nvSpPr>
          <p:cNvPr id="12390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2390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2391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F80CE58-8811-444C-BA9F-E5C0E77BF0B8}" type="slidenum">
              <a:rPr lang="en-US" altLang="en-US" sz="1200">
                <a:solidFill>
                  <a:schemeClr val="tx2"/>
                </a:solidFill>
              </a:rPr>
              <a:pPr/>
              <a:t>175</a:t>
            </a:fld>
            <a:endParaRPr lang="en-US" altLang="en-US" sz="1200">
              <a:solidFill>
                <a:schemeClr val="tx2"/>
              </a:solidFill>
            </a:endParaRPr>
          </a:p>
        </p:txBody>
      </p:sp>
    </p:spTree>
    <p:extLst>
      <p:ext uri="{BB962C8B-B14F-4D97-AF65-F5344CB8AC3E}">
        <p14:creationId xmlns:p14="http://schemas.microsoft.com/office/powerpoint/2010/main" val="779514590"/>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7474" name="Rectangle 2"/>
          <p:cNvSpPr>
            <a:spLocks noGrp="1" noChangeArrowheads="1"/>
          </p:cNvSpPr>
          <p:nvPr>
            <p:ph type="title"/>
          </p:nvPr>
        </p:nvSpPr>
        <p:spPr/>
        <p:txBody>
          <a:bodyPr/>
          <a:lstStyle/>
          <a:p>
            <a:pPr eaLnBrk="1" fontAlgn="auto" hangingPunct="1">
              <a:spcAft>
                <a:spcPts val="0"/>
              </a:spcAft>
              <a:defRPr/>
            </a:pPr>
            <a:r>
              <a:rPr lang="en-US" dirty="0">
                <a:solidFill>
                  <a:schemeClr val="tx2">
                    <a:satMod val="200000"/>
                  </a:schemeClr>
                </a:solidFill>
              </a:rPr>
              <a:t>Ageing and Acid–Base Balance</a:t>
            </a:r>
          </a:p>
        </p:txBody>
      </p:sp>
      <p:sp>
        <p:nvSpPr>
          <p:cNvPr id="124931" name="Rectangle 3"/>
          <p:cNvSpPr>
            <a:spLocks noGrp="1" noChangeArrowheads="1"/>
          </p:cNvSpPr>
          <p:nvPr>
            <p:ph idx="1"/>
          </p:nvPr>
        </p:nvSpPr>
        <p:spPr/>
        <p:txBody>
          <a:bodyPr/>
          <a:lstStyle/>
          <a:p>
            <a:pPr eaLnBrk="1" hangingPunct="1"/>
            <a:r>
              <a:rPr lang="en-US" altLang="en-US"/>
              <a:t>Reduction in vital capacity:</a:t>
            </a:r>
          </a:p>
          <a:p>
            <a:pPr lvl="1" eaLnBrk="1" hangingPunct="1"/>
            <a:r>
              <a:rPr lang="en-US" altLang="en-US"/>
              <a:t>reduces respiratory compensation</a:t>
            </a:r>
          </a:p>
          <a:p>
            <a:pPr lvl="1" eaLnBrk="1" hangingPunct="1"/>
            <a:r>
              <a:rPr lang="en-US" altLang="en-US"/>
              <a:t>increases risk of respiratory acidosis</a:t>
            </a:r>
          </a:p>
          <a:p>
            <a:pPr lvl="1" eaLnBrk="1" hangingPunct="1"/>
            <a:r>
              <a:rPr lang="en-US" altLang="en-US"/>
              <a:t>aggravated by arthritis and emphysema</a:t>
            </a:r>
          </a:p>
        </p:txBody>
      </p:sp>
      <p:sp>
        <p:nvSpPr>
          <p:cNvPr id="12493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2493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2493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2014C39C-47A4-4DFF-B1CB-71E7A2174B39}" type="slidenum">
              <a:rPr lang="en-US" altLang="en-US" sz="1200">
                <a:solidFill>
                  <a:schemeClr val="tx2"/>
                </a:solidFill>
              </a:rPr>
              <a:pPr/>
              <a:t>176</a:t>
            </a:fld>
            <a:endParaRPr lang="en-US" altLang="en-US" sz="1200">
              <a:solidFill>
                <a:schemeClr val="tx2"/>
              </a:solidFill>
            </a:endParaRPr>
          </a:p>
        </p:txBody>
      </p:sp>
    </p:spTree>
    <p:extLst>
      <p:ext uri="{BB962C8B-B14F-4D97-AF65-F5344CB8AC3E}">
        <p14:creationId xmlns:p14="http://schemas.microsoft.com/office/powerpoint/2010/main" val="103257674"/>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22" name="Rectangle 2"/>
          <p:cNvSpPr>
            <a:spLocks noGrp="1" noChangeArrowheads="1"/>
          </p:cNvSpPr>
          <p:nvPr>
            <p:ph type="title"/>
          </p:nvPr>
        </p:nvSpPr>
        <p:spPr/>
        <p:txBody>
          <a:bodyPr/>
          <a:lstStyle/>
          <a:p>
            <a:pPr eaLnBrk="1" fontAlgn="auto" hangingPunct="1">
              <a:spcAft>
                <a:spcPts val="0"/>
              </a:spcAft>
              <a:defRPr/>
            </a:pPr>
            <a:r>
              <a:rPr lang="en-US" dirty="0">
                <a:solidFill>
                  <a:schemeClr val="tx2">
                    <a:satMod val="200000"/>
                  </a:schemeClr>
                </a:solidFill>
              </a:rPr>
              <a:t>Ageing and Major Systems</a:t>
            </a:r>
          </a:p>
        </p:txBody>
      </p:sp>
      <p:sp>
        <p:nvSpPr>
          <p:cNvPr id="125955" name="Rectangle 3"/>
          <p:cNvSpPr>
            <a:spLocks noGrp="1" noChangeArrowheads="1"/>
          </p:cNvSpPr>
          <p:nvPr>
            <p:ph idx="1"/>
          </p:nvPr>
        </p:nvSpPr>
        <p:spPr/>
        <p:txBody>
          <a:bodyPr/>
          <a:lstStyle/>
          <a:p>
            <a:pPr eaLnBrk="1" hangingPunct="1"/>
            <a:r>
              <a:rPr lang="en-US" altLang="en-US"/>
              <a:t>Disorders affecting major systems increase:</a:t>
            </a:r>
          </a:p>
          <a:p>
            <a:pPr lvl="1" eaLnBrk="1" hangingPunct="1"/>
            <a:r>
              <a:rPr lang="en-US" altLang="en-US"/>
              <a:t>affecting fluid, electrolyte, and/or acid–base balance</a:t>
            </a:r>
          </a:p>
        </p:txBody>
      </p:sp>
      <p:sp>
        <p:nvSpPr>
          <p:cNvPr id="12595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2595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2595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15D60217-997C-4F3A-8AC8-07AE89F13126}" type="slidenum">
              <a:rPr lang="en-US" altLang="en-US" sz="1200">
                <a:solidFill>
                  <a:schemeClr val="tx2"/>
                </a:solidFill>
              </a:rPr>
              <a:pPr/>
              <a:t>177</a:t>
            </a:fld>
            <a:endParaRPr lang="en-US" altLang="en-US" sz="1200">
              <a:solidFill>
                <a:schemeClr val="tx2"/>
              </a:solidFill>
            </a:endParaRPr>
          </a:p>
        </p:txBody>
      </p:sp>
    </p:spTree>
    <p:extLst>
      <p:ext uri="{BB962C8B-B14F-4D97-AF65-F5344CB8AC3E}">
        <p14:creationId xmlns:p14="http://schemas.microsoft.com/office/powerpoint/2010/main" val="3658382356"/>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6530" name="Rectangle 2"/>
          <p:cNvSpPr>
            <a:spLocks noGrp="1" noChangeArrowheads="1"/>
          </p:cNvSpPr>
          <p:nvPr>
            <p:ph type="title"/>
          </p:nvPr>
        </p:nvSpPr>
        <p:spPr>
          <a:xfrm>
            <a:off x="685800" y="2857500"/>
            <a:ext cx="7772400" cy="1143000"/>
          </a:xfrm>
        </p:spPr>
        <p:txBody>
          <a:bodyPr/>
          <a:lstStyle/>
          <a:p>
            <a:pPr eaLnBrk="1" fontAlgn="auto" hangingPunct="1">
              <a:spcAft>
                <a:spcPts val="0"/>
              </a:spcAft>
              <a:defRPr/>
            </a:pPr>
            <a:r>
              <a:rPr lang="en-US" b="1" i="1">
                <a:solidFill>
                  <a:schemeClr val="tx2">
                    <a:satMod val="200000"/>
                  </a:schemeClr>
                </a:solidFill>
              </a:rPr>
              <a:t>What changes in the </a:t>
            </a:r>
            <a:r>
              <a:rPr lang="en-US" b="1" i="1">
                <a:solidFill>
                  <a:schemeClr val="hlink"/>
                </a:solidFill>
              </a:rPr>
              <a:t>reproductive</a:t>
            </a:r>
            <a:r>
              <a:rPr lang="en-US" b="1" i="1">
                <a:solidFill>
                  <a:schemeClr val="tx2">
                    <a:satMod val="200000"/>
                  </a:schemeClr>
                </a:solidFill>
              </a:rPr>
              <a:t> system </a:t>
            </a:r>
            <a:br>
              <a:rPr lang="en-US" b="1" i="1">
                <a:solidFill>
                  <a:schemeClr val="tx2">
                    <a:satMod val="200000"/>
                  </a:schemeClr>
                </a:solidFill>
              </a:rPr>
            </a:br>
            <a:r>
              <a:rPr lang="en-US" b="1" i="1">
                <a:solidFill>
                  <a:schemeClr val="tx2">
                    <a:satMod val="200000"/>
                  </a:schemeClr>
                </a:solidFill>
              </a:rPr>
              <a:t>occur with ageing?</a:t>
            </a:r>
            <a:br>
              <a:rPr lang="en-US" b="1" i="1">
                <a:solidFill>
                  <a:schemeClr val="tx2">
                    <a:satMod val="200000"/>
                  </a:schemeClr>
                </a:solidFill>
              </a:rPr>
            </a:br>
            <a:r>
              <a:rPr lang="en-US" b="1" i="1">
                <a:solidFill>
                  <a:schemeClr val="tx2">
                    <a:satMod val="200000"/>
                  </a:schemeClr>
                </a:solidFill>
              </a:rPr>
              <a:t> </a:t>
            </a:r>
            <a:r>
              <a:rPr lang="en-US" b="1" i="1">
                <a:solidFill>
                  <a:srgbClr val="66FFFF"/>
                </a:solidFill>
                <a:latin typeface="Times New Roman" pitchFamily="18" charset="0"/>
              </a:rPr>
              <a:t>Organ System 11</a:t>
            </a:r>
          </a:p>
        </p:txBody>
      </p:sp>
      <p:sp>
        <p:nvSpPr>
          <p:cNvPr id="126979"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26980"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2698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DF50812-495D-45E9-B75B-DAAB143F789E}" type="slidenum">
              <a:rPr lang="en-US" altLang="en-US" sz="1200">
                <a:solidFill>
                  <a:schemeClr val="tx2"/>
                </a:solidFill>
              </a:rPr>
              <a:pPr/>
              <a:t>178</a:t>
            </a:fld>
            <a:endParaRPr lang="en-US" altLang="en-US" sz="1200">
              <a:solidFill>
                <a:schemeClr val="tx2"/>
              </a:solidFill>
            </a:endParaRPr>
          </a:p>
        </p:txBody>
      </p:sp>
    </p:spTree>
    <p:extLst>
      <p:ext uri="{BB962C8B-B14F-4D97-AF65-F5344CB8AC3E}">
        <p14:creationId xmlns:p14="http://schemas.microsoft.com/office/powerpoint/2010/main" val="2969474048"/>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7554"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Ageing and the </a:t>
            </a:r>
            <a:br>
              <a:rPr lang="en-US">
                <a:solidFill>
                  <a:schemeClr val="tx2">
                    <a:satMod val="200000"/>
                  </a:schemeClr>
                </a:solidFill>
              </a:rPr>
            </a:br>
            <a:r>
              <a:rPr lang="en-US">
                <a:solidFill>
                  <a:schemeClr val="tx2">
                    <a:satMod val="200000"/>
                  </a:schemeClr>
                </a:solidFill>
              </a:rPr>
              <a:t>Reproductive System</a:t>
            </a:r>
          </a:p>
        </p:txBody>
      </p:sp>
      <p:sp>
        <p:nvSpPr>
          <p:cNvPr id="128003" name="Rectangle 3"/>
          <p:cNvSpPr>
            <a:spLocks noGrp="1" noChangeArrowheads="1"/>
          </p:cNvSpPr>
          <p:nvPr>
            <p:ph idx="1"/>
          </p:nvPr>
        </p:nvSpPr>
        <p:spPr/>
        <p:txBody>
          <a:bodyPr/>
          <a:lstStyle/>
          <a:p>
            <a:pPr eaLnBrk="1" hangingPunct="1"/>
            <a:r>
              <a:rPr lang="en-US" altLang="en-US"/>
              <a:t>Female reproductive system:</a:t>
            </a:r>
          </a:p>
          <a:p>
            <a:pPr lvl="1" eaLnBrk="1" hangingPunct="1"/>
            <a:r>
              <a:rPr lang="en-US" altLang="en-US"/>
              <a:t>changes associated with </a:t>
            </a:r>
            <a:r>
              <a:rPr lang="en-US" altLang="en-US">
                <a:solidFill>
                  <a:schemeClr val="accent1"/>
                </a:solidFill>
              </a:rPr>
              <a:t>menopause</a:t>
            </a:r>
            <a:endParaRPr lang="en-US" altLang="en-US"/>
          </a:p>
          <a:p>
            <a:pPr eaLnBrk="1" hangingPunct="1"/>
            <a:r>
              <a:rPr lang="en-US" altLang="en-US"/>
              <a:t>Male reproductive system:</a:t>
            </a:r>
          </a:p>
          <a:p>
            <a:pPr lvl="1" eaLnBrk="1" hangingPunct="1"/>
            <a:r>
              <a:rPr lang="en-US" altLang="en-US"/>
              <a:t>changes associated with </a:t>
            </a:r>
            <a:r>
              <a:rPr lang="en-US" altLang="en-US">
                <a:solidFill>
                  <a:schemeClr val="accent1"/>
                </a:solidFill>
              </a:rPr>
              <a:t>andropause</a:t>
            </a:r>
            <a:r>
              <a:rPr lang="en-US" altLang="en-US"/>
              <a:t> </a:t>
            </a:r>
          </a:p>
          <a:p>
            <a:pPr lvl="1" eaLnBrk="1" hangingPunct="1"/>
            <a:r>
              <a:rPr lang="en-US" altLang="en-US"/>
              <a:t>occur gradually, over longer time period</a:t>
            </a:r>
          </a:p>
        </p:txBody>
      </p:sp>
      <p:sp>
        <p:nvSpPr>
          <p:cNvPr id="12800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2800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2800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81249F4-F46D-4309-B202-731FEC6A4E3D}" type="slidenum">
              <a:rPr lang="en-US" altLang="en-US" sz="1200">
                <a:solidFill>
                  <a:schemeClr val="tx2"/>
                </a:solidFill>
              </a:rPr>
              <a:pPr/>
              <a:t>179</a:t>
            </a:fld>
            <a:endParaRPr lang="en-US" altLang="en-US" sz="1200">
              <a:solidFill>
                <a:schemeClr val="tx2"/>
              </a:solidFill>
            </a:endParaRPr>
          </a:p>
        </p:txBody>
      </p:sp>
    </p:spTree>
    <p:extLst>
      <p:ext uri="{BB962C8B-B14F-4D97-AF65-F5344CB8AC3E}">
        <p14:creationId xmlns:p14="http://schemas.microsoft.com/office/powerpoint/2010/main" val="28868726"/>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78" name="Rectangle 2"/>
          <p:cNvSpPr>
            <a:spLocks noGrp="1" noChangeArrowheads="1"/>
          </p:cNvSpPr>
          <p:nvPr>
            <p:ph type="title"/>
          </p:nvPr>
        </p:nvSpPr>
        <p:spPr/>
        <p:txBody>
          <a:bodyPr/>
          <a:lstStyle/>
          <a:p>
            <a:pPr eaLnBrk="1" fontAlgn="auto" hangingPunct="1">
              <a:spcAft>
                <a:spcPts val="0"/>
              </a:spcAft>
              <a:defRPr/>
            </a:pPr>
            <a:r>
              <a:rPr lang="en-US">
                <a:solidFill>
                  <a:schemeClr val="accent1"/>
                </a:solidFill>
              </a:rPr>
              <a:t>Menopause</a:t>
            </a:r>
            <a:r>
              <a:rPr lang="en-US">
                <a:solidFill>
                  <a:schemeClr val="tx2">
                    <a:satMod val="200000"/>
                  </a:schemeClr>
                </a:solidFill>
              </a:rPr>
              <a:t> </a:t>
            </a:r>
          </a:p>
        </p:txBody>
      </p:sp>
      <p:sp>
        <p:nvSpPr>
          <p:cNvPr id="129027" name="Rectangle 3"/>
          <p:cNvSpPr>
            <a:spLocks noGrp="1" noChangeArrowheads="1"/>
          </p:cNvSpPr>
          <p:nvPr>
            <p:ph idx="1"/>
          </p:nvPr>
        </p:nvSpPr>
        <p:spPr/>
        <p:txBody>
          <a:bodyPr/>
          <a:lstStyle/>
          <a:p>
            <a:pPr eaLnBrk="1" hangingPunct="1"/>
            <a:r>
              <a:rPr lang="en-US" altLang="en-US"/>
              <a:t>Is the time that ovulation and menstruation cease</a:t>
            </a:r>
          </a:p>
          <a:p>
            <a:pPr eaLnBrk="1" hangingPunct="1"/>
            <a:r>
              <a:rPr lang="en-US" altLang="en-US"/>
              <a:t>Typically occurs around age 45–55</a:t>
            </a:r>
          </a:p>
        </p:txBody>
      </p:sp>
      <p:sp>
        <p:nvSpPr>
          <p:cNvPr id="12902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2902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2903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769877DA-962C-4E22-861A-EB610B30CF8E}" type="slidenum">
              <a:rPr lang="en-US" altLang="en-US" sz="1200">
                <a:solidFill>
                  <a:schemeClr val="tx2"/>
                </a:solidFill>
              </a:rPr>
              <a:pPr/>
              <a:t>180</a:t>
            </a:fld>
            <a:endParaRPr lang="en-US" altLang="en-US" sz="1200">
              <a:solidFill>
                <a:schemeClr val="tx2"/>
              </a:solidFill>
            </a:endParaRPr>
          </a:p>
        </p:txBody>
      </p:sp>
    </p:spTree>
    <p:extLst>
      <p:ext uri="{BB962C8B-B14F-4D97-AF65-F5344CB8AC3E}">
        <p14:creationId xmlns:p14="http://schemas.microsoft.com/office/powerpoint/2010/main" val="2416653622"/>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02" name="Rectangle 2"/>
          <p:cNvSpPr>
            <a:spLocks noGrp="1" noChangeArrowheads="1"/>
          </p:cNvSpPr>
          <p:nvPr>
            <p:ph type="title"/>
          </p:nvPr>
        </p:nvSpPr>
        <p:spPr/>
        <p:txBody>
          <a:bodyPr/>
          <a:lstStyle/>
          <a:p>
            <a:pPr eaLnBrk="1" fontAlgn="auto" hangingPunct="1">
              <a:spcAft>
                <a:spcPts val="0"/>
              </a:spcAft>
              <a:defRPr/>
            </a:pPr>
            <a:r>
              <a:rPr lang="en-US">
                <a:solidFill>
                  <a:schemeClr val="accent1"/>
                </a:solidFill>
              </a:rPr>
              <a:t>Perimenopause</a:t>
            </a:r>
            <a:r>
              <a:rPr lang="en-US">
                <a:solidFill>
                  <a:schemeClr val="tx2">
                    <a:satMod val="200000"/>
                  </a:schemeClr>
                </a:solidFill>
              </a:rPr>
              <a:t> </a:t>
            </a:r>
          </a:p>
        </p:txBody>
      </p:sp>
      <p:sp>
        <p:nvSpPr>
          <p:cNvPr id="130051" name="Rectangle 3"/>
          <p:cNvSpPr>
            <a:spLocks noGrp="1" noChangeArrowheads="1"/>
          </p:cNvSpPr>
          <p:nvPr>
            <p:ph idx="1"/>
          </p:nvPr>
        </p:nvSpPr>
        <p:spPr/>
        <p:txBody>
          <a:bodyPr/>
          <a:lstStyle/>
          <a:p>
            <a:pPr eaLnBrk="1" hangingPunct="1"/>
            <a:r>
              <a:rPr lang="en-US" altLang="en-US"/>
              <a:t>Is the interval immediately preceding menopause</a:t>
            </a:r>
          </a:p>
          <a:p>
            <a:pPr eaLnBrk="1" hangingPunct="1"/>
            <a:r>
              <a:rPr lang="en-US" altLang="en-US"/>
              <a:t>Ovarian and uterine cycles become irregular:</a:t>
            </a:r>
          </a:p>
          <a:p>
            <a:pPr lvl="1" eaLnBrk="1" hangingPunct="1"/>
            <a:r>
              <a:rPr lang="en-US" altLang="en-US"/>
              <a:t>due to shortage of primordial follicles</a:t>
            </a:r>
          </a:p>
          <a:p>
            <a:pPr lvl="1" eaLnBrk="1" hangingPunct="1"/>
            <a:r>
              <a:rPr lang="en-US" altLang="en-US"/>
              <a:t>estrogen levels decline</a:t>
            </a:r>
          </a:p>
          <a:p>
            <a:pPr lvl="1" eaLnBrk="1" hangingPunct="1"/>
            <a:r>
              <a:rPr lang="en-US" altLang="en-US"/>
              <a:t>ovulation is not triggered </a:t>
            </a:r>
          </a:p>
        </p:txBody>
      </p:sp>
      <p:sp>
        <p:nvSpPr>
          <p:cNvPr id="13005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3005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3005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249E7C13-B103-4B27-ADF7-FC73A8600347}" type="slidenum">
              <a:rPr lang="en-US" altLang="en-US" sz="1200">
                <a:solidFill>
                  <a:schemeClr val="tx2"/>
                </a:solidFill>
              </a:rPr>
              <a:pPr/>
              <a:t>181</a:t>
            </a:fld>
            <a:endParaRPr lang="en-US" altLang="en-US" sz="1200">
              <a:solidFill>
                <a:schemeClr val="tx2"/>
              </a:solidFill>
            </a:endParaRPr>
          </a:p>
        </p:txBody>
      </p:sp>
    </p:spTree>
    <p:extLst>
      <p:ext uri="{BB962C8B-B14F-4D97-AF65-F5344CB8AC3E}">
        <p14:creationId xmlns:p14="http://schemas.microsoft.com/office/powerpoint/2010/main" val="2934578701"/>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626" name="Rectangle 2"/>
          <p:cNvSpPr>
            <a:spLocks noGrp="1" noChangeArrowheads="1"/>
          </p:cNvSpPr>
          <p:nvPr>
            <p:ph type="title"/>
          </p:nvPr>
        </p:nvSpPr>
        <p:spPr/>
        <p:txBody>
          <a:bodyPr/>
          <a:lstStyle/>
          <a:p>
            <a:pPr eaLnBrk="1" fontAlgn="auto" hangingPunct="1">
              <a:spcAft>
                <a:spcPts val="0"/>
              </a:spcAft>
              <a:defRPr/>
            </a:pPr>
            <a:r>
              <a:rPr lang="en-US">
                <a:solidFill>
                  <a:schemeClr val="accent1"/>
                </a:solidFill>
              </a:rPr>
              <a:t>Premature Menopause</a:t>
            </a:r>
            <a:endParaRPr lang="en-US">
              <a:solidFill>
                <a:schemeClr val="tx2">
                  <a:satMod val="200000"/>
                </a:schemeClr>
              </a:solidFill>
            </a:endParaRPr>
          </a:p>
        </p:txBody>
      </p:sp>
      <p:sp>
        <p:nvSpPr>
          <p:cNvPr id="131075" name="Rectangle 3"/>
          <p:cNvSpPr>
            <a:spLocks noGrp="1" noChangeArrowheads="1"/>
          </p:cNvSpPr>
          <p:nvPr>
            <p:ph idx="1"/>
          </p:nvPr>
        </p:nvSpPr>
        <p:spPr/>
        <p:txBody>
          <a:bodyPr/>
          <a:lstStyle/>
          <a:p>
            <a:pPr eaLnBrk="1" hangingPunct="1"/>
            <a:r>
              <a:rPr lang="en-US" altLang="en-US"/>
              <a:t>Is depletion of follicles before age 40</a:t>
            </a:r>
          </a:p>
        </p:txBody>
      </p:sp>
      <p:sp>
        <p:nvSpPr>
          <p:cNvPr id="13107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3107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3107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B174C81-67D4-44CA-A2CA-A553CC2A8997}" type="slidenum">
              <a:rPr lang="en-US" altLang="en-US" sz="1200">
                <a:solidFill>
                  <a:schemeClr val="tx2"/>
                </a:solidFill>
              </a:rPr>
              <a:pPr/>
              <a:t>182</a:t>
            </a:fld>
            <a:endParaRPr lang="en-US" altLang="en-US" sz="1200">
              <a:solidFill>
                <a:schemeClr val="tx2"/>
              </a:solidFill>
            </a:endParaRPr>
          </a:p>
        </p:txBody>
      </p:sp>
    </p:spTree>
    <p:extLst>
      <p:ext uri="{BB962C8B-B14F-4D97-AF65-F5344CB8AC3E}">
        <p14:creationId xmlns:p14="http://schemas.microsoft.com/office/powerpoint/2010/main" val="1780868012"/>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1650" name="Rectangle 2"/>
          <p:cNvSpPr>
            <a:spLocks noGrp="1" noChangeArrowheads="1"/>
          </p:cNvSpPr>
          <p:nvPr>
            <p:ph type="title"/>
          </p:nvPr>
        </p:nvSpPr>
        <p:spPr/>
        <p:txBody>
          <a:bodyPr/>
          <a:lstStyle/>
          <a:p>
            <a:pPr eaLnBrk="1" fontAlgn="auto" hangingPunct="1">
              <a:spcAft>
                <a:spcPts val="0"/>
              </a:spcAft>
              <a:defRPr/>
            </a:pPr>
            <a:r>
              <a:rPr lang="en-US">
                <a:solidFill>
                  <a:schemeClr val="accent1"/>
                </a:solidFill>
              </a:rPr>
              <a:t>Menopause</a:t>
            </a:r>
            <a:r>
              <a:rPr lang="en-US">
                <a:solidFill>
                  <a:schemeClr val="tx2">
                    <a:satMod val="200000"/>
                  </a:schemeClr>
                </a:solidFill>
              </a:rPr>
              <a:t> </a:t>
            </a:r>
          </a:p>
        </p:txBody>
      </p:sp>
      <p:sp>
        <p:nvSpPr>
          <p:cNvPr id="132099" name="Rectangle 3"/>
          <p:cNvSpPr>
            <a:spLocks noGrp="1" noChangeArrowheads="1"/>
          </p:cNvSpPr>
          <p:nvPr>
            <p:ph idx="1"/>
          </p:nvPr>
        </p:nvSpPr>
        <p:spPr/>
        <p:txBody>
          <a:bodyPr/>
          <a:lstStyle/>
          <a:p>
            <a:pPr eaLnBrk="1" hangingPunct="1"/>
            <a:r>
              <a:rPr lang="en-US" altLang="en-US"/>
              <a:t>Circulating concentrations of estrogens and progesterone decline</a:t>
            </a:r>
          </a:p>
          <a:p>
            <a:pPr eaLnBrk="1" hangingPunct="1"/>
            <a:r>
              <a:rPr lang="en-US" altLang="en-US"/>
              <a:t>Production of GnRH, FSH, and LH rises sharply</a:t>
            </a:r>
          </a:p>
        </p:txBody>
      </p:sp>
      <p:sp>
        <p:nvSpPr>
          <p:cNvPr id="132100"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32101"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3210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235BCDAB-BCFD-4EE2-B637-6F693665A866}" type="slidenum">
              <a:rPr lang="en-US" altLang="en-US" sz="1200">
                <a:solidFill>
                  <a:schemeClr val="tx2"/>
                </a:solidFill>
              </a:rPr>
              <a:pPr/>
              <a:t>183</a:t>
            </a:fld>
            <a:endParaRPr lang="en-US" altLang="en-US" sz="1200">
              <a:solidFill>
                <a:schemeClr val="tx2"/>
              </a:solidFill>
            </a:endParaRPr>
          </a:p>
        </p:txBody>
      </p:sp>
    </p:spTree>
    <p:extLst>
      <p:ext uri="{BB962C8B-B14F-4D97-AF65-F5344CB8AC3E}">
        <p14:creationId xmlns:p14="http://schemas.microsoft.com/office/powerpoint/2010/main" val="3801449840"/>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674"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200000"/>
                  </a:schemeClr>
                </a:solidFill>
              </a:rPr>
              <a:t>Decline in Estrogen Levels </a:t>
            </a:r>
          </a:p>
        </p:txBody>
      </p:sp>
      <p:sp>
        <p:nvSpPr>
          <p:cNvPr id="133123" name="Rectangle 3"/>
          <p:cNvSpPr>
            <a:spLocks noGrp="1" noChangeArrowheads="1"/>
          </p:cNvSpPr>
          <p:nvPr>
            <p:ph idx="1"/>
          </p:nvPr>
        </p:nvSpPr>
        <p:spPr/>
        <p:txBody>
          <a:bodyPr/>
          <a:lstStyle/>
          <a:p>
            <a:pPr eaLnBrk="1" hangingPunct="1"/>
            <a:r>
              <a:rPr lang="en-US" altLang="en-US"/>
              <a:t>Leads to: </a:t>
            </a:r>
          </a:p>
          <a:p>
            <a:pPr lvl="1" eaLnBrk="1" hangingPunct="1"/>
            <a:r>
              <a:rPr lang="en-US" altLang="en-US"/>
              <a:t>reduction in uterus and breast size</a:t>
            </a:r>
          </a:p>
          <a:p>
            <a:pPr lvl="1" eaLnBrk="1" hangingPunct="1"/>
            <a:r>
              <a:rPr lang="en-US" altLang="en-US"/>
              <a:t>thinning of urethral and vaginal epithelia</a:t>
            </a:r>
          </a:p>
          <a:p>
            <a:pPr lvl="1" eaLnBrk="1" hangingPunct="1"/>
            <a:r>
              <a:rPr lang="en-US" altLang="en-US"/>
              <a:t>reduction in bone deposition (osteoporosis)</a:t>
            </a:r>
          </a:p>
        </p:txBody>
      </p:sp>
      <p:sp>
        <p:nvSpPr>
          <p:cNvPr id="13312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3312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3312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3D23606-223D-4AC9-9AC2-47A055AF4207}" type="slidenum">
              <a:rPr lang="en-US" altLang="en-US" sz="1200">
                <a:solidFill>
                  <a:schemeClr val="tx2"/>
                </a:solidFill>
              </a:rPr>
              <a:pPr/>
              <a:t>184</a:t>
            </a:fld>
            <a:endParaRPr lang="en-US" altLang="en-US" sz="1200">
              <a:solidFill>
                <a:schemeClr val="tx2"/>
              </a:solidFill>
            </a:endParaRPr>
          </a:p>
        </p:txBody>
      </p:sp>
    </p:spTree>
    <p:extLst>
      <p:ext uri="{BB962C8B-B14F-4D97-AF65-F5344CB8AC3E}">
        <p14:creationId xmlns:p14="http://schemas.microsoft.com/office/powerpoint/2010/main" val="32381024"/>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3698" name="Rectangle 2"/>
          <p:cNvSpPr>
            <a:spLocks noGrp="1" noChangeArrowheads="1"/>
          </p:cNvSpPr>
          <p:nvPr>
            <p:ph type="title"/>
          </p:nvPr>
        </p:nvSpPr>
        <p:spPr/>
        <p:txBody>
          <a:bodyPr/>
          <a:lstStyle/>
          <a:p>
            <a:pPr eaLnBrk="1" fontAlgn="auto" hangingPunct="1">
              <a:spcAft>
                <a:spcPts val="0"/>
              </a:spcAft>
              <a:defRPr/>
            </a:pPr>
            <a:r>
              <a:rPr lang="en-US">
                <a:solidFill>
                  <a:schemeClr val="accent1"/>
                </a:solidFill>
              </a:rPr>
              <a:t>Andropause</a:t>
            </a:r>
            <a:r>
              <a:rPr lang="en-US">
                <a:solidFill>
                  <a:schemeClr val="tx2">
                    <a:satMod val="200000"/>
                  </a:schemeClr>
                </a:solidFill>
              </a:rPr>
              <a:t> (1 of 2)</a:t>
            </a:r>
          </a:p>
        </p:txBody>
      </p:sp>
      <p:sp>
        <p:nvSpPr>
          <p:cNvPr id="134147" name="Rectangle 3"/>
          <p:cNvSpPr>
            <a:spLocks noGrp="1" noChangeArrowheads="1"/>
          </p:cNvSpPr>
          <p:nvPr>
            <p:ph idx="1"/>
          </p:nvPr>
        </p:nvSpPr>
        <p:spPr/>
        <p:txBody>
          <a:bodyPr/>
          <a:lstStyle/>
          <a:p>
            <a:pPr eaLnBrk="1" hangingPunct="1"/>
            <a:r>
              <a:rPr lang="en-US" altLang="en-US"/>
              <a:t>Also called </a:t>
            </a:r>
            <a:r>
              <a:rPr lang="en-US" altLang="en-US">
                <a:solidFill>
                  <a:schemeClr val="accent1"/>
                </a:solidFill>
              </a:rPr>
              <a:t>male climacteric</a:t>
            </a:r>
            <a:r>
              <a:rPr lang="en-US" altLang="en-US"/>
              <a:t> </a:t>
            </a:r>
          </a:p>
          <a:p>
            <a:pPr eaLnBrk="1" hangingPunct="1"/>
            <a:r>
              <a:rPr lang="en-US" altLang="en-US"/>
              <a:t>Is the period of declining reproductive function </a:t>
            </a:r>
          </a:p>
          <a:p>
            <a:pPr eaLnBrk="1" hangingPunct="1"/>
            <a:r>
              <a:rPr lang="en-US" altLang="en-US"/>
              <a:t>Circulating testosterone begins to decline:</a:t>
            </a:r>
          </a:p>
          <a:p>
            <a:pPr lvl="1" eaLnBrk="1" hangingPunct="1"/>
            <a:r>
              <a:rPr lang="en-US" altLang="en-US"/>
              <a:t>between ages 50 and 60</a:t>
            </a:r>
          </a:p>
          <a:p>
            <a:pPr eaLnBrk="1" hangingPunct="1"/>
            <a:r>
              <a:rPr lang="en-US" altLang="en-US"/>
              <a:t>Circulating FSH and LH increase</a:t>
            </a:r>
          </a:p>
        </p:txBody>
      </p:sp>
      <p:sp>
        <p:nvSpPr>
          <p:cNvPr id="13414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3414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3415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B08A2A6-EE13-4B16-9261-6D4ACBA2C80B}" type="slidenum">
              <a:rPr lang="en-US" altLang="en-US" sz="1200">
                <a:solidFill>
                  <a:schemeClr val="tx2"/>
                </a:solidFill>
              </a:rPr>
              <a:pPr/>
              <a:t>185</a:t>
            </a:fld>
            <a:endParaRPr lang="en-US" altLang="en-US" sz="1200">
              <a:solidFill>
                <a:schemeClr val="tx2"/>
              </a:solidFill>
            </a:endParaRPr>
          </a:p>
        </p:txBody>
      </p:sp>
    </p:spTree>
    <p:extLst>
      <p:ext uri="{BB962C8B-B14F-4D97-AF65-F5344CB8AC3E}">
        <p14:creationId xmlns:p14="http://schemas.microsoft.com/office/powerpoint/2010/main" val="515785214"/>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22" name="Rectangle 2"/>
          <p:cNvSpPr>
            <a:spLocks noGrp="1" noChangeArrowheads="1"/>
          </p:cNvSpPr>
          <p:nvPr>
            <p:ph type="title"/>
          </p:nvPr>
        </p:nvSpPr>
        <p:spPr/>
        <p:txBody>
          <a:bodyPr/>
          <a:lstStyle/>
          <a:p>
            <a:pPr eaLnBrk="1" fontAlgn="auto" hangingPunct="1">
              <a:spcAft>
                <a:spcPts val="0"/>
              </a:spcAft>
              <a:defRPr/>
            </a:pPr>
            <a:r>
              <a:rPr lang="en-US">
                <a:solidFill>
                  <a:schemeClr val="accent1"/>
                </a:solidFill>
              </a:rPr>
              <a:t>Andropause</a:t>
            </a:r>
            <a:r>
              <a:rPr lang="en-US">
                <a:solidFill>
                  <a:schemeClr val="tx2">
                    <a:satMod val="200000"/>
                  </a:schemeClr>
                </a:solidFill>
              </a:rPr>
              <a:t> (2 of 2)</a:t>
            </a:r>
          </a:p>
        </p:txBody>
      </p:sp>
      <p:sp>
        <p:nvSpPr>
          <p:cNvPr id="135171" name="Rectangle 3"/>
          <p:cNvSpPr>
            <a:spLocks noGrp="1" noChangeArrowheads="1"/>
          </p:cNvSpPr>
          <p:nvPr>
            <p:ph idx="1"/>
          </p:nvPr>
        </p:nvSpPr>
        <p:spPr/>
        <p:txBody>
          <a:bodyPr/>
          <a:lstStyle/>
          <a:p>
            <a:pPr eaLnBrk="1" hangingPunct="1"/>
            <a:r>
              <a:rPr lang="en-US" altLang="en-US"/>
              <a:t>Sperm production continues</a:t>
            </a:r>
          </a:p>
          <a:p>
            <a:pPr eaLnBrk="1" hangingPunct="1"/>
            <a:r>
              <a:rPr lang="en-US" altLang="en-US"/>
              <a:t>Sexual activity gradually decreases:</a:t>
            </a:r>
          </a:p>
          <a:p>
            <a:pPr lvl="1" eaLnBrk="1" hangingPunct="1"/>
            <a:r>
              <a:rPr lang="en-US" altLang="en-US"/>
              <a:t>with declining testosterone levels</a:t>
            </a:r>
          </a:p>
        </p:txBody>
      </p:sp>
      <p:sp>
        <p:nvSpPr>
          <p:cNvPr id="13517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3517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3517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25F4FA68-0941-404F-A588-9D0FC5241CAF}" type="slidenum">
              <a:rPr lang="en-US" altLang="en-US" sz="1200">
                <a:solidFill>
                  <a:schemeClr val="tx2"/>
                </a:solidFill>
              </a:rPr>
              <a:pPr/>
              <a:t>186</a:t>
            </a:fld>
            <a:endParaRPr lang="en-US" altLang="en-US" sz="1200">
              <a:solidFill>
                <a:schemeClr val="tx2"/>
              </a:solidFill>
            </a:endParaRPr>
          </a:p>
        </p:txBody>
      </p:sp>
    </p:spTree>
    <p:extLst>
      <p:ext uri="{BB962C8B-B14F-4D97-AF65-F5344CB8AC3E}">
        <p14:creationId xmlns:p14="http://schemas.microsoft.com/office/powerpoint/2010/main" val="3649563602"/>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746" name="Rectangle 2"/>
          <p:cNvSpPr>
            <a:spLocks noGrp="1" noChangeArrowheads="1"/>
          </p:cNvSpPr>
          <p:nvPr>
            <p:ph type="title"/>
          </p:nvPr>
        </p:nvSpPr>
        <p:spPr>
          <a:xfrm>
            <a:off x="533400" y="228601"/>
            <a:ext cx="8534400" cy="609599"/>
          </a:xfrm>
        </p:spPr>
        <p:txBody>
          <a:bodyPr/>
          <a:lstStyle/>
          <a:p>
            <a:pPr eaLnBrk="1" fontAlgn="auto" hangingPunct="1">
              <a:spcAft>
                <a:spcPts val="0"/>
              </a:spcAft>
              <a:defRPr/>
            </a:pPr>
            <a:r>
              <a:rPr lang="en-US" sz="3200" dirty="0">
                <a:solidFill>
                  <a:schemeClr val="tx2">
                    <a:satMod val="200000"/>
                  </a:schemeClr>
                </a:solidFill>
              </a:rPr>
              <a:t>Effects of Ageing on the Organ Systems</a:t>
            </a:r>
          </a:p>
        </p:txBody>
      </p:sp>
      <p:sp>
        <p:nvSpPr>
          <p:cNvPr id="136195"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36196"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3619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A51A0CE-B846-4DA3-9144-110AACA414D7}" type="slidenum">
              <a:rPr lang="en-US" altLang="en-US" sz="1200">
                <a:solidFill>
                  <a:schemeClr val="tx2"/>
                </a:solidFill>
              </a:rPr>
              <a:pPr/>
              <a:t>187</a:t>
            </a:fld>
            <a:endParaRPr lang="en-US" altLang="en-US" sz="1200">
              <a:solidFill>
                <a:schemeClr val="tx2"/>
              </a:solidFill>
            </a:endParaRPr>
          </a:p>
        </p:txBody>
      </p:sp>
      <p:sp>
        <p:nvSpPr>
          <p:cNvPr id="136198" name="Rectangle 3"/>
          <p:cNvSpPr>
            <a:spLocks noChangeArrowheads="1"/>
          </p:cNvSpPr>
          <p:nvPr/>
        </p:nvSpPr>
        <p:spPr bwMode="auto">
          <a:xfrm>
            <a:off x="7772400" y="6443663"/>
            <a:ext cx="90328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20000"/>
              </a:spcBef>
              <a:buClr>
                <a:schemeClr val="tx1"/>
              </a:buClr>
            </a:pPr>
            <a:r>
              <a:rPr lang="en-US" altLang="en-US" sz="1200">
                <a:solidFill>
                  <a:srgbClr val="FFFFFF"/>
                </a:solidFill>
                <a:latin typeface="Trebuchet MS" panose="020B0603020202020204" pitchFamily="34" charset="0"/>
              </a:rPr>
              <a:t>Table 29–3</a:t>
            </a:r>
          </a:p>
        </p:txBody>
      </p:sp>
      <p:pic>
        <p:nvPicPr>
          <p:cNvPr id="136199" name="Picture 4"/>
          <p:cNvPicPr>
            <a:picLocks noChangeAspect="1" noChangeArrowheads="1"/>
          </p:cNvPicPr>
          <p:nvPr/>
        </p:nvPicPr>
        <p:blipFill>
          <a:blip r:embed="rId3">
            <a:extLst>
              <a:ext uri="{28A0092B-C50C-407E-A947-70E740481C1C}">
                <a14:useLocalDpi xmlns:a14="http://schemas.microsoft.com/office/drawing/2010/main" val="0"/>
              </a:ext>
            </a:extLst>
          </a:blip>
          <a:srcRect l="25572" t="14645" r="25871" b="10971"/>
          <a:stretch>
            <a:fillRect/>
          </a:stretch>
        </p:blipFill>
        <p:spPr bwMode="auto">
          <a:xfrm>
            <a:off x="914400" y="838200"/>
            <a:ext cx="7010399"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91721063"/>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6770" name="Rectangle 2"/>
          <p:cNvSpPr>
            <a:spLocks noGrp="1" noChangeArrowheads="1"/>
          </p:cNvSpPr>
          <p:nvPr>
            <p:ph type="title"/>
          </p:nvPr>
        </p:nvSpPr>
        <p:spPr/>
        <p:txBody>
          <a:bodyPr/>
          <a:lstStyle/>
          <a:p>
            <a:pPr eaLnBrk="1" fontAlgn="auto" hangingPunct="1">
              <a:spcAft>
                <a:spcPts val="0"/>
              </a:spcAft>
              <a:defRPr/>
            </a:pPr>
            <a:r>
              <a:rPr lang="en-US">
                <a:solidFill>
                  <a:schemeClr val="accent1"/>
                </a:solidFill>
              </a:rPr>
              <a:t>Senescence</a:t>
            </a:r>
            <a:endParaRPr lang="en-US">
              <a:solidFill>
                <a:schemeClr val="tx2">
                  <a:satMod val="200000"/>
                </a:schemeClr>
              </a:solidFill>
            </a:endParaRPr>
          </a:p>
        </p:txBody>
      </p:sp>
      <p:sp>
        <p:nvSpPr>
          <p:cNvPr id="137219" name="Rectangle 3"/>
          <p:cNvSpPr>
            <a:spLocks noGrp="1" noChangeArrowheads="1"/>
          </p:cNvSpPr>
          <p:nvPr>
            <p:ph idx="1"/>
          </p:nvPr>
        </p:nvSpPr>
        <p:spPr/>
        <p:txBody>
          <a:bodyPr/>
          <a:lstStyle/>
          <a:p>
            <a:pPr eaLnBrk="1" hangingPunct="1"/>
            <a:r>
              <a:rPr lang="en-US" altLang="en-US" dirty="0"/>
              <a:t>Ageing</a:t>
            </a:r>
          </a:p>
          <a:p>
            <a:pPr eaLnBrk="1" hangingPunct="1"/>
            <a:r>
              <a:rPr lang="en-US" altLang="en-US" dirty="0"/>
              <a:t>Reduces functional capabilities of individual</a:t>
            </a:r>
          </a:p>
          <a:p>
            <a:pPr eaLnBrk="1" hangingPunct="1"/>
            <a:r>
              <a:rPr lang="en-US" altLang="en-US" dirty="0"/>
              <a:t>Affect homeostatic mechanisms</a:t>
            </a:r>
          </a:p>
          <a:p>
            <a:pPr eaLnBrk="1" hangingPunct="1"/>
            <a:r>
              <a:rPr lang="en-US" altLang="en-US" dirty="0"/>
              <a:t>Sex hormone levels decline at menopause or male climacteric</a:t>
            </a:r>
          </a:p>
        </p:txBody>
      </p:sp>
      <p:sp>
        <p:nvSpPr>
          <p:cNvPr id="137220"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LID4096" altLang="en-US" sz="1100">
                <a:solidFill>
                  <a:schemeClr val="tx2"/>
                </a:solidFill>
              </a:rPr>
              <a:t>WEDNESDAY  JUNE14 &amp; JUNE 21  2023</a:t>
            </a:r>
            <a:endParaRPr lang="en-US" altLang="en-US" sz="1100">
              <a:solidFill>
                <a:schemeClr val="tx2"/>
              </a:solidFill>
            </a:endParaRPr>
          </a:p>
        </p:txBody>
      </p:sp>
      <p:sp>
        <p:nvSpPr>
          <p:cNvPr id="137221"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100">
                <a:solidFill>
                  <a:schemeClr val="tx2"/>
                </a:solidFill>
              </a:rPr>
              <a:t>KOFI OWUSU-DAAKU- Ph.D Human biological clock &amp; Physiology of ageing</a:t>
            </a:r>
          </a:p>
        </p:txBody>
      </p:sp>
      <p:sp>
        <p:nvSpPr>
          <p:cNvPr id="13722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CA251C53-3433-4846-BD7D-3122DBCE80A1}" type="slidenum">
              <a:rPr lang="en-US" altLang="en-US" sz="1200">
                <a:solidFill>
                  <a:schemeClr val="tx2"/>
                </a:solidFill>
              </a:rPr>
              <a:pPr/>
              <a:t>188</a:t>
            </a:fld>
            <a:endParaRPr lang="en-US" altLang="en-US" sz="1200">
              <a:solidFill>
                <a:schemeClr val="tx2"/>
              </a:solidFill>
            </a:endParaRPr>
          </a:p>
        </p:txBody>
      </p:sp>
    </p:spTree>
    <p:extLst>
      <p:ext uri="{BB962C8B-B14F-4D97-AF65-F5344CB8AC3E}">
        <p14:creationId xmlns:p14="http://schemas.microsoft.com/office/powerpoint/2010/main" val="317020733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Metro</Template>
  <TotalTime>3310</TotalTime>
  <Words>9244</Words>
  <Application>Microsoft Office PowerPoint</Application>
  <PresentationFormat>On-screen Show (4:3)</PresentationFormat>
  <Paragraphs>1444</Paragraphs>
  <Slides>188</Slides>
  <Notes>136</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188</vt:i4>
      </vt:variant>
    </vt:vector>
  </HeadingPairs>
  <TitlesOfParts>
    <vt:vector size="201" baseType="lpstr">
      <vt:lpstr>Arial</vt:lpstr>
      <vt:lpstr>Bauhaus 93</vt:lpstr>
      <vt:lpstr>Consolas</vt:lpstr>
      <vt:lpstr>Corbel</vt:lpstr>
      <vt:lpstr>Lucida Grande</vt:lpstr>
      <vt:lpstr>Times</vt:lpstr>
      <vt:lpstr>Times New Roman</vt:lpstr>
      <vt:lpstr>Trebuchet MS</vt:lpstr>
      <vt:lpstr>Verdana</vt:lpstr>
      <vt:lpstr>Wingdings</vt:lpstr>
      <vt:lpstr>Wingdings 2</vt:lpstr>
      <vt:lpstr>Wingdings 3</vt:lpstr>
      <vt:lpstr>Metro</vt:lpstr>
      <vt:lpstr> THE HUMAN BIOLOGICAL CLOCK ,   THE CONCEPT OF HOMEOSTASIS   &amp; PHYSIOLOGY OF AGEING         KOFI OWUSU-DAAKU  THURSDAY JUNE 15 &amp; 22 2023</vt:lpstr>
      <vt:lpstr>GENERAL OBJECTIVES </vt:lpstr>
      <vt:lpstr>KEY CONCEPT</vt:lpstr>
      <vt:lpstr>KEY CONCEPT</vt:lpstr>
      <vt:lpstr>KEY CONCEPT</vt:lpstr>
      <vt:lpstr>Maintaining Normal Limits </vt:lpstr>
      <vt:lpstr>Maintaining Normal Limits </vt:lpstr>
      <vt:lpstr>Negative Feedback</vt:lpstr>
      <vt:lpstr>Positive Feedback</vt:lpstr>
      <vt:lpstr>Mechanisms of Regulation</vt:lpstr>
      <vt:lpstr>The body systems working together in homeostasis</vt:lpstr>
      <vt:lpstr>SPECIFIC LECTURE OBJECTIVES</vt:lpstr>
      <vt:lpstr>LINKAGES TO THE LECTURE</vt:lpstr>
      <vt:lpstr>Review 1</vt:lpstr>
      <vt:lpstr>SLEEP</vt:lpstr>
      <vt:lpstr>PowerPoint Presentation</vt:lpstr>
      <vt:lpstr>PowerPoint Presentation</vt:lpstr>
      <vt:lpstr>TWO STATES OF SLEEP</vt:lpstr>
      <vt:lpstr>Characteristics of NREM</vt:lpstr>
      <vt:lpstr>Characteristics of REM</vt:lpstr>
      <vt:lpstr> Further (REM) activities</vt:lpstr>
      <vt:lpstr>Imagine</vt:lpstr>
      <vt:lpstr>Sleep patterns &amp; age</vt:lpstr>
      <vt:lpstr>How much sleep is needed?</vt:lpstr>
      <vt:lpstr>In general.....</vt:lpstr>
      <vt:lpstr>What are the  characteristics of brain activity associated with the different levels of sleep?</vt:lpstr>
      <vt:lpstr>2 Levels of Sleep</vt:lpstr>
      <vt:lpstr> Deep Sleep</vt:lpstr>
      <vt:lpstr>Nighttime Sleep Pattern </vt:lpstr>
      <vt:lpstr>Nighttime Sleep Pattern</vt:lpstr>
      <vt:lpstr>PowerPoint Presentation</vt:lpstr>
      <vt:lpstr>Significance of Sleep</vt:lpstr>
      <vt:lpstr>Arousal</vt:lpstr>
      <vt:lpstr>Reticular Formation</vt:lpstr>
      <vt:lpstr>State of Consciousness </vt:lpstr>
      <vt:lpstr>Reticular Activating  System (RAS)</vt:lpstr>
      <vt:lpstr>PowerPoint Presentation</vt:lpstr>
      <vt:lpstr>Reticular Activating  System (RAS)</vt:lpstr>
      <vt:lpstr>RAS and Cerebral Cortex</vt:lpstr>
      <vt:lpstr>Mesencephalic Portion of RAS</vt:lpstr>
      <vt:lpstr>Thalamic Nuclei</vt:lpstr>
      <vt:lpstr>Ending Sleep</vt:lpstr>
      <vt:lpstr>Maintaining Consciousness</vt:lpstr>
      <vt:lpstr>Maintaining Consciousness</vt:lpstr>
      <vt:lpstr>Regulation of  Awake–Asleep Cycles</vt:lpstr>
      <vt:lpstr>Brain waves types</vt:lpstr>
      <vt:lpstr>PowerPoint Presentation</vt:lpstr>
      <vt:lpstr>When do  waves (f = 20 Hz) appear? </vt:lpstr>
      <vt:lpstr>And  and  and  waves? </vt:lpstr>
      <vt:lpstr>What is the function of sleep?</vt:lpstr>
      <vt:lpstr>KEY CONCEPT</vt:lpstr>
      <vt:lpstr>KEY CONCEPT</vt:lpstr>
      <vt:lpstr>REVIEW 2</vt:lpstr>
      <vt:lpstr>REVIEW 3</vt:lpstr>
      <vt:lpstr>REVIEW 4</vt:lpstr>
      <vt:lpstr>Forms of Narcolepsy</vt:lpstr>
      <vt:lpstr>CIRCADIAN &amp; BIOLOGICAL RHYTHMS</vt:lpstr>
      <vt:lpstr>CIRCADAN RHYTHMS &amp; ZEITGEBERS</vt:lpstr>
      <vt:lpstr>SUPRACHIASMATIC NUCLEUS (SCN) &amp; CIRCADIAN RHYTHMS</vt:lpstr>
      <vt:lpstr>OPERATION OF SCN</vt:lpstr>
      <vt:lpstr>28-DAY cycle and PMS</vt:lpstr>
      <vt:lpstr>SEASONAL RHYTHMS</vt:lpstr>
      <vt:lpstr>PINEAL GLAND AND MELATONIN IN SEASONAL RHYTHMS</vt:lpstr>
      <vt:lpstr>ANNUAL CYCLES SEASONAL AFFECTIVE DISORDER</vt:lpstr>
      <vt:lpstr> Seasonal affective disorder (SAD) </vt:lpstr>
      <vt:lpstr>CHANGES IN CIRCADIAN RHYTHM</vt:lpstr>
      <vt:lpstr>CHANGES IN CIRCADIAN RHYTHM-JET LAG</vt:lpstr>
      <vt:lpstr>CHANGES IN CIRCADIAN RHYTHM- SHIFT WORK</vt:lpstr>
      <vt:lpstr>MITIGATING THE EFFECT OF CHANGES IN CIRCADIAN RHYTHM</vt:lpstr>
      <vt:lpstr>PowerPoint Presentation</vt:lpstr>
      <vt:lpstr>Ageing &amp; Geriatrics</vt:lpstr>
      <vt:lpstr> LECTURE OBJECTIVE</vt:lpstr>
      <vt:lpstr>11 organ systems of the human body 1</vt:lpstr>
      <vt:lpstr>11 organ systems of the human body 2 </vt:lpstr>
      <vt:lpstr>Effect of Ageing on Homeostasis</vt:lpstr>
      <vt:lpstr>Ageing and Tissue Structure</vt:lpstr>
      <vt:lpstr>Effects of Ageing</vt:lpstr>
      <vt:lpstr>Ageing and Cancer </vt:lpstr>
      <vt:lpstr>Chemicals Controlling  Cell Division</vt:lpstr>
      <vt:lpstr>Regulating Cell Life </vt:lpstr>
      <vt:lpstr>Factors Increase Cell Division</vt:lpstr>
      <vt:lpstr>Factors Decrease Cell Division</vt:lpstr>
      <vt:lpstr>Cancer</vt:lpstr>
      <vt:lpstr>Cancer Stages</vt:lpstr>
      <vt:lpstr>Cell Division and Tumors</vt:lpstr>
      <vt:lpstr>Benign Tumors</vt:lpstr>
      <vt:lpstr>Malignant Tumors</vt:lpstr>
      <vt:lpstr>Cancer and Cells</vt:lpstr>
      <vt:lpstr>Cancer and Genes</vt:lpstr>
      <vt:lpstr>KEY CONCEPT</vt:lpstr>
      <vt:lpstr>Cell Differentiation</vt:lpstr>
      <vt:lpstr>KEY CONCEPT</vt:lpstr>
      <vt:lpstr>What are the effects  of aging on the skin                  ( integumentary system)? Organ System 1</vt:lpstr>
      <vt:lpstr>Effects of Ageing </vt:lpstr>
      <vt:lpstr>Effects of Ageing </vt:lpstr>
      <vt:lpstr>What are the effects of ageing on the skeletal system?  Organ System 2</vt:lpstr>
      <vt:lpstr>Age and Bones</vt:lpstr>
      <vt:lpstr>Effects of Bone Loss</vt:lpstr>
      <vt:lpstr>Osteoporosis </vt:lpstr>
      <vt:lpstr>Hormones and Bone Loss</vt:lpstr>
      <vt:lpstr>Cancer and Bone Loss</vt:lpstr>
      <vt:lpstr>Age-Related Skeletal Changes</vt:lpstr>
      <vt:lpstr>What are the effects of ageing on articulations (between bones), and the most common clinical problems? </vt:lpstr>
      <vt:lpstr>Rheumatism</vt:lpstr>
      <vt:lpstr>Arthritis</vt:lpstr>
      <vt:lpstr>Osteoarthritis</vt:lpstr>
      <vt:lpstr>Rheumatoid Arthritis</vt:lpstr>
      <vt:lpstr>Gouty Arthritis</vt:lpstr>
      <vt:lpstr>Joint Immobilization</vt:lpstr>
      <vt:lpstr>Bones and Ageing</vt:lpstr>
      <vt:lpstr>Effect of Ageing on the Muscular System  Organ System 3</vt:lpstr>
      <vt:lpstr>Effects of Ageing  on the Muscular System</vt:lpstr>
      <vt:lpstr>What are the effects of ageing on the nervous system?  Organ System 4</vt:lpstr>
      <vt:lpstr>Ageing on the nervous system</vt:lpstr>
      <vt:lpstr>Reduction in Brain Size  and Weight</vt:lpstr>
      <vt:lpstr>Reduction in Number of Neurons</vt:lpstr>
      <vt:lpstr>Decrease in Blood Flow to Brain </vt:lpstr>
      <vt:lpstr>Changes in Synaptic  Organization of Brain </vt:lpstr>
      <vt:lpstr>Intracellular and Extracellular  Changes in CNS Neurons </vt:lpstr>
      <vt:lpstr>Lipofuscin</vt:lpstr>
      <vt:lpstr>Neurofibrillary Tangles </vt:lpstr>
      <vt:lpstr>Plaques</vt:lpstr>
      <vt:lpstr>Plaques and Tangles</vt:lpstr>
      <vt:lpstr>Anatomical Changes</vt:lpstr>
      <vt:lpstr>Sensory Systems</vt:lpstr>
      <vt:lpstr>Motor Control</vt:lpstr>
      <vt:lpstr>Incapacitation</vt:lpstr>
      <vt:lpstr>Senility</vt:lpstr>
      <vt:lpstr>What are the effects of ageing on the Sense Organs</vt:lpstr>
      <vt:lpstr>Cataract</vt:lpstr>
      <vt:lpstr>Senile Cataracts </vt:lpstr>
      <vt:lpstr>GLAUCOMA</vt:lpstr>
      <vt:lpstr>LOSS OF ACOMMODATION</vt:lpstr>
      <vt:lpstr>Number of Taste Buds- Gustatory</vt:lpstr>
      <vt:lpstr>Olfactory Receptor Population- Smelling</vt:lpstr>
      <vt:lpstr>Hearing Range</vt:lpstr>
      <vt:lpstr>Balance</vt:lpstr>
      <vt:lpstr>Ageing Effects</vt:lpstr>
      <vt:lpstr>What are the effects of hormones of the endocrine system in ageing ?  Organ System 5</vt:lpstr>
      <vt:lpstr>Hormone Changes</vt:lpstr>
      <vt:lpstr>Ageing</vt:lpstr>
      <vt:lpstr>What are the effects of ageing on the cardiovascular system?  Organ System 6</vt:lpstr>
      <vt:lpstr>Ageing and the  Cardiovascular System</vt:lpstr>
      <vt:lpstr>3 Age-Related Changes in Blood</vt:lpstr>
      <vt:lpstr>5 Age-Related  Changes in the Heart </vt:lpstr>
      <vt:lpstr>3 Age-Related  Changes in Blood Vessels</vt:lpstr>
      <vt:lpstr>Clinical Patterns</vt:lpstr>
      <vt:lpstr>What are the effects of  ageing on the lymphatic  system and immune response?  Organ System 7</vt:lpstr>
      <vt:lpstr>Ageing and the Immune Response</vt:lpstr>
      <vt:lpstr>4 Effects of Ageing  on Immune Response</vt:lpstr>
      <vt:lpstr>4 Effects of Ageing  on Immune Response</vt:lpstr>
      <vt:lpstr>Nervous and Endocrine Systems </vt:lpstr>
      <vt:lpstr>Disorders of the  Lymphatic System </vt:lpstr>
      <vt:lpstr>What are the effects of ageing on the Respiratory system?  Organ System 8</vt:lpstr>
      <vt:lpstr>3 Effects of Ageing on  the Respiratory System</vt:lpstr>
      <vt:lpstr>3 Effects of Ageing on  the Respiratory System</vt:lpstr>
      <vt:lpstr>3 Effects of Ageing on  the Respiratory System</vt:lpstr>
      <vt:lpstr>Respiratory  Performance and Age</vt:lpstr>
      <vt:lpstr>What are the effects of aging on the digestive system?  Organ System 9</vt:lpstr>
      <vt:lpstr>5 Effects of Ageing on  the Digestive System</vt:lpstr>
      <vt:lpstr>5 Effects of Ageing on  the Digestive System</vt:lpstr>
      <vt:lpstr>5 Effects of Ageing on  the Digestive System</vt:lpstr>
      <vt:lpstr>5 Effects of Ageing on  the Digestive System</vt:lpstr>
      <vt:lpstr>5 Effects of Ageing on  the Digestive System</vt:lpstr>
      <vt:lpstr>What are the effects of  ageing on (URINARY SYSTEM) -fluid, electrolyte,  and acid–base balance?  Organ System 10</vt:lpstr>
      <vt:lpstr>Age-Related Changes  in Urinary System</vt:lpstr>
      <vt:lpstr>3 Micturition Reflex Problems</vt:lpstr>
      <vt:lpstr>3 Micturition Reflex Problems</vt:lpstr>
      <vt:lpstr>3 Micturition Reflex Problems</vt:lpstr>
      <vt:lpstr>Ageing and Fluid Balance (1 of 5)</vt:lpstr>
      <vt:lpstr>Ageing and Fluid Balance (2 of 5)</vt:lpstr>
      <vt:lpstr>Ageing and Fluid Balance (3 of 5)</vt:lpstr>
      <vt:lpstr>Ageing and Fluid Balance (4 of 5)</vt:lpstr>
      <vt:lpstr>Ageing and Fluid Balance (5 of 5)</vt:lpstr>
      <vt:lpstr>Ageing and Electrolyte Balance</vt:lpstr>
      <vt:lpstr>Ageing and Acid–Base Balance</vt:lpstr>
      <vt:lpstr>Ageing and Major Systems</vt:lpstr>
      <vt:lpstr>What changes in the reproductive system  occur with ageing?  Organ System 11</vt:lpstr>
      <vt:lpstr>Ageing and the  Reproductive System</vt:lpstr>
      <vt:lpstr>Menopause </vt:lpstr>
      <vt:lpstr>Perimenopause </vt:lpstr>
      <vt:lpstr>Premature Menopause</vt:lpstr>
      <vt:lpstr>Menopause </vt:lpstr>
      <vt:lpstr>Decline in Estrogen Levels </vt:lpstr>
      <vt:lpstr>Andropause (1 of 2)</vt:lpstr>
      <vt:lpstr>Andropause (2 of 2)</vt:lpstr>
      <vt:lpstr>Effects of Ageing on the Organ Systems</vt:lpstr>
      <vt:lpstr>Senescence</vt:lpstr>
    </vt:vector>
  </TitlesOfParts>
  <Company>뿿��</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14: The Brain and Cranial Nerves</dc:title>
  <dc:creator>Trial User</dc:creator>
  <cp:lastModifiedBy>Kofi Owusu-Daaku</cp:lastModifiedBy>
  <cp:revision>160</cp:revision>
  <cp:lastPrinted>2005-03-17T23:58:05Z</cp:lastPrinted>
  <dcterms:created xsi:type="dcterms:W3CDTF">2005-02-25T00:16:32Z</dcterms:created>
  <dcterms:modified xsi:type="dcterms:W3CDTF">2023-06-13T18:53:21Z</dcterms:modified>
</cp:coreProperties>
</file>