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216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9DFFA-10C0-461A-B95F-8B9414962F5D}" type="datetimeFigureOut">
              <a:rPr lang="en-US" smtClean="0"/>
              <a:t>4/19/2018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6130B-5852-4441-8453-416F3464A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286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9DFFA-10C0-461A-B95F-8B9414962F5D}" type="datetimeFigureOut">
              <a:rPr lang="en-US" smtClean="0"/>
              <a:t>4/19/2018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6130B-5852-4441-8453-416F3464A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710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9DFFA-10C0-461A-B95F-8B9414962F5D}" type="datetimeFigureOut">
              <a:rPr lang="en-US" smtClean="0"/>
              <a:t>4/19/2018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6130B-5852-4441-8453-416F3464A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302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9DFFA-10C0-461A-B95F-8B9414962F5D}" type="datetimeFigureOut">
              <a:rPr lang="en-US" smtClean="0"/>
              <a:t>4/19/2018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6130B-5852-4441-8453-416F3464A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9DFFA-10C0-461A-B95F-8B9414962F5D}" type="datetimeFigureOut">
              <a:rPr lang="en-US" smtClean="0"/>
              <a:t>4/19/2018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6130B-5852-4441-8453-416F3464A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90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9DFFA-10C0-461A-B95F-8B9414962F5D}" type="datetimeFigureOut">
              <a:rPr lang="en-US" smtClean="0"/>
              <a:t>4/19/2018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6130B-5852-4441-8453-416F3464A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731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9DFFA-10C0-461A-B95F-8B9414962F5D}" type="datetimeFigureOut">
              <a:rPr lang="en-US" smtClean="0"/>
              <a:t>4/19/2018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6130B-5852-4441-8453-416F3464A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758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9DFFA-10C0-461A-B95F-8B9414962F5D}" type="datetimeFigureOut">
              <a:rPr lang="en-US" smtClean="0"/>
              <a:t>4/19/2018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6130B-5852-4441-8453-416F3464A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6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9DFFA-10C0-461A-B95F-8B9414962F5D}" type="datetimeFigureOut">
              <a:rPr lang="en-US" smtClean="0"/>
              <a:t>4/19/2018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6130B-5852-4441-8453-416F3464A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418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9DFFA-10C0-461A-B95F-8B9414962F5D}" type="datetimeFigureOut">
              <a:rPr lang="en-US" smtClean="0"/>
              <a:t>4/19/2018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6130B-5852-4441-8453-416F3464A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892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9DFFA-10C0-461A-B95F-8B9414962F5D}" type="datetimeFigureOut">
              <a:rPr lang="en-US" smtClean="0"/>
              <a:t>4/19/2018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6130B-5852-4441-8453-416F3464A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884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59DFFA-10C0-461A-B95F-8B9414962F5D}" type="datetimeFigureOut">
              <a:rPr lang="en-US" smtClean="0"/>
              <a:t>4/19/2018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66130B-5852-4441-8453-416F3464A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90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PARASITOLOGY (BIOL 460)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PICTURE PRESENTATION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48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28600"/>
            <a:ext cx="8305800" cy="6172200"/>
          </a:xfrm>
        </p:spPr>
      </p:pic>
    </p:spTree>
    <p:extLst>
      <p:ext uri="{BB962C8B-B14F-4D97-AF65-F5344CB8AC3E}">
        <p14:creationId xmlns:p14="http://schemas.microsoft.com/office/powerpoint/2010/main" val="3209302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04800"/>
            <a:ext cx="8382000" cy="5791200"/>
          </a:xfrm>
        </p:spPr>
      </p:pic>
    </p:spTree>
    <p:extLst>
      <p:ext uri="{BB962C8B-B14F-4D97-AF65-F5344CB8AC3E}">
        <p14:creationId xmlns:p14="http://schemas.microsoft.com/office/powerpoint/2010/main" val="1110970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28600"/>
            <a:ext cx="8305800" cy="5638800"/>
          </a:xfrm>
        </p:spPr>
      </p:pic>
    </p:spTree>
    <p:extLst>
      <p:ext uri="{BB962C8B-B14F-4D97-AF65-F5344CB8AC3E}">
        <p14:creationId xmlns:p14="http://schemas.microsoft.com/office/powerpoint/2010/main" val="1875585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04800"/>
            <a:ext cx="8229599" cy="5638800"/>
          </a:xfrm>
        </p:spPr>
      </p:pic>
    </p:spTree>
    <p:extLst>
      <p:ext uri="{BB962C8B-B14F-4D97-AF65-F5344CB8AC3E}">
        <p14:creationId xmlns:p14="http://schemas.microsoft.com/office/powerpoint/2010/main" val="3796894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ONCHOCERCIASIS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1676400"/>
            <a:ext cx="4800600" cy="4191000"/>
          </a:xfrm>
        </p:spPr>
      </p:pic>
    </p:spTree>
    <p:extLst>
      <p:ext uri="{BB962C8B-B14F-4D97-AF65-F5344CB8AC3E}">
        <p14:creationId xmlns:p14="http://schemas.microsoft.com/office/powerpoint/2010/main" val="2986814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304800"/>
            <a:ext cx="7467600" cy="5257800"/>
          </a:xfrm>
        </p:spPr>
      </p:pic>
    </p:spTree>
    <p:extLst>
      <p:ext uri="{BB962C8B-B14F-4D97-AF65-F5344CB8AC3E}">
        <p14:creationId xmlns:p14="http://schemas.microsoft.com/office/powerpoint/2010/main" val="511776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GUINEA WORM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371600"/>
            <a:ext cx="5867400" cy="4495800"/>
          </a:xfrm>
        </p:spPr>
      </p:pic>
    </p:spTree>
    <p:extLst>
      <p:ext uri="{BB962C8B-B14F-4D97-AF65-F5344CB8AC3E}">
        <p14:creationId xmlns:p14="http://schemas.microsoft.com/office/powerpoint/2010/main" val="2452339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228600"/>
            <a:ext cx="5562600" cy="5029200"/>
          </a:xfrm>
        </p:spPr>
      </p:pic>
    </p:spTree>
    <p:extLst>
      <p:ext uri="{BB962C8B-B14F-4D97-AF65-F5344CB8AC3E}">
        <p14:creationId xmlns:p14="http://schemas.microsoft.com/office/powerpoint/2010/main" val="1412317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TRYPANOMIASIS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1295400"/>
            <a:ext cx="5562600" cy="3810000"/>
          </a:xfrm>
        </p:spPr>
      </p:pic>
    </p:spTree>
    <p:extLst>
      <p:ext uri="{BB962C8B-B14F-4D97-AF65-F5344CB8AC3E}">
        <p14:creationId xmlns:p14="http://schemas.microsoft.com/office/powerpoint/2010/main" val="3358202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304800"/>
            <a:ext cx="5791200" cy="4648200"/>
          </a:xfrm>
        </p:spPr>
      </p:pic>
    </p:spTree>
    <p:extLst>
      <p:ext uri="{BB962C8B-B14F-4D97-AF65-F5344CB8AC3E}">
        <p14:creationId xmlns:p14="http://schemas.microsoft.com/office/powerpoint/2010/main" val="2557085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304800"/>
            <a:ext cx="8305800" cy="5334000"/>
          </a:xfrm>
        </p:spPr>
      </p:pic>
    </p:spTree>
    <p:extLst>
      <p:ext uri="{BB962C8B-B14F-4D97-AF65-F5344CB8AC3E}">
        <p14:creationId xmlns:p14="http://schemas.microsoft.com/office/powerpoint/2010/main" val="350267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LEISHMANIASIS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1447800"/>
            <a:ext cx="5257800" cy="4191000"/>
          </a:xfrm>
        </p:spPr>
      </p:pic>
    </p:spTree>
    <p:extLst>
      <p:ext uri="{BB962C8B-B14F-4D97-AF65-F5344CB8AC3E}">
        <p14:creationId xmlns:p14="http://schemas.microsoft.com/office/powerpoint/2010/main" val="4292990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533400"/>
            <a:ext cx="7162799" cy="4876799"/>
          </a:xfrm>
        </p:spPr>
      </p:pic>
    </p:spTree>
    <p:extLst>
      <p:ext uri="{BB962C8B-B14F-4D97-AF65-F5344CB8AC3E}">
        <p14:creationId xmlns:p14="http://schemas.microsoft.com/office/powerpoint/2010/main" val="13421264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838200"/>
            <a:ext cx="5791199" cy="5410199"/>
          </a:xfrm>
        </p:spPr>
      </p:pic>
    </p:spTree>
    <p:extLst>
      <p:ext uri="{BB962C8B-B14F-4D97-AF65-F5344CB8AC3E}">
        <p14:creationId xmlns:p14="http://schemas.microsoft.com/office/powerpoint/2010/main" val="10482535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MYIASIS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371600"/>
            <a:ext cx="6400800" cy="4876800"/>
          </a:xfrm>
        </p:spPr>
      </p:pic>
    </p:spTree>
    <p:extLst>
      <p:ext uri="{BB962C8B-B14F-4D97-AF65-F5344CB8AC3E}">
        <p14:creationId xmlns:p14="http://schemas.microsoft.com/office/powerpoint/2010/main" val="23219590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990600"/>
            <a:ext cx="6324600" cy="4267200"/>
          </a:xfrm>
        </p:spPr>
      </p:pic>
    </p:spTree>
    <p:extLst>
      <p:ext uri="{BB962C8B-B14F-4D97-AF65-F5344CB8AC3E}">
        <p14:creationId xmlns:p14="http://schemas.microsoft.com/office/powerpoint/2010/main" val="4149233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13</Words>
  <Application>Microsoft Office PowerPoint</Application>
  <PresentationFormat>On-screen Show (4:3)</PresentationFormat>
  <Paragraphs>8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PARASITOLOGY (BIOL 460)</vt:lpstr>
      <vt:lpstr>PowerPoint Presentation</vt:lpstr>
      <vt:lpstr>PowerPoint Presentation</vt:lpstr>
      <vt:lpstr>PowerPoint Presentation</vt:lpstr>
      <vt:lpstr>PowerPoint Presentation</vt:lpstr>
      <vt:lpstr>ONCHOCERCIASIS</vt:lpstr>
      <vt:lpstr>PowerPoint Presentation</vt:lpstr>
      <vt:lpstr>GUINEA WORM</vt:lpstr>
      <vt:lpstr>PowerPoint Presentation</vt:lpstr>
      <vt:lpstr>TRYPANOMIASIS</vt:lpstr>
      <vt:lpstr>PowerPoint Presentation</vt:lpstr>
      <vt:lpstr>PowerPoint Presentation</vt:lpstr>
      <vt:lpstr>LEISHMANIASIS</vt:lpstr>
      <vt:lpstr>PowerPoint Presentation</vt:lpstr>
      <vt:lpstr>PowerPoint Presentation</vt:lpstr>
      <vt:lpstr>MYIASIS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PARASITOLOGY (BIOL 460)</dc:title>
  <dc:creator>PROFESSOR LAWSON</dc:creator>
  <cp:lastModifiedBy>PROFESSOR LAWSON</cp:lastModifiedBy>
  <cp:revision>2</cp:revision>
  <dcterms:created xsi:type="dcterms:W3CDTF">2018-04-19T13:57:44Z</dcterms:created>
  <dcterms:modified xsi:type="dcterms:W3CDTF">2018-04-19T14:14:54Z</dcterms:modified>
</cp:coreProperties>
</file>