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type="screen16x9" cy="6858000" cx="12192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commentAuthors.xml><?xml version="1.0" encoding="utf-8"?>
<p:cmAuthorLst xmlns:p="http://schemas.openxmlformats.org/presentationml/2006/main" xmlns:r="http://schemas.openxmlformats.org/officeDocument/2006/relationships" xmlns:a="http://schemas.openxmlformats.org/drawingml/2006/main">
  <p:cmAuthor id="1" name=" " initials="" lastIdx="1" clrIdx="0"/>
</p:cmAuthorLst>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000" autoAdjust="0"/>
    <p:restoredTop sz="94660"/>
  </p:normalViewPr>
  <p:slideViewPr>
    <p:cSldViewPr snapToGrid="0">
      <p:cViewPr varScale="1">
        <p:scale>
          <a:sx n="69" d="100"/>
          <a:sy n="69" d="100"/>
        </p:scale>
        <p:origin x="780" y="60"/>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tableStyles" Target="tableStyles.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commentAuthors" Target="commentAuthors.xml"/><Relationship Id="rId2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59" name=""/>
        <p:cNvGrpSpPr/>
        <p:nvPr/>
      </p:nvGrpSpPr>
      <p:grpSpPr>
        <a:xfrm>
          <a:off x="0" y="0"/>
          <a:ext cx="0" cy="0"/>
          <a:chOff x="0" y="0"/>
          <a:chExt cx="0" cy="0"/>
        </a:xfrm>
      </p:grpSpPr>
      <p:sp>
        <p:nvSpPr>
          <p:cNvPr id="1048709"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710"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3EFD42F7-718C-4B98-AAEC-167E6DDD60A7}" type="datetimeFigureOut">
              <a:rPr lang="en-US" smtClean="0"/>
            </a:fld>
            <a:endParaRPr lang="en-US"/>
          </a:p>
        </p:txBody>
      </p:sp>
      <p:sp>
        <p:nvSpPr>
          <p:cNvPr id="1048711"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712"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713"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714"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21B2AA4F-B828-4D7C-AFD3-893933DAFCB4}" type="slidenum">
              <a:rPr lang="en-US" smtClean="0"/>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spTree>
      <p:nvGrpSpPr>
        <p:cNvPr id="40" name=""/>
        <p:cNvGrpSpPr/>
        <p:nvPr/>
      </p:nvGrpSpPr>
      <p:grpSpPr>
        <a:xfrm>
          <a:off x="0" y="0"/>
          <a:ext cx="0" cy="0"/>
          <a:chOff x="0" y="0"/>
          <a:chExt cx="0" cy="0"/>
        </a:xfrm>
      </p:grpSpPr>
      <p:sp>
        <p:nvSpPr>
          <p:cNvPr id="1048617" name="Rectangle 6"/>
          <p:cNvSpPr/>
          <p:nvPr/>
        </p:nvSpPr>
        <p:spPr>
          <a:xfrm>
            <a:off x="-6843" y="2059012"/>
            <a:ext cx="12195668" cy="1828800"/>
          </a:xfrm>
          <a:prstGeom prst="rect"/>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18" name="Title 1"/>
          <p:cNvSpPr>
            <a:spLocks noGrp="1"/>
          </p:cNvSpPr>
          <p:nvPr>
            <p:ph type="ctrTitle"/>
          </p:nvPr>
        </p:nvSpPr>
        <p:spPr>
          <a:xfrm>
            <a:off x="365759" y="2166364"/>
            <a:ext cx="11471565" cy="1739347"/>
          </a:xfrm>
        </p:spPr>
        <p:txBody>
          <a:bodyPr anchor="ctr" bIns="45720" tIns="45720">
            <a:normAutofit/>
          </a:bodyPr>
          <a:lstStyle>
            <a:lvl1pPr algn="ctr">
              <a:lnSpc>
                <a:spcPct val="80000"/>
              </a:lnSpc>
              <a:defRPr baseline="0" sz="6000" spc="150"/>
            </a:lvl1pPr>
          </a:lstStyle>
          <a:p>
            <a:r>
              <a:rPr lang="en-US"/>
              <a:t>Click to edit Master title style</a:t>
            </a:r>
            <a:endParaRPr dirty="0" lang="en-US"/>
          </a:p>
        </p:txBody>
      </p:sp>
      <p:sp>
        <p:nvSpPr>
          <p:cNvPr id="1048619" name="Subtitle 2"/>
          <p:cNvSpPr>
            <a:spLocks noGrp="1"/>
          </p:cNvSpPr>
          <p:nvPr>
            <p:ph type="subTitle" idx="1"/>
          </p:nvPr>
        </p:nvSpPr>
        <p:spPr>
          <a:xfrm>
            <a:off x="1524000" y="3996250"/>
            <a:ext cx="9144000" cy="1309255"/>
          </a:xfrm>
        </p:spPr>
        <p:txBody>
          <a:bodyPr>
            <a:normAutofit/>
          </a:bodyPr>
          <a:lstStyle>
            <a:lvl1pPr algn="ctr" indent="0" marL="0">
              <a:buNone/>
              <a:defRPr sz="2000"/>
            </a:lvl1pPr>
            <a:lvl2pPr algn="ctr" indent="0" marL="457200">
              <a:buNone/>
              <a:defRPr sz="2000"/>
            </a:lvl2pPr>
            <a:lvl3pPr algn="ctr" indent="0" marL="914400">
              <a:buNone/>
              <a:defRPr sz="2000"/>
            </a:lvl3pPr>
            <a:lvl4pPr algn="ctr" indent="0" marL="1371600">
              <a:buNone/>
              <a:defRPr sz="2000"/>
            </a:lvl4pPr>
            <a:lvl5pPr algn="ctr" indent="0" marL="1828800">
              <a:buNone/>
              <a:defRPr sz="2000"/>
            </a:lvl5pPr>
            <a:lvl6pPr algn="ctr" indent="0" marL="2286000">
              <a:buNone/>
              <a:defRPr sz="2000"/>
            </a:lvl6pPr>
            <a:lvl7pPr algn="ctr" indent="0" marL="2743200">
              <a:buNone/>
              <a:defRPr sz="2000"/>
            </a:lvl7pPr>
            <a:lvl8pPr algn="ctr" indent="0" marL="3200400">
              <a:buNone/>
              <a:defRPr sz="2000"/>
            </a:lvl8pPr>
            <a:lvl9pPr algn="ctr" indent="0" marL="3657600">
              <a:buNone/>
              <a:defRPr sz="2000"/>
            </a:lvl9pPr>
          </a:lstStyle>
          <a:p>
            <a:r>
              <a:rPr lang="en-US"/>
              <a:t>Click to edit Master subtitle style</a:t>
            </a:r>
            <a:endParaRPr dirty="0" lang="en-US"/>
          </a:p>
        </p:txBody>
      </p:sp>
      <p:sp>
        <p:nvSpPr>
          <p:cNvPr id="1048620" name="Date Placeholder 3"/>
          <p:cNvSpPr>
            <a:spLocks noGrp="1"/>
          </p:cNvSpPr>
          <p:nvPr>
            <p:ph type="dt" sz="half" idx="10"/>
          </p:nvPr>
        </p:nvSpPr>
        <p:spPr/>
        <p:txBody>
          <a:bodyPr/>
          <a:p>
            <a:fld id="{96DFF08F-DC6B-4601-B491-B0F83F6DD2DA}" type="datetimeFigureOut">
              <a:rPr dirty="0" lang="en-US"/>
            </a:fld>
            <a:endParaRPr dirty="0" lang="en-US"/>
          </a:p>
        </p:txBody>
      </p:sp>
      <p:sp>
        <p:nvSpPr>
          <p:cNvPr id="1048621" name="Footer Placeholder 4"/>
          <p:cNvSpPr>
            <a:spLocks noGrp="1"/>
          </p:cNvSpPr>
          <p:nvPr>
            <p:ph type="ftr" sz="quarter" idx="11"/>
          </p:nvPr>
        </p:nvSpPr>
        <p:spPr/>
        <p:txBody>
          <a:bodyPr/>
          <a:p>
            <a:endParaRPr dirty="0" lang="en-US"/>
          </a:p>
        </p:txBody>
      </p:sp>
      <p:sp>
        <p:nvSpPr>
          <p:cNvPr id="1048622" name="Slide Number Placeholder 5"/>
          <p:cNvSpPr>
            <a:spLocks noGrp="1"/>
          </p:cNvSpPr>
          <p:nvPr>
            <p:ph type="sldNum" sz="quarter" idx="12"/>
          </p:nvPr>
        </p:nvSpPr>
        <p:spPr/>
        <p:txBody>
          <a:bodyPr/>
          <a:p>
            <a:fld id="{4FAB73BC-B049-4115-A692-8D63A059BFB8}" type="slidenum">
              <a:rPr dirty="0" lang="en-US"/>
            </a:fld>
            <a:endParaRPr dirty="0" lang="en-US"/>
          </a:p>
        </p:txBody>
      </p:sp>
    </p:spTree>
  </p:cSld>
  <p:clrMapOvr>
    <a:masterClrMapping/>
  </p:clrMapOvr>
  <p:hf dt="0" ftr="0" hdr="0" sldNum="1"/>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3" name=""/>
        <p:cNvGrpSpPr/>
        <p:nvPr/>
      </p:nvGrpSpPr>
      <p:grpSpPr>
        <a:xfrm>
          <a:off x="0" y="0"/>
          <a:ext cx="0" cy="0"/>
          <a:chOff x="0" y="0"/>
          <a:chExt cx="0" cy="0"/>
        </a:xfrm>
      </p:grpSpPr>
      <p:sp>
        <p:nvSpPr>
          <p:cNvPr id="1048590" name="Title 1"/>
          <p:cNvSpPr>
            <a:spLocks noGrp="1"/>
          </p:cNvSpPr>
          <p:nvPr>
            <p:ph type="title"/>
          </p:nvPr>
        </p:nvSpPr>
        <p:spPr/>
        <p:txBody>
          <a:bodyPr/>
          <a:p>
            <a:r>
              <a:rPr lang="en-US"/>
              <a:t>Click to edit Master title style</a:t>
            </a:r>
            <a:endParaRPr dirty="0" lang="en-US"/>
          </a:p>
        </p:txBody>
      </p:sp>
      <p:sp>
        <p:nvSpPr>
          <p:cNvPr id="1048591" name="Content Placeholder 2"/>
          <p:cNvSpPr>
            <a:spLocks noGrp="1"/>
          </p:cNvSpPr>
          <p:nvPr>
            <p:ph idx="1"/>
          </p:nvPr>
        </p:nvSpPr>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dirty="0" lang="en-US"/>
          </a:p>
        </p:txBody>
      </p:sp>
      <p:sp>
        <p:nvSpPr>
          <p:cNvPr id="1048592" name="Date Placeholder 3"/>
          <p:cNvSpPr>
            <a:spLocks noGrp="1"/>
          </p:cNvSpPr>
          <p:nvPr>
            <p:ph type="dt" sz="half" idx="10"/>
          </p:nvPr>
        </p:nvSpPr>
        <p:spPr/>
        <p:txBody>
          <a:bodyPr/>
          <a:p>
            <a:fld id="{96DFF08F-DC6B-4601-B491-B0F83F6DD2DA}" type="datetimeFigureOut">
              <a:rPr dirty="0" lang="en-US"/>
            </a:fld>
            <a:endParaRPr dirty="0" lang="en-US"/>
          </a:p>
        </p:txBody>
      </p:sp>
      <p:sp>
        <p:nvSpPr>
          <p:cNvPr id="1048593" name="Footer Placeholder 4"/>
          <p:cNvSpPr>
            <a:spLocks noGrp="1"/>
          </p:cNvSpPr>
          <p:nvPr>
            <p:ph type="ftr" sz="quarter" idx="11"/>
          </p:nvPr>
        </p:nvSpPr>
        <p:spPr/>
        <p:txBody>
          <a:bodyPr/>
          <a:p>
            <a:endParaRPr dirty="0" lang="en-US"/>
          </a:p>
        </p:txBody>
      </p:sp>
      <p:sp>
        <p:nvSpPr>
          <p:cNvPr id="1048594" name="Slide Number Placeholder 5"/>
          <p:cNvSpPr>
            <a:spLocks noGrp="1"/>
          </p:cNvSpPr>
          <p:nvPr>
            <p:ph type="sldNum" sz="quarter" idx="12"/>
          </p:nvPr>
        </p:nvSpPr>
        <p:spPr/>
        <p:txBody>
          <a:bodyPr/>
          <a:p>
            <a:fld id="{4FAB73BC-B049-4115-A692-8D63A059BFB8}" type="slidenum">
              <a:rPr dirty="0" lang="en-US"/>
            </a:fld>
            <a:endParaRPr dirty="0" lang="en-US"/>
          </a:p>
        </p:txBody>
      </p:sp>
    </p:spTree>
  </p:cSld>
  <p:clrMapOvr>
    <a:masterClrMapping/>
  </p:clrMapOvr>
  <p:hf dt="0" ftr="0" hdr="0" sldNum="1"/>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type="secHead">
  <p:cSld name="Section Header">
    <p:bg>
      <p:bgRef idx="1001">
        <a:schemeClr val="bg1"/>
      </p:bgRef>
    </p:bg>
    <p:spTree>
      <p:nvGrpSpPr>
        <p:cNvPr id="55" name=""/>
        <p:cNvGrpSpPr/>
        <p:nvPr/>
      </p:nvGrpSpPr>
      <p:grpSpPr>
        <a:xfrm>
          <a:off x="0" y="0"/>
          <a:ext cx="0" cy="0"/>
          <a:chOff x="0" y="0"/>
          <a:chExt cx="0" cy="0"/>
        </a:xfrm>
      </p:grpSpPr>
      <p:sp>
        <p:nvSpPr>
          <p:cNvPr id="1048683" name="Rectangle 6"/>
          <p:cNvSpPr/>
          <p:nvPr/>
        </p:nvSpPr>
        <p:spPr>
          <a:xfrm>
            <a:off x="-6843" y="2059012"/>
            <a:ext cx="12195668" cy="1828800"/>
          </a:xfrm>
          <a:prstGeom prst="rect"/>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84" name="Title 1"/>
          <p:cNvSpPr>
            <a:spLocks noGrp="1"/>
          </p:cNvSpPr>
          <p:nvPr>
            <p:ph type="title"/>
          </p:nvPr>
        </p:nvSpPr>
        <p:spPr>
          <a:xfrm>
            <a:off x="833191" y="2208879"/>
            <a:ext cx="10515600" cy="1676400"/>
          </a:xfrm>
        </p:spPr>
        <p:txBody>
          <a:bodyPr anchor="ctr">
            <a:noAutofit/>
          </a:bodyPr>
          <a:lstStyle>
            <a:lvl1pPr algn="ctr">
              <a:lnSpc>
                <a:spcPct val="80000"/>
              </a:lnSpc>
              <a:defRPr baseline="0" b="0" sz="6000" spc="150">
                <a:solidFill>
                  <a:schemeClr val="bg1"/>
                </a:solidFill>
              </a:defRPr>
            </a:lvl1pPr>
          </a:lstStyle>
          <a:p>
            <a:r>
              <a:rPr lang="en-US"/>
              <a:t>Click to edit Master title style</a:t>
            </a:r>
            <a:endParaRPr dirty="0" lang="en-US"/>
          </a:p>
        </p:txBody>
      </p:sp>
      <p:sp>
        <p:nvSpPr>
          <p:cNvPr id="1048685" name="Text Placeholder 2"/>
          <p:cNvSpPr>
            <a:spLocks noGrp="1"/>
          </p:cNvSpPr>
          <p:nvPr>
            <p:ph type="body" idx="1"/>
          </p:nvPr>
        </p:nvSpPr>
        <p:spPr>
          <a:xfrm>
            <a:off x="833191" y="4010334"/>
            <a:ext cx="10515600" cy="1174639"/>
          </a:xfrm>
        </p:spPr>
        <p:txBody>
          <a:bodyPr anchor="t">
            <a:normAutofit/>
          </a:bodyPr>
          <a:lstStyle>
            <a:lvl1pPr algn="ctr" indent="0" marL="0">
              <a:buNone/>
              <a:defRPr sz="2000">
                <a:solidFill>
                  <a:schemeClr val="tx2"/>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endParaRPr lang="en-US"/>
          </a:p>
        </p:txBody>
      </p:sp>
      <p:sp>
        <p:nvSpPr>
          <p:cNvPr id="1048686" name="Date Placeholder 3"/>
          <p:cNvSpPr>
            <a:spLocks noGrp="1"/>
          </p:cNvSpPr>
          <p:nvPr>
            <p:ph type="dt" sz="half" idx="10"/>
          </p:nvPr>
        </p:nvSpPr>
        <p:spPr/>
        <p:txBody>
          <a:bodyPr/>
          <a:lstStyle>
            <a:lvl1pPr>
              <a:defRPr>
                <a:solidFill>
                  <a:schemeClr val="tx2"/>
                </a:solidFill>
              </a:defRPr>
            </a:lvl1pPr>
          </a:lstStyle>
          <a:p>
            <a:fld id="{96DFF08F-DC6B-4601-B491-B0F83F6DD2DA}" type="datetimeFigureOut">
              <a:rPr dirty="0" lang="en-US"/>
            </a:fld>
            <a:endParaRPr dirty="0" lang="en-US"/>
          </a:p>
        </p:txBody>
      </p:sp>
      <p:sp>
        <p:nvSpPr>
          <p:cNvPr id="1048687" name="Footer Placeholder 4"/>
          <p:cNvSpPr>
            <a:spLocks noGrp="1"/>
          </p:cNvSpPr>
          <p:nvPr>
            <p:ph type="ftr" sz="quarter" idx="11"/>
          </p:nvPr>
        </p:nvSpPr>
        <p:spPr/>
        <p:txBody>
          <a:bodyPr/>
          <a:lstStyle>
            <a:lvl1pPr>
              <a:defRPr>
                <a:solidFill>
                  <a:schemeClr val="tx2"/>
                </a:solidFill>
              </a:defRPr>
            </a:lvl1pPr>
          </a:lstStyle>
          <a:p>
            <a:endParaRPr dirty="0" lang="en-US"/>
          </a:p>
        </p:txBody>
      </p:sp>
      <p:sp>
        <p:nvSpPr>
          <p:cNvPr id="1048688" name="Slide Number Placeholder 5"/>
          <p:cNvSpPr>
            <a:spLocks noGrp="1"/>
          </p:cNvSpPr>
          <p:nvPr>
            <p:ph type="sldNum" sz="quarter" idx="12"/>
          </p:nvPr>
        </p:nvSpPr>
        <p:spPr/>
        <p:txBody>
          <a:bodyPr/>
          <a:lstStyle>
            <a:lvl1pPr>
              <a:defRPr>
                <a:solidFill>
                  <a:schemeClr val="tx2"/>
                </a:solidFill>
              </a:defRPr>
            </a:lvl1pPr>
          </a:lstStyle>
          <a:p>
            <a:fld id="{4FAB73BC-B049-4115-A692-8D63A059BFB8}" type="slidenum">
              <a:rPr dirty="0" lang="en-US"/>
            </a:fld>
            <a:endParaRPr dirty="0" lang="en-US"/>
          </a:p>
        </p:txBody>
      </p:sp>
    </p:spTree>
  </p:cSld>
  <p:clrMapOvr>
    <a:overrideClrMapping accent1="accent1" accent2="accent2" accent3="accent3" accent4="accent4" accent5="accent5" accent6="accent6" bg1="lt1" bg2="lt2" tx1="dk1" tx2="dk2" hlink="hlink" folHlink="folHlink"/>
  </p:clrMapOvr>
  <p:hf dt="0" ftr="0" hdr="0" sldNum="1"/>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56" name=""/>
        <p:cNvGrpSpPr/>
        <p:nvPr/>
      </p:nvGrpSpPr>
      <p:grpSpPr>
        <a:xfrm>
          <a:off x="0" y="0"/>
          <a:ext cx="0" cy="0"/>
          <a:chOff x="0" y="0"/>
          <a:chExt cx="0" cy="0"/>
        </a:xfrm>
      </p:grpSpPr>
      <p:sp>
        <p:nvSpPr>
          <p:cNvPr id="1048689" name="Title 7"/>
          <p:cNvSpPr>
            <a:spLocks noGrp="1"/>
          </p:cNvSpPr>
          <p:nvPr>
            <p:ph type="title"/>
          </p:nvPr>
        </p:nvSpPr>
        <p:spPr/>
        <p:txBody>
          <a:bodyPr/>
          <a:p>
            <a:r>
              <a:rPr lang="en-US"/>
              <a:t>Click to edit Master title style</a:t>
            </a:r>
            <a:endParaRPr dirty="0" lang="en-US"/>
          </a:p>
        </p:txBody>
      </p:sp>
      <p:sp>
        <p:nvSpPr>
          <p:cNvPr id="1048690"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dirty="0" lang="en-US"/>
          </a:p>
        </p:txBody>
      </p:sp>
      <p:sp>
        <p:nvSpPr>
          <p:cNvPr id="1048691"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dirty="0" lang="en-US"/>
          </a:p>
        </p:txBody>
      </p:sp>
      <p:sp>
        <p:nvSpPr>
          <p:cNvPr id="1048692" name="Date Placeholder 4"/>
          <p:cNvSpPr>
            <a:spLocks noGrp="1"/>
          </p:cNvSpPr>
          <p:nvPr>
            <p:ph type="dt" sz="half" idx="10"/>
          </p:nvPr>
        </p:nvSpPr>
        <p:spPr/>
        <p:txBody>
          <a:bodyPr/>
          <a:p>
            <a:fld id="{96DFF08F-DC6B-4601-B491-B0F83F6DD2DA}" type="datetimeFigureOut">
              <a:rPr dirty="0" lang="en-US"/>
            </a:fld>
            <a:endParaRPr dirty="0" lang="en-US"/>
          </a:p>
        </p:txBody>
      </p:sp>
      <p:sp>
        <p:nvSpPr>
          <p:cNvPr id="1048693" name="Footer Placeholder 5"/>
          <p:cNvSpPr>
            <a:spLocks noGrp="1"/>
          </p:cNvSpPr>
          <p:nvPr>
            <p:ph type="ftr" sz="quarter" idx="11"/>
          </p:nvPr>
        </p:nvSpPr>
        <p:spPr/>
        <p:txBody>
          <a:bodyPr/>
          <a:p>
            <a:endParaRPr dirty="0" lang="en-US"/>
          </a:p>
        </p:txBody>
      </p:sp>
      <p:sp>
        <p:nvSpPr>
          <p:cNvPr id="1048694" name="Slide Number Placeholder 6"/>
          <p:cNvSpPr>
            <a:spLocks noGrp="1"/>
          </p:cNvSpPr>
          <p:nvPr>
            <p:ph type="sldNum" sz="quarter" idx="12"/>
          </p:nvPr>
        </p:nvSpPr>
        <p:spPr/>
        <p:txBody>
          <a:bodyPr/>
          <a:p>
            <a:fld id="{4FAB73BC-B049-4115-A692-8D63A059BFB8}" type="slidenum">
              <a:rPr dirty="0" lang="en-US"/>
            </a:fld>
            <a:endParaRPr dirty="0" lang="en-US"/>
          </a:p>
        </p:txBody>
      </p:sp>
    </p:spTree>
  </p:cSld>
  <p:clrMapOvr>
    <a:masterClrMapping/>
  </p:clrMapOvr>
  <p:hf dt="0" ftr="0" hdr="0" sldNum="1"/>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57" name=""/>
        <p:cNvGrpSpPr/>
        <p:nvPr/>
      </p:nvGrpSpPr>
      <p:grpSpPr>
        <a:xfrm>
          <a:off x="0" y="0"/>
          <a:ext cx="0" cy="0"/>
          <a:chOff x="0" y="0"/>
          <a:chExt cx="0" cy="0"/>
        </a:xfrm>
      </p:grpSpPr>
      <p:sp>
        <p:nvSpPr>
          <p:cNvPr id="1048695" name="Title 9"/>
          <p:cNvSpPr>
            <a:spLocks noGrp="1"/>
          </p:cNvSpPr>
          <p:nvPr>
            <p:ph type="title"/>
          </p:nvPr>
        </p:nvSpPr>
        <p:spPr/>
        <p:txBody>
          <a:bodyPr/>
          <a:p>
            <a:r>
              <a:rPr lang="en-US"/>
              <a:t>Click to edit Master title style</a:t>
            </a:r>
            <a:endParaRPr dirty="0" lang="en-US"/>
          </a:p>
        </p:txBody>
      </p:sp>
      <p:sp>
        <p:nvSpPr>
          <p:cNvPr id="1048696" name="Text Placeholder 2"/>
          <p:cNvSpPr>
            <a:spLocks noGrp="1"/>
          </p:cNvSpPr>
          <p:nvPr>
            <p:ph type="body" idx="1"/>
          </p:nvPr>
        </p:nvSpPr>
        <p:spPr>
          <a:xfrm>
            <a:off x="1207008" y="1913470"/>
            <a:ext cx="4754880" cy="743094"/>
          </a:xfrm>
        </p:spPr>
        <p:txBody>
          <a:bodyPr anchor="ctr">
            <a:normAutofit/>
          </a:bodyPr>
          <a:lstStyle>
            <a:lvl1pPr indent="0" marL="0">
              <a:buNone/>
              <a:defRPr b="1" sz="21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endParaRPr lang="en-US"/>
          </a:p>
        </p:txBody>
      </p:sp>
      <p:sp>
        <p:nvSpPr>
          <p:cNvPr id="1048697"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dirty="0" lang="en-US"/>
          </a:p>
        </p:txBody>
      </p:sp>
      <p:sp>
        <p:nvSpPr>
          <p:cNvPr id="1048698" name="Text Placeholder 4"/>
          <p:cNvSpPr>
            <a:spLocks noGrp="1"/>
          </p:cNvSpPr>
          <p:nvPr>
            <p:ph type="body" sz="quarter" idx="3"/>
          </p:nvPr>
        </p:nvSpPr>
        <p:spPr>
          <a:xfrm>
            <a:off x="6231230" y="1913470"/>
            <a:ext cx="4754880" cy="743094"/>
          </a:xfrm>
        </p:spPr>
        <p:txBody>
          <a:bodyPr anchor="ctr">
            <a:normAutofit/>
          </a:bodyPr>
          <a:lstStyle>
            <a:lvl1pPr indent="0" marL="0">
              <a:buNone/>
              <a:defRPr b="1" sz="21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endParaRPr lang="en-US"/>
          </a:p>
        </p:txBody>
      </p:sp>
      <p:sp>
        <p:nvSpPr>
          <p:cNvPr id="1048699"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dirty="0" lang="en-US"/>
          </a:p>
        </p:txBody>
      </p:sp>
      <p:sp>
        <p:nvSpPr>
          <p:cNvPr id="1048700" name="Date Placeholder 6"/>
          <p:cNvSpPr>
            <a:spLocks noGrp="1"/>
          </p:cNvSpPr>
          <p:nvPr>
            <p:ph type="dt" sz="half" idx="10"/>
          </p:nvPr>
        </p:nvSpPr>
        <p:spPr/>
        <p:txBody>
          <a:bodyPr/>
          <a:p>
            <a:fld id="{96DFF08F-DC6B-4601-B491-B0F83F6DD2DA}" type="datetimeFigureOut">
              <a:rPr dirty="0" lang="en-US"/>
            </a:fld>
            <a:endParaRPr dirty="0" lang="en-US"/>
          </a:p>
        </p:txBody>
      </p:sp>
      <p:sp>
        <p:nvSpPr>
          <p:cNvPr id="1048701" name="Footer Placeholder 7"/>
          <p:cNvSpPr>
            <a:spLocks noGrp="1"/>
          </p:cNvSpPr>
          <p:nvPr>
            <p:ph type="ftr" sz="quarter" idx="11"/>
          </p:nvPr>
        </p:nvSpPr>
        <p:spPr/>
        <p:txBody>
          <a:bodyPr/>
          <a:p>
            <a:endParaRPr dirty="0" lang="en-US"/>
          </a:p>
        </p:txBody>
      </p:sp>
      <p:sp>
        <p:nvSpPr>
          <p:cNvPr id="1048702" name="Slide Number Placeholder 8"/>
          <p:cNvSpPr>
            <a:spLocks noGrp="1"/>
          </p:cNvSpPr>
          <p:nvPr>
            <p:ph type="sldNum" sz="quarter" idx="12"/>
          </p:nvPr>
        </p:nvSpPr>
        <p:spPr/>
        <p:txBody>
          <a:bodyPr/>
          <a:p>
            <a:fld id="{4FAB73BC-B049-4115-A692-8D63A059BFB8}" type="slidenum">
              <a:rPr dirty="0" lang="en-US"/>
            </a:fld>
            <a:endParaRPr dirty="0" lang="en-US"/>
          </a:p>
        </p:txBody>
      </p:sp>
    </p:spTree>
  </p:cSld>
  <p:clrMapOvr>
    <a:masterClrMapping/>
  </p:clrMapOvr>
  <p:hf dt="0" ftr="0" hdr="0" sldNum="1"/>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51" name=""/>
        <p:cNvGrpSpPr/>
        <p:nvPr/>
      </p:nvGrpSpPr>
      <p:grpSpPr>
        <a:xfrm>
          <a:off x="0" y="0"/>
          <a:ext cx="0" cy="0"/>
          <a:chOff x="0" y="0"/>
          <a:chExt cx="0" cy="0"/>
        </a:xfrm>
      </p:grpSpPr>
      <p:sp>
        <p:nvSpPr>
          <p:cNvPr id="1048662" name="Title 1"/>
          <p:cNvSpPr>
            <a:spLocks noGrp="1"/>
          </p:cNvSpPr>
          <p:nvPr>
            <p:ph type="title"/>
          </p:nvPr>
        </p:nvSpPr>
        <p:spPr/>
        <p:txBody>
          <a:bodyPr/>
          <a:p>
            <a:r>
              <a:rPr lang="en-US"/>
              <a:t>Click to edit Master title style</a:t>
            </a:r>
            <a:endParaRPr dirty="0" lang="en-US"/>
          </a:p>
        </p:txBody>
      </p:sp>
      <p:sp>
        <p:nvSpPr>
          <p:cNvPr id="1048663" name="Date Placeholder 2"/>
          <p:cNvSpPr>
            <a:spLocks noGrp="1"/>
          </p:cNvSpPr>
          <p:nvPr>
            <p:ph type="dt" sz="half" idx="10"/>
          </p:nvPr>
        </p:nvSpPr>
        <p:spPr/>
        <p:txBody>
          <a:bodyPr/>
          <a:p>
            <a:fld id="{96DFF08F-DC6B-4601-B491-B0F83F6DD2DA}" type="datetimeFigureOut">
              <a:rPr dirty="0" lang="en-US"/>
            </a:fld>
            <a:endParaRPr dirty="0" lang="en-US"/>
          </a:p>
        </p:txBody>
      </p:sp>
      <p:sp>
        <p:nvSpPr>
          <p:cNvPr id="1048664" name="Footer Placeholder 3"/>
          <p:cNvSpPr>
            <a:spLocks noGrp="1"/>
          </p:cNvSpPr>
          <p:nvPr>
            <p:ph type="ftr" sz="quarter" idx="11"/>
          </p:nvPr>
        </p:nvSpPr>
        <p:spPr/>
        <p:txBody>
          <a:bodyPr/>
          <a:p>
            <a:endParaRPr dirty="0" lang="en-US"/>
          </a:p>
        </p:txBody>
      </p:sp>
      <p:sp>
        <p:nvSpPr>
          <p:cNvPr id="1048665" name="Slide Number Placeholder 4"/>
          <p:cNvSpPr>
            <a:spLocks noGrp="1"/>
          </p:cNvSpPr>
          <p:nvPr>
            <p:ph type="sldNum" sz="quarter" idx="12"/>
          </p:nvPr>
        </p:nvSpPr>
        <p:spPr/>
        <p:txBody>
          <a:bodyPr/>
          <a:p>
            <a:fld id="{4FAB73BC-B049-4115-A692-8D63A059BFB8}" type="slidenum">
              <a:rPr dirty="0" lang="en-US"/>
            </a:fld>
            <a:endParaRPr dirty="0" lang="en-US"/>
          </a:p>
        </p:txBody>
      </p:sp>
    </p:spTree>
  </p:cSld>
  <p:clrMapOvr>
    <a:masterClrMapping/>
  </p:clrMapOvr>
  <p:hf dt="0" ftr="0" hdr="0" sldNum="1"/>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type="blank">
  <p:cSld name="Blank">
    <p:spTree>
      <p:nvGrpSpPr>
        <p:cNvPr id="31" name=""/>
        <p:cNvGrpSpPr/>
        <p:nvPr/>
      </p:nvGrpSpPr>
      <p:grpSpPr>
        <a:xfrm>
          <a:off x="0" y="0"/>
          <a:ext cx="0" cy="0"/>
          <a:chOff x="0" y="0"/>
          <a:chExt cx="0" cy="0"/>
        </a:xfrm>
      </p:grpSpPr>
      <p:sp>
        <p:nvSpPr>
          <p:cNvPr id="1048582" name="Date Placeholder 1"/>
          <p:cNvSpPr>
            <a:spLocks noGrp="1"/>
          </p:cNvSpPr>
          <p:nvPr>
            <p:ph type="dt" sz="half" idx="10"/>
          </p:nvPr>
        </p:nvSpPr>
        <p:spPr/>
        <p:txBody>
          <a:bodyPr/>
          <a:p>
            <a:fld id="{96DFF08F-DC6B-4601-B491-B0F83F6DD2DA}" type="datetimeFigureOut">
              <a:rPr dirty="0" lang="en-US"/>
            </a:fld>
            <a:endParaRPr dirty="0" lang="en-US"/>
          </a:p>
        </p:txBody>
      </p:sp>
      <p:sp>
        <p:nvSpPr>
          <p:cNvPr id="1048583" name="Footer Placeholder 2"/>
          <p:cNvSpPr>
            <a:spLocks noGrp="1"/>
          </p:cNvSpPr>
          <p:nvPr>
            <p:ph type="ftr" sz="quarter" idx="11"/>
          </p:nvPr>
        </p:nvSpPr>
        <p:spPr/>
        <p:txBody>
          <a:bodyPr/>
          <a:p>
            <a:endParaRPr dirty="0" lang="en-US"/>
          </a:p>
        </p:txBody>
      </p:sp>
      <p:sp>
        <p:nvSpPr>
          <p:cNvPr id="1048584" name="Slide Number Placeholder 3"/>
          <p:cNvSpPr>
            <a:spLocks noGrp="1"/>
          </p:cNvSpPr>
          <p:nvPr>
            <p:ph type="sldNum" sz="quarter" idx="12"/>
          </p:nvPr>
        </p:nvSpPr>
        <p:spPr/>
        <p:txBody>
          <a:bodyPr/>
          <a:p>
            <a:fld id="{4FAB73BC-B049-4115-A692-8D63A059BFB8}" type="slidenum">
              <a:rPr dirty="0" lang="en-US"/>
            </a:fld>
            <a:endParaRPr dirty="0" lang="en-US"/>
          </a:p>
        </p:txBody>
      </p:sp>
    </p:spTree>
  </p:cSld>
  <p:clrMapOvr>
    <a:masterClrMapping/>
  </p:clrMapOvr>
  <p:hf dt="0" ftr="0" hdr="0" sldNum="1"/>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58" name=""/>
        <p:cNvGrpSpPr/>
        <p:nvPr/>
      </p:nvGrpSpPr>
      <p:grpSpPr>
        <a:xfrm>
          <a:off x="0" y="0"/>
          <a:ext cx="0" cy="0"/>
          <a:chOff x="0" y="0"/>
          <a:chExt cx="0" cy="0"/>
        </a:xfrm>
      </p:grpSpPr>
      <p:sp>
        <p:nvSpPr>
          <p:cNvPr id="1048703" name="Title 7"/>
          <p:cNvSpPr>
            <a:spLocks noGrp="1"/>
          </p:cNvSpPr>
          <p:nvPr>
            <p:ph type="title"/>
          </p:nvPr>
        </p:nvSpPr>
        <p:spPr/>
        <p:txBody>
          <a:bodyPr/>
          <a:p>
            <a:r>
              <a:rPr lang="en-US"/>
              <a:t>Click to edit Master title style</a:t>
            </a:r>
            <a:endParaRPr dirty="0" lang="en-US"/>
          </a:p>
        </p:txBody>
      </p:sp>
      <p:sp>
        <p:nvSpPr>
          <p:cNvPr id="1048704"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dirty="0" lang="en-US"/>
          </a:p>
        </p:txBody>
      </p:sp>
      <p:sp>
        <p:nvSpPr>
          <p:cNvPr id="1048705" name="Text Placeholder 3"/>
          <p:cNvSpPr>
            <a:spLocks noGrp="1"/>
          </p:cNvSpPr>
          <p:nvPr>
            <p:ph type="body" sz="half" idx="2"/>
          </p:nvPr>
        </p:nvSpPr>
        <p:spPr>
          <a:xfrm>
            <a:off x="7789023" y="2147486"/>
            <a:ext cx="3200400" cy="3432319"/>
          </a:xfrm>
        </p:spPr>
        <p:txBody>
          <a:bodyPr>
            <a:normAutofit/>
          </a:bodyPr>
          <a:lstStyle>
            <a:lvl1pPr indent="0" marL="0">
              <a:lnSpc>
                <a:spcPct val="95000"/>
              </a:lnSpc>
              <a:buNone/>
              <a:defRPr sz="18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endParaRPr lang="en-US"/>
          </a:p>
        </p:txBody>
      </p:sp>
      <p:sp>
        <p:nvSpPr>
          <p:cNvPr id="1048706" name="Date Placeholder 4"/>
          <p:cNvSpPr>
            <a:spLocks noGrp="1"/>
          </p:cNvSpPr>
          <p:nvPr>
            <p:ph type="dt" sz="half" idx="10"/>
          </p:nvPr>
        </p:nvSpPr>
        <p:spPr/>
        <p:txBody>
          <a:bodyPr/>
          <a:p>
            <a:fld id="{96DFF08F-DC6B-4601-B491-B0F83F6DD2DA}" type="datetimeFigureOut">
              <a:rPr dirty="0" lang="en-US"/>
            </a:fld>
            <a:endParaRPr dirty="0" lang="en-US"/>
          </a:p>
        </p:txBody>
      </p:sp>
      <p:sp>
        <p:nvSpPr>
          <p:cNvPr id="1048707" name="Footer Placeholder 5"/>
          <p:cNvSpPr>
            <a:spLocks noGrp="1"/>
          </p:cNvSpPr>
          <p:nvPr>
            <p:ph type="ftr" sz="quarter" idx="11"/>
          </p:nvPr>
        </p:nvSpPr>
        <p:spPr/>
        <p:txBody>
          <a:bodyPr/>
          <a:p>
            <a:endParaRPr dirty="0" lang="en-US"/>
          </a:p>
        </p:txBody>
      </p:sp>
      <p:sp>
        <p:nvSpPr>
          <p:cNvPr id="1048708" name="Slide Number Placeholder 6"/>
          <p:cNvSpPr>
            <a:spLocks noGrp="1"/>
          </p:cNvSpPr>
          <p:nvPr>
            <p:ph type="sldNum" sz="quarter" idx="12"/>
          </p:nvPr>
        </p:nvSpPr>
        <p:spPr/>
        <p:txBody>
          <a:bodyPr/>
          <a:p>
            <a:fld id="{4FAB73BC-B049-4115-A692-8D63A059BFB8}" type="slidenum">
              <a:rPr dirty="0" lang="en-US"/>
            </a:fld>
            <a:endParaRPr dirty="0" lang="en-US"/>
          </a:p>
        </p:txBody>
      </p:sp>
    </p:spTree>
  </p:cSld>
  <p:clrMapOvr>
    <a:masterClrMapping/>
  </p:clrMapOvr>
  <p:hf dt="0" ftr="0" hdr="0" sldNum="1"/>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53" name=""/>
        <p:cNvGrpSpPr/>
        <p:nvPr/>
      </p:nvGrpSpPr>
      <p:grpSpPr>
        <a:xfrm>
          <a:off x="0" y="0"/>
          <a:ext cx="0" cy="0"/>
          <a:chOff x="0" y="0"/>
          <a:chExt cx="0" cy="0"/>
        </a:xfrm>
      </p:grpSpPr>
      <p:sp>
        <p:nvSpPr>
          <p:cNvPr id="1048672" name="Title 7"/>
          <p:cNvSpPr>
            <a:spLocks noGrp="1"/>
          </p:cNvSpPr>
          <p:nvPr>
            <p:ph type="title"/>
          </p:nvPr>
        </p:nvSpPr>
        <p:spPr/>
        <p:txBody>
          <a:bodyPr/>
          <a:p>
            <a:r>
              <a:rPr lang="en-US"/>
              <a:t>Click to edit Master title style</a:t>
            </a:r>
            <a:endParaRPr dirty="0" lang="en-US"/>
          </a:p>
        </p:txBody>
      </p:sp>
      <p:sp>
        <p:nvSpPr>
          <p:cNvPr id="1048673" name="Picture Placeholder 2"/>
          <p:cNvSpPr>
            <a:spLocks noChangeAspect="1" noGrp="1"/>
          </p:cNvSpPr>
          <p:nvPr>
            <p:ph type="pic" idx="1"/>
          </p:nvPr>
        </p:nvSpPr>
        <p:spPr>
          <a:xfrm>
            <a:off x="1280160" y="2211494"/>
            <a:ext cx="6126480" cy="3931920"/>
          </a:xfrm>
          <a:solidFill>
            <a:schemeClr val="tx2">
              <a:lumMod val="60000"/>
              <a:lumOff val="40000"/>
            </a:schemeClr>
          </a:solidFill>
        </p:spPr>
        <p:txBody>
          <a:bodyPr anchor="t" tIns="365760"/>
          <a:lstStyle>
            <a:lvl1pPr algn="ctr" indent="0" marL="0">
              <a:buNone/>
              <a:defRPr sz="3200">
                <a:solidFill>
                  <a:schemeClr val="tx1">
                    <a:lumMod val="50000"/>
                  </a:schemeClr>
                </a:solidFill>
              </a:defRPr>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a:t>Click icon to add picture</a:t>
            </a:r>
            <a:endParaRPr dirty="0" lang="en-US"/>
          </a:p>
        </p:txBody>
      </p:sp>
      <p:sp>
        <p:nvSpPr>
          <p:cNvPr id="1048674" name="Text Placeholder 3"/>
          <p:cNvSpPr>
            <a:spLocks noGrp="1"/>
          </p:cNvSpPr>
          <p:nvPr>
            <p:ph type="body" sz="half" idx="2"/>
          </p:nvPr>
        </p:nvSpPr>
        <p:spPr>
          <a:xfrm>
            <a:off x="7790688" y="2150621"/>
            <a:ext cx="3200400" cy="3429000"/>
          </a:xfrm>
        </p:spPr>
        <p:txBody>
          <a:bodyPr>
            <a:normAutofit/>
          </a:bodyPr>
          <a:lstStyle>
            <a:lvl1pPr indent="0" marL="0">
              <a:lnSpc>
                <a:spcPct val="95000"/>
              </a:lnSpc>
              <a:buNone/>
              <a:defRPr sz="18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endParaRPr lang="en-US"/>
          </a:p>
        </p:txBody>
      </p:sp>
      <p:sp>
        <p:nvSpPr>
          <p:cNvPr id="1048675" name="Date Placeholder 4"/>
          <p:cNvSpPr>
            <a:spLocks noGrp="1"/>
          </p:cNvSpPr>
          <p:nvPr>
            <p:ph type="dt" sz="half" idx="10"/>
          </p:nvPr>
        </p:nvSpPr>
        <p:spPr/>
        <p:txBody>
          <a:bodyPr/>
          <a:p>
            <a:fld id="{96DFF08F-DC6B-4601-B491-B0F83F6DD2DA}" type="datetimeFigureOut">
              <a:rPr dirty="0" lang="en-US"/>
            </a:fld>
            <a:endParaRPr dirty="0" lang="en-US"/>
          </a:p>
        </p:txBody>
      </p:sp>
      <p:sp>
        <p:nvSpPr>
          <p:cNvPr id="1048676" name="Footer Placeholder 5"/>
          <p:cNvSpPr>
            <a:spLocks noGrp="1"/>
          </p:cNvSpPr>
          <p:nvPr>
            <p:ph type="ftr" sz="quarter" idx="11"/>
          </p:nvPr>
        </p:nvSpPr>
        <p:spPr/>
        <p:txBody>
          <a:bodyPr/>
          <a:p>
            <a:endParaRPr dirty="0" lang="en-US"/>
          </a:p>
        </p:txBody>
      </p:sp>
      <p:sp>
        <p:nvSpPr>
          <p:cNvPr id="1048677" name="Slide Number Placeholder 6"/>
          <p:cNvSpPr>
            <a:spLocks noGrp="1"/>
          </p:cNvSpPr>
          <p:nvPr>
            <p:ph type="sldNum" sz="quarter" idx="12"/>
          </p:nvPr>
        </p:nvSpPr>
        <p:spPr/>
        <p:txBody>
          <a:bodyPr/>
          <a:p>
            <a:fld id="{4FAB73BC-B049-4115-A692-8D63A059BFB8}" type="slidenum">
              <a:rPr dirty="0" lang="en-US"/>
            </a:fld>
            <a:endParaRPr dirty="0" lang="en-US"/>
          </a:p>
        </p:txBody>
      </p:sp>
    </p:spTree>
  </p:cSld>
  <p:clrMapOvr>
    <a:masterClrMapping/>
  </p:clrMapOvr>
  <p:hf dt="0" ftr="0" hdr="0" sldNum="1"/>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54" name=""/>
        <p:cNvGrpSpPr/>
        <p:nvPr/>
      </p:nvGrpSpPr>
      <p:grpSpPr>
        <a:xfrm>
          <a:off x="0" y="0"/>
          <a:ext cx="0" cy="0"/>
          <a:chOff x="0" y="0"/>
          <a:chExt cx="0" cy="0"/>
        </a:xfrm>
      </p:grpSpPr>
      <p:sp>
        <p:nvSpPr>
          <p:cNvPr id="1048678" name="Title 1"/>
          <p:cNvSpPr>
            <a:spLocks noGrp="1"/>
          </p:cNvSpPr>
          <p:nvPr>
            <p:ph type="title"/>
          </p:nvPr>
        </p:nvSpPr>
        <p:spPr/>
        <p:txBody>
          <a:bodyPr/>
          <a:p>
            <a:r>
              <a:rPr lang="en-US"/>
              <a:t>Click to edit Master title style</a:t>
            </a:r>
            <a:endParaRPr dirty="0" lang="en-US"/>
          </a:p>
        </p:txBody>
      </p:sp>
      <p:sp>
        <p:nvSpPr>
          <p:cNvPr id="1048679" name="Vertical Text Placeholder 2"/>
          <p:cNvSpPr>
            <a:spLocks noGrp="1"/>
          </p:cNvSpPr>
          <p:nvPr>
            <p:ph type="body" orient="vert" idx="1"/>
          </p:nvPr>
        </p:nvSpPr>
        <p:spPr/>
        <p:txBody>
          <a:bodyPr vert="eaVert"/>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dirty="0" lang="en-US"/>
          </a:p>
        </p:txBody>
      </p:sp>
      <p:sp>
        <p:nvSpPr>
          <p:cNvPr id="1048680" name="Date Placeholder 3"/>
          <p:cNvSpPr>
            <a:spLocks noGrp="1"/>
          </p:cNvSpPr>
          <p:nvPr>
            <p:ph type="dt" sz="half" idx="10"/>
          </p:nvPr>
        </p:nvSpPr>
        <p:spPr/>
        <p:txBody>
          <a:bodyPr/>
          <a:p>
            <a:fld id="{96DFF08F-DC6B-4601-B491-B0F83F6DD2DA}" type="datetimeFigureOut">
              <a:rPr dirty="0" lang="en-US"/>
            </a:fld>
            <a:endParaRPr dirty="0" lang="en-US"/>
          </a:p>
        </p:txBody>
      </p:sp>
      <p:sp>
        <p:nvSpPr>
          <p:cNvPr id="1048681" name="Footer Placeholder 4"/>
          <p:cNvSpPr>
            <a:spLocks noGrp="1"/>
          </p:cNvSpPr>
          <p:nvPr>
            <p:ph type="ftr" sz="quarter" idx="11"/>
          </p:nvPr>
        </p:nvSpPr>
        <p:spPr/>
        <p:txBody>
          <a:bodyPr/>
          <a:p>
            <a:endParaRPr dirty="0" lang="en-US"/>
          </a:p>
        </p:txBody>
      </p:sp>
      <p:sp>
        <p:nvSpPr>
          <p:cNvPr id="1048682" name="Slide Number Placeholder 5"/>
          <p:cNvSpPr>
            <a:spLocks noGrp="1"/>
          </p:cNvSpPr>
          <p:nvPr>
            <p:ph type="sldNum" sz="quarter" idx="12"/>
          </p:nvPr>
        </p:nvSpPr>
        <p:spPr/>
        <p:txBody>
          <a:bodyPr/>
          <a:p>
            <a:fld id="{4FAB73BC-B049-4115-A692-8D63A059BFB8}" type="slidenum">
              <a:rPr dirty="0" lang="en-US"/>
            </a:fld>
            <a:endParaRPr dirty="0" lang="en-US"/>
          </a:p>
        </p:txBody>
      </p:sp>
    </p:spTree>
  </p:cSld>
  <p:clrMapOvr>
    <a:masterClrMapping/>
  </p:clrMapOvr>
  <p:hf dt="0" ftr="0" hdr="0" sldNum="1"/>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type="vertTitleAndTx">
  <p:cSld name="Vertical Title and Text">
    <p:spTree>
      <p:nvGrpSpPr>
        <p:cNvPr id="52" name=""/>
        <p:cNvGrpSpPr/>
        <p:nvPr/>
      </p:nvGrpSpPr>
      <p:grpSpPr>
        <a:xfrm>
          <a:off x="0" y="0"/>
          <a:ext cx="0" cy="0"/>
          <a:chOff x="0" y="0"/>
          <a:chExt cx="0" cy="0"/>
        </a:xfrm>
      </p:grpSpPr>
      <p:sp>
        <p:nvSpPr>
          <p:cNvPr id="1048666" name="Rectangle 6"/>
          <p:cNvSpPr/>
          <p:nvPr/>
        </p:nvSpPr>
        <p:spPr>
          <a:xfrm>
            <a:off x="9019312" y="0"/>
            <a:ext cx="2743200" cy="6858000"/>
          </a:xfrm>
          <a:prstGeom prst="rect"/>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67" name="Vertical Title 1"/>
          <p:cNvSpPr>
            <a:spLocks noGrp="1"/>
          </p:cNvSpPr>
          <p:nvPr>
            <p:ph type="title" orient="vert"/>
          </p:nvPr>
        </p:nvSpPr>
        <p:spPr>
          <a:xfrm>
            <a:off x="9160624" y="274638"/>
            <a:ext cx="2402380" cy="5897562"/>
          </a:xfrm>
        </p:spPr>
        <p:txBody>
          <a:bodyPr vert="eaVert"/>
          <a:p>
            <a:r>
              <a:rPr lang="en-US"/>
              <a:t>Click to edit Master title style</a:t>
            </a:r>
            <a:endParaRPr dirty="0" lang="en-US"/>
          </a:p>
        </p:txBody>
      </p:sp>
      <p:sp>
        <p:nvSpPr>
          <p:cNvPr id="1048668" name="Vertical Text Placeholder 2"/>
          <p:cNvSpPr>
            <a:spLocks noGrp="1"/>
          </p:cNvSpPr>
          <p:nvPr>
            <p:ph type="body" orient="vert" idx="1"/>
          </p:nvPr>
        </p:nvSpPr>
        <p:spPr>
          <a:xfrm>
            <a:off x="838199" y="274638"/>
            <a:ext cx="7973291" cy="5897562"/>
          </a:xfrm>
        </p:spPr>
        <p:txBody>
          <a:bodyPr vert="eaVert"/>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dirty="0" lang="en-US"/>
          </a:p>
        </p:txBody>
      </p:sp>
      <p:sp>
        <p:nvSpPr>
          <p:cNvPr id="1048669" name="Date Placeholder 3"/>
          <p:cNvSpPr>
            <a:spLocks noGrp="1"/>
          </p:cNvSpPr>
          <p:nvPr>
            <p:ph type="dt" sz="half" idx="10"/>
          </p:nvPr>
        </p:nvSpPr>
        <p:spPr>
          <a:xfrm>
            <a:off x="838200" y="6422854"/>
            <a:ext cx="2743196" cy="365125"/>
          </a:xfrm>
        </p:spPr>
        <p:txBody>
          <a:bodyPr/>
          <a:p>
            <a:fld id="{96DFF08F-DC6B-4601-B491-B0F83F6DD2DA}" type="datetimeFigureOut">
              <a:rPr dirty="0" lang="en-US"/>
            </a:fld>
            <a:endParaRPr dirty="0" lang="en-US"/>
          </a:p>
        </p:txBody>
      </p:sp>
      <p:sp>
        <p:nvSpPr>
          <p:cNvPr id="1048670" name="Footer Placeholder 4"/>
          <p:cNvSpPr>
            <a:spLocks noGrp="1"/>
          </p:cNvSpPr>
          <p:nvPr>
            <p:ph type="ftr" sz="quarter" idx="11"/>
          </p:nvPr>
        </p:nvSpPr>
        <p:spPr>
          <a:xfrm>
            <a:off x="3776135" y="6422854"/>
            <a:ext cx="4279669" cy="365125"/>
          </a:xfrm>
        </p:spPr>
        <p:txBody>
          <a:bodyPr/>
          <a:p>
            <a:endParaRPr dirty="0" lang="en-US"/>
          </a:p>
        </p:txBody>
      </p:sp>
      <p:sp>
        <p:nvSpPr>
          <p:cNvPr id="1048671" name="Slide Number Placeholder 5"/>
          <p:cNvSpPr>
            <a:spLocks noGrp="1"/>
          </p:cNvSpPr>
          <p:nvPr>
            <p:ph type="sldNum" sz="quarter" idx="12"/>
          </p:nvPr>
        </p:nvSpPr>
        <p:spPr>
          <a:xfrm>
            <a:off x="8073048" y="6422854"/>
            <a:ext cx="879759" cy="365125"/>
          </a:xfrm>
        </p:spPr>
        <p:txBody>
          <a:bodyPr/>
          <a:p>
            <a:fld id="{4FAB73BC-B049-4115-A692-8D63A059BFB8}" type="slidenum">
              <a:rPr dirty="0" lang="en-US"/>
            </a:fld>
            <a:endParaRPr dirty="0" lang="en-US"/>
          </a:p>
        </p:txBody>
      </p:sp>
    </p:spTree>
  </p:cSld>
  <p:clrMapOvr>
    <a:masterClrMapping/>
  </p:clrMapOvr>
  <p:hf dt="0" ftr="0" hdr="0" sldNum="1"/>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9" name=""/>
        <p:cNvGrpSpPr/>
        <p:nvPr/>
      </p:nvGrpSpPr>
      <p:grpSpPr>
        <a:xfrm>
          <a:off x="0" y="0"/>
          <a:ext cx="0" cy="0"/>
          <a:chOff x="0" y="0"/>
          <a:chExt cx="0" cy="0"/>
        </a:xfrm>
      </p:grpSpPr>
      <p:sp>
        <p:nvSpPr>
          <p:cNvPr id="1048576" name="Rectangle 6"/>
          <p:cNvSpPr/>
          <p:nvPr/>
        </p:nvSpPr>
        <p:spPr>
          <a:xfrm>
            <a:off x="483" y="176109"/>
            <a:ext cx="12188952" cy="1645919"/>
          </a:xfrm>
          <a:prstGeom prst="rect"/>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577" name="Title Placeholder 1"/>
          <p:cNvSpPr>
            <a:spLocks noGrp="1"/>
          </p:cNvSpPr>
          <p:nvPr>
            <p:ph type="title"/>
          </p:nvPr>
        </p:nvSpPr>
        <p:spPr>
          <a:xfrm>
            <a:off x="1202919" y="284176"/>
            <a:ext cx="9784080" cy="1508760"/>
          </a:xfrm>
          <a:prstGeom prst="rect"/>
        </p:spPr>
        <p:txBody>
          <a:bodyPr anchor="ctr" bIns="45720" lIns="91440" rIns="91440" rtlCol="0" tIns="45720" vert="horz">
            <a:normAutofit/>
          </a:bodyPr>
          <a:p>
            <a:r>
              <a:rPr lang="en-US"/>
              <a:t>Click to edit Master title style</a:t>
            </a:r>
            <a:endParaRPr dirty="0" lang="en-US"/>
          </a:p>
        </p:txBody>
      </p:sp>
      <p:sp>
        <p:nvSpPr>
          <p:cNvPr id="1048578" name="Text Placeholder 2"/>
          <p:cNvSpPr>
            <a:spLocks noGrp="1"/>
          </p:cNvSpPr>
          <p:nvPr>
            <p:ph type="body" idx="1"/>
          </p:nvPr>
        </p:nvSpPr>
        <p:spPr>
          <a:xfrm>
            <a:off x="1202919" y="2011680"/>
            <a:ext cx="9784080" cy="4206240"/>
          </a:xfrm>
          <a:prstGeom prst="rect"/>
        </p:spPr>
        <p:txBody>
          <a:bodyPr bIns="45720" lIns="91440" rIns="91440" rtlCol="0" tIns="45720" vert="horz">
            <a:normAutofit/>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dirty="0" lang="en-US"/>
          </a:p>
        </p:txBody>
      </p:sp>
      <p:sp>
        <p:nvSpPr>
          <p:cNvPr id="1048579" name="Date Placeholder 3"/>
          <p:cNvSpPr>
            <a:spLocks noGrp="1"/>
          </p:cNvSpPr>
          <p:nvPr>
            <p:ph type="dt" sz="half" idx="2"/>
          </p:nvPr>
        </p:nvSpPr>
        <p:spPr>
          <a:xfrm>
            <a:off x="1202266" y="6422854"/>
            <a:ext cx="3000894" cy="365125"/>
          </a:xfrm>
          <a:prstGeom prst="rect"/>
        </p:spPr>
        <p:txBody>
          <a:bodyPr anchor="ctr" bIns="45720" lIns="91440" rIns="45720" rtlCol="0" tIns="45720" vert="horz"/>
          <a:lstStyle>
            <a:lvl1pPr algn="l">
              <a:defRPr sz="1050">
                <a:solidFill>
                  <a:schemeClr val="tx1"/>
                </a:solidFill>
              </a:defRPr>
            </a:lvl1pPr>
          </a:lstStyle>
          <a:p>
            <a:fld id="{96DFF08F-DC6B-4601-B491-B0F83F6DD2DA}" type="datetimeFigureOut">
              <a:rPr dirty="0" lang="en-US"/>
            </a:fld>
            <a:endParaRPr dirty="0" lang="en-US"/>
          </a:p>
        </p:txBody>
      </p:sp>
      <p:sp>
        <p:nvSpPr>
          <p:cNvPr id="1048580" name="Footer Placeholder 4"/>
          <p:cNvSpPr>
            <a:spLocks noGrp="1"/>
          </p:cNvSpPr>
          <p:nvPr>
            <p:ph type="ftr" sz="quarter" idx="3"/>
          </p:nvPr>
        </p:nvSpPr>
        <p:spPr>
          <a:xfrm>
            <a:off x="5596471" y="6422854"/>
            <a:ext cx="5044440" cy="365125"/>
          </a:xfrm>
          <a:prstGeom prst="rect"/>
        </p:spPr>
        <p:txBody>
          <a:bodyPr anchor="ctr" bIns="45720" lIns="91440" rIns="91440" rtlCol="0" tIns="45720" vert="horz"/>
          <a:lstStyle>
            <a:lvl1pPr algn="r">
              <a:defRPr sz="1050">
                <a:solidFill>
                  <a:schemeClr val="tx1"/>
                </a:solidFill>
              </a:defRPr>
            </a:lvl1pPr>
          </a:lstStyle>
          <a:p>
            <a:endParaRPr dirty="0" lang="en-US"/>
          </a:p>
        </p:txBody>
      </p:sp>
      <p:sp>
        <p:nvSpPr>
          <p:cNvPr id="1048581" name="Slide Number Placeholder 5"/>
          <p:cNvSpPr>
            <a:spLocks noGrp="1"/>
          </p:cNvSpPr>
          <p:nvPr>
            <p:ph type="sldNum" sz="quarter" idx="4"/>
          </p:nvPr>
        </p:nvSpPr>
        <p:spPr>
          <a:xfrm>
            <a:off x="10658927" y="6422854"/>
            <a:ext cx="946264" cy="365125"/>
          </a:xfrm>
          <a:prstGeom prst="rect"/>
        </p:spPr>
        <p:txBody>
          <a:bodyPr anchor="ctr" bIns="45720" lIns="45720" rIns="91440" rtlCol="0" tIns="45720" vert="horz"/>
          <a:lstStyle>
            <a:lvl1pPr algn="l">
              <a:defRPr b="0" sz="1200">
                <a:solidFill>
                  <a:schemeClr val="tx1"/>
                </a:solidFill>
              </a:defRPr>
            </a:lvl1pPr>
          </a:lstStyle>
          <a:p>
            <a:fld id="{4FAB73BC-B049-4115-A692-8D63A059BFB8}" type="slidenum">
              <a:rPr dirty="0" lang="en-US"/>
            </a:fld>
            <a:endParaRPr dirty="0" lang="en-US"/>
          </a:p>
        </p:txBody>
      </p:sp>
    </p:spTree>
  </p:cSld>
  <p:clrMap accent1="accent1" accent2="accent2" accent3="accent3" accent4="accent4" accent5="accent5" accent6="accent6" bg1="dk1" bg2="dk2" tx1="lt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1"/>
  <p:txStyles>
    <p:titleStyle>
      <a:lvl1pPr algn="l" defTabSz="914400" eaLnBrk="1" hangingPunct="1" latinLnBrk="0" rtl="0">
        <a:lnSpc>
          <a:spcPct val="85000"/>
        </a:lnSpc>
        <a:spcBef>
          <a:spcPct val="0"/>
        </a:spcBef>
        <a:buNone/>
        <a:defRPr baseline="0" cap="all" sz="4000" kern="1200">
          <a:solidFill>
            <a:schemeClr val="bg2"/>
          </a:solidFill>
          <a:latin typeface="+mj-lt"/>
          <a:ea typeface="+mj-ea"/>
          <a:cs typeface="+mj-cs"/>
        </a:defRPr>
      </a:lvl1pPr>
    </p:titleStyle>
    <p:bodyStyle>
      <a:lvl1pPr algn="l" defTabSz="914400" eaLnBrk="1" hangingPunct="1" indent="-182880" latinLnBrk="0" marL="182880" rtl="0">
        <a:lnSpc>
          <a:spcPct val="90000"/>
        </a:lnSpc>
        <a:spcBef>
          <a:spcPts val="1200"/>
        </a:spcBef>
        <a:spcAft>
          <a:spcPts val="200"/>
        </a:spcAft>
        <a:buClr>
          <a:schemeClr val="tx1"/>
        </a:buClr>
        <a:buFont typeface="Wingdings" panose="05000000000000000000" pitchFamily="2" charset="2"/>
        <a:buChar char=""/>
        <a:defRPr sz="2200" kern="1200">
          <a:solidFill>
            <a:schemeClr val="tx1"/>
          </a:solidFill>
          <a:latin typeface="+mn-lt"/>
          <a:ea typeface="+mn-ea"/>
          <a:cs typeface="+mn-cs"/>
        </a:defRPr>
      </a:lvl1pPr>
      <a:lvl2pPr algn="l" defTabSz="914400" eaLnBrk="1" hangingPunct="1" indent="-182880" latinLnBrk="0" marL="411480" rtl="0">
        <a:lnSpc>
          <a:spcPct val="90000"/>
        </a:lnSpc>
        <a:spcBef>
          <a:spcPts val="200"/>
        </a:spcBef>
        <a:spcAft>
          <a:spcPts val="400"/>
        </a:spcAft>
        <a:buClr>
          <a:schemeClr val="tx1"/>
        </a:buClr>
        <a:buFont typeface="Wingdings" panose="05000000000000000000" pitchFamily="2" charset="2"/>
        <a:buChar char=""/>
        <a:defRPr sz="2000" kern="1200">
          <a:solidFill>
            <a:schemeClr val="tx1"/>
          </a:solidFill>
          <a:latin typeface="+mn-lt"/>
          <a:ea typeface="+mn-ea"/>
          <a:cs typeface="+mn-cs"/>
        </a:defRPr>
      </a:lvl2pPr>
      <a:lvl3pPr algn="l" defTabSz="914400" eaLnBrk="1" hangingPunct="1" indent="-182880" latinLnBrk="0" marL="640080" rtl="0">
        <a:lnSpc>
          <a:spcPct val="90000"/>
        </a:lnSpc>
        <a:spcBef>
          <a:spcPts val="200"/>
        </a:spcBef>
        <a:spcAft>
          <a:spcPts val="400"/>
        </a:spcAft>
        <a:buClr>
          <a:schemeClr val="tx1"/>
        </a:buClr>
        <a:buFont typeface="Wingdings" panose="05000000000000000000" pitchFamily="2" charset="2"/>
        <a:buChar char=""/>
        <a:defRPr sz="1800" kern="1200">
          <a:solidFill>
            <a:schemeClr val="tx1"/>
          </a:solidFill>
          <a:latin typeface="+mn-lt"/>
          <a:ea typeface="+mn-ea"/>
          <a:cs typeface="+mn-cs"/>
        </a:defRPr>
      </a:lvl3pPr>
      <a:lvl4pPr algn="l" defTabSz="914400" eaLnBrk="1" hangingPunct="1" indent="-182880" latinLnBrk="0" marL="868680" rtl="0">
        <a:lnSpc>
          <a:spcPct val="90000"/>
        </a:lnSpc>
        <a:spcBef>
          <a:spcPts val="200"/>
        </a:spcBef>
        <a:spcAft>
          <a:spcPts val="400"/>
        </a:spcAft>
        <a:buClr>
          <a:schemeClr val="tx1"/>
        </a:buClr>
        <a:buFont typeface="Wingdings" panose="05000000000000000000" pitchFamily="2" charset="2"/>
        <a:buChar char=""/>
        <a:defRPr sz="1600" kern="1200">
          <a:solidFill>
            <a:schemeClr val="tx1"/>
          </a:solidFill>
          <a:latin typeface="+mn-lt"/>
          <a:ea typeface="+mn-ea"/>
          <a:cs typeface="+mn-cs"/>
        </a:defRPr>
      </a:lvl4pPr>
      <a:lvl5pPr algn="l" defTabSz="914400" eaLnBrk="1" hangingPunct="1" indent="-182880" latinLnBrk="0" marL="1097280" rtl="0">
        <a:lnSpc>
          <a:spcPct val="90000"/>
        </a:lnSpc>
        <a:spcBef>
          <a:spcPts val="200"/>
        </a:spcBef>
        <a:spcAft>
          <a:spcPts val="400"/>
        </a:spcAft>
        <a:buClr>
          <a:schemeClr val="tx1"/>
        </a:buClr>
        <a:buFont typeface="Wingdings" panose="05000000000000000000" pitchFamily="2" charset="2"/>
        <a:buChar char=""/>
        <a:defRPr sz="1600" kern="1200">
          <a:solidFill>
            <a:schemeClr val="tx1"/>
          </a:solidFill>
          <a:latin typeface="+mn-lt"/>
          <a:ea typeface="+mn-ea"/>
          <a:cs typeface="+mn-cs"/>
        </a:defRPr>
      </a:lvl5pPr>
      <a:lvl6pPr algn="l" defTabSz="914400" eaLnBrk="1" hangingPunct="1" indent="-228600" latinLnBrk="0" marL="1284605" rtl="0">
        <a:lnSpc>
          <a:spcPct val="90000"/>
        </a:lnSpc>
        <a:spcBef>
          <a:spcPts val="200"/>
        </a:spcBef>
        <a:spcAft>
          <a:spcPts val="400"/>
        </a:spcAft>
        <a:buClr>
          <a:schemeClr val="tx1"/>
        </a:buClr>
        <a:buFont typeface="Wingdings" panose="05000000000000000000" pitchFamily="2" charset="2"/>
        <a:buChar char=""/>
        <a:defRPr sz="1600" kern="1200">
          <a:solidFill>
            <a:schemeClr val="tx1"/>
          </a:solidFill>
          <a:latin typeface="+mn-lt"/>
          <a:ea typeface="+mn-ea"/>
          <a:cs typeface="+mn-cs"/>
        </a:defRPr>
      </a:lvl6pPr>
      <a:lvl7pPr algn="l" defTabSz="914400" eaLnBrk="1" hangingPunct="1" indent="-228600" latinLnBrk="0" marL="1471930" rtl="0">
        <a:lnSpc>
          <a:spcPct val="90000"/>
        </a:lnSpc>
        <a:spcBef>
          <a:spcPts val="200"/>
        </a:spcBef>
        <a:spcAft>
          <a:spcPts val="400"/>
        </a:spcAft>
        <a:buClr>
          <a:schemeClr val="tx1"/>
        </a:buClr>
        <a:buFont typeface="Wingdings" panose="05000000000000000000" pitchFamily="2" charset="2"/>
        <a:buChar char=""/>
        <a:defRPr sz="1600" kern="1200">
          <a:solidFill>
            <a:schemeClr val="tx1"/>
          </a:solidFill>
          <a:latin typeface="+mn-lt"/>
          <a:ea typeface="+mn-ea"/>
          <a:cs typeface="+mn-cs"/>
        </a:defRPr>
      </a:lvl7pPr>
      <a:lvl8pPr algn="l" defTabSz="914400" eaLnBrk="1" hangingPunct="1" indent="-228600" latinLnBrk="0" marL="1628775" rtl="0">
        <a:lnSpc>
          <a:spcPct val="90000"/>
        </a:lnSpc>
        <a:spcBef>
          <a:spcPts val="200"/>
        </a:spcBef>
        <a:spcAft>
          <a:spcPts val="400"/>
        </a:spcAft>
        <a:buClr>
          <a:schemeClr val="tx1"/>
        </a:buClr>
        <a:buFont typeface="Wingdings" panose="05000000000000000000" pitchFamily="2" charset="2"/>
        <a:buChar char=""/>
        <a:defRPr sz="1600" kern="1200">
          <a:solidFill>
            <a:schemeClr val="tx1"/>
          </a:solidFill>
          <a:latin typeface="+mn-lt"/>
          <a:ea typeface="+mn-ea"/>
          <a:cs typeface="+mn-cs"/>
        </a:defRPr>
      </a:lvl8pPr>
      <a:lvl9pPr algn="l" defTabSz="914400" eaLnBrk="1" hangingPunct="1" indent="-228600" latinLnBrk="0" marL="1805940" rtl="0">
        <a:lnSpc>
          <a:spcPct val="90000"/>
        </a:lnSpc>
        <a:spcBef>
          <a:spcPts val="200"/>
        </a:spcBef>
        <a:spcAft>
          <a:spcPts val="400"/>
        </a:spcAft>
        <a:buClr>
          <a:schemeClr val="tx1"/>
        </a:buClr>
        <a:buFont typeface="Wingdings" panose="05000000000000000000" pitchFamily="2" charset="2"/>
        <a:buChar char=""/>
        <a:defRPr sz="16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hyperlink" Target="https://en.wikipedia.org/wiki/ISBN_(identifier)" TargetMode="External"/><Relationship Id="rId2" Type="http://schemas.openxmlformats.org/officeDocument/2006/relationships/hyperlink" Target="https://en.wikipedia.org/wiki/Special:BookSources/0300076193" TargetMode="External"/><Relationship Id="rId3" Type="http://schemas.openxmlformats.org/officeDocument/2006/relationships/hyperlink" Target="http://people.eku.edu/ritchisong/bird_excretion.htm" TargetMode="External"/><Relationship Id="rId4"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p:bgPr>
    </p:bg>
    <p:spTree>
      <p:nvGrpSpPr>
        <p:cNvPr id="41" name=""/>
        <p:cNvGrpSpPr/>
        <p:nvPr/>
      </p:nvGrpSpPr>
      <p:grpSpPr>
        <a:xfrm>
          <a:off x="0" y="0"/>
          <a:ext cx="0" cy="0"/>
          <a:chOff x="0" y="0"/>
          <a:chExt cx="0" cy="0"/>
        </a:xfrm>
      </p:grpSpPr>
      <p:sp>
        <p:nvSpPr>
          <p:cNvPr id="1048623" name="Title 1"/>
          <p:cNvSpPr>
            <a:spLocks noGrp="1"/>
          </p:cNvSpPr>
          <p:nvPr>
            <p:ph type="ctrTitle"/>
          </p:nvPr>
        </p:nvSpPr>
        <p:spPr>
          <a:xfrm>
            <a:off x="365760" y="1902460"/>
            <a:ext cx="11471275" cy="2003425"/>
          </a:xfrm>
        </p:spPr>
        <p:txBody>
          <a:bodyPr>
            <a:normAutofit/>
          </a:bodyPr>
          <a:p>
            <a:r>
              <a:rPr dirty="0" sz="5335" lang="en-US">
                <a:latin typeface="Times New Roman" panose="02020603050405020304" pitchFamily="18" charset="0"/>
                <a:cs typeface="Times New Roman" panose="02020603050405020304" pitchFamily="18" charset="0"/>
              </a:rPr>
              <a:t>RETE MIRABILE AND THE COUNTERCURRENT MECHANISMS</a:t>
            </a:r>
            <a:endParaRPr dirty="0" sz="5335" lang="en-US">
              <a:latin typeface="Times New Roman" panose="02020603050405020304" pitchFamily="18" charset="0"/>
              <a:cs typeface="Times New Roman" panose="02020603050405020304" pitchFamily="18" charset="0"/>
            </a:endParaRPr>
          </a:p>
        </p:txBody>
      </p:sp>
      <p:sp>
        <p:nvSpPr>
          <p:cNvPr id="1048624" name="Subtitle 2"/>
          <p:cNvSpPr>
            <a:spLocks noGrp="1"/>
          </p:cNvSpPr>
          <p:nvPr>
            <p:ph type="subTitle" idx="1"/>
          </p:nvPr>
        </p:nvSpPr>
        <p:spPr>
          <a:xfrm>
            <a:off x="4147664" y="4579504"/>
            <a:ext cx="9144000" cy="754380"/>
          </a:xfrm>
        </p:spPr>
        <p:txBody>
          <a:bodyPr/>
          <a:p>
            <a:r>
              <a:rPr dirty="0" lang="en-US">
                <a:solidFill>
                  <a:srgbClr val="36363D"/>
                </a:solidFill>
                <a:latin typeface="Times New Roman" panose="02020603050405020304" pitchFamily="18" charset="0"/>
                <a:cs typeface="Times New Roman" panose="02020603050405020304" pitchFamily="18" charset="0"/>
              </a:rPr>
              <a:t>GROUP 9</a:t>
            </a:r>
            <a:endParaRPr dirty="0" lang="en-US">
              <a:solidFill>
                <a:srgbClr val="36363D"/>
              </a:solidFill>
              <a:latin typeface="Times New Roman" panose="02020603050405020304" pitchFamily="18" charset="0"/>
              <a:cs typeface="Times New Roman" panose="02020603050405020304" pitchFamily="18" charset="0"/>
            </a:endParaRPr>
          </a:p>
        </p:txBody>
      </p:sp>
      <p:sp>
        <p:nvSpPr>
          <p:cNvPr id="1048625" name="Slide Number Placeholder 3"/>
          <p:cNvSpPr>
            <a:spLocks noGrp="1"/>
          </p:cNvSpPr>
          <p:nvPr>
            <p:ph type="sldNum" sz="quarter" idx="12"/>
          </p:nvPr>
        </p:nvSpPr>
        <p:spPr/>
        <p:txBody>
          <a:bodyPr/>
          <a:p>
            <a:fld id="{4FAB73BC-B049-4115-A692-8D63A059BFB8}" type="slidenum">
              <a:rPr dirty="0" sz="1800" lang="en-US">
                <a:latin typeface="Times New Roman" panose="02020603050405020304" pitchFamily="18" charset="0"/>
                <a:cs typeface="Times New Roman" panose="02020603050405020304" pitchFamily="18" charset="0"/>
              </a:rPr>
              <a:t>1</a:t>
            </a:fld>
            <a:endParaRPr dirty="0" sz="18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26" name="Title 1"/>
          <p:cNvSpPr>
            <a:spLocks noGrp="1"/>
          </p:cNvSpPr>
          <p:nvPr>
            <p:ph type="title"/>
          </p:nvPr>
        </p:nvSpPr>
        <p:spPr/>
        <p:txBody>
          <a:bodyPr/>
          <a:p>
            <a:r>
              <a:rPr dirty="0" lang="en-US">
                <a:latin typeface="Times New Roman" panose="02020603050405020304" pitchFamily="18" charset="0"/>
                <a:cs typeface="Times New Roman" panose="02020603050405020304" pitchFamily="18" charset="0"/>
              </a:rPr>
              <a:t>CONTENT</a:t>
            </a:r>
            <a:endParaRPr dirty="0" lang="en-US">
              <a:latin typeface="Times New Roman" panose="02020603050405020304" pitchFamily="18" charset="0"/>
              <a:cs typeface="Times New Roman" panose="02020603050405020304" pitchFamily="18" charset="0"/>
            </a:endParaRPr>
          </a:p>
        </p:txBody>
      </p:sp>
      <p:sp>
        <p:nvSpPr>
          <p:cNvPr id="1048627" name="Content Placeholder 2"/>
          <p:cNvSpPr>
            <a:spLocks noGrp="1"/>
          </p:cNvSpPr>
          <p:nvPr>
            <p:ph idx="1"/>
          </p:nvPr>
        </p:nvSpPr>
        <p:spPr>
          <a:xfrm>
            <a:off x="379095" y="2011680"/>
            <a:ext cx="11610975" cy="4846320"/>
          </a:xfrm>
        </p:spPr>
        <p:txBody>
          <a:bodyPr>
            <a:noAutofit/>
          </a:bodyPr>
          <a:p>
            <a:r>
              <a:rPr dirty="0" sz="2800" lang="en-US">
                <a:latin typeface="Times New Roman" panose="02020603050405020304" pitchFamily="18" charset="0"/>
                <a:cs typeface="Times New Roman" panose="02020603050405020304" pitchFamily="18" charset="0"/>
              </a:rPr>
              <a:t>RETE MIRABILE</a:t>
            </a:r>
            <a:endParaRPr dirty="0" sz="2800" lang="en-US">
              <a:latin typeface="Times New Roman" panose="02020603050405020304" pitchFamily="18" charset="0"/>
              <a:cs typeface="Times New Roman" panose="02020603050405020304" pitchFamily="18" charset="0"/>
            </a:endParaRPr>
          </a:p>
          <a:p>
            <a:r>
              <a:rPr dirty="0" sz="2800" lang="en-US">
                <a:latin typeface="Times New Roman" panose="02020603050405020304" pitchFamily="18" charset="0"/>
                <a:cs typeface="Times New Roman" panose="02020603050405020304" pitchFamily="18" charset="0"/>
              </a:rPr>
              <a:t>FUNCTION</a:t>
            </a:r>
            <a:endParaRPr dirty="0" sz="2800" lang="en-US">
              <a:latin typeface="Times New Roman" panose="02020603050405020304" pitchFamily="18" charset="0"/>
              <a:cs typeface="Times New Roman" panose="02020603050405020304" pitchFamily="18" charset="0"/>
            </a:endParaRPr>
          </a:p>
          <a:p>
            <a:r>
              <a:rPr dirty="0" sz="2800" lang="en-US">
                <a:latin typeface="Times New Roman" panose="02020603050405020304" pitchFamily="18" charset="0"/>
                <a:cs typeface="Times New Roman" panose="02020603050405020304" pitchFamily="18" charset="0"/>
              </a:rPr>
              <a:t>EXAMPLES OF RETE</a:t>
            </a:r>
            <a:r>
              <a:rPr dirty="0" sz="2400" lang="en-US">
                <a:latin typeface="Times New Roman" panose="02020603050405020304" pitchFamily="18" charset="0"/>
                <a:cs typeface="Times New Roman" panose="02020603050405020304" pitchFamily="18" charset="0"/>
              </a:rPr>
              <a:t> </a:t>
            </a:r>
            <a:r>
              <a:rPr dirty="0" sz="2800" lang="en-US">
                <a:latin typeface="Times New Roman" panose="02020603050405020304" pitchFamily="18" charset="0"/>
                <a:cs typeface="Times New Roman" panose="02020603050405020304" pitchFamily="18" charset="0"/>
              </a:rPr>
              <a:t>MIRABILE IN BIOLOGICAL SYSTEMS</a:t>
            </a:r>
            <a:endParaRPr dirty="0" sz="2800" lang="en-US">
              <a:latin typeface="Times New Roman" panose="02020603050405020304" pitchFamily="18" charset="0"/>
              <a:cs typeface="Times New Roman" panose="02020603050405020304" pitchFamily="18" charset="0"/>
            </a:endParaRPr>
          </a:p>
          <a:p>
            <a:r>
              <a:rPr dirty="0" sz="2800" lang="en-US">
                <a:latin typeface="Times New Roman" panose="02020603050405020304" pitchFamily="18" charset="0"/>
                <a:cs typeface="Times New Roman" panose="02020603050405020304" pitchFamily="18" charset="0"/>
              </a:rPr>
              <a:t>COUNTER CURRENT MECHANISM</a:t>
            </a:r>
            <a:endParaRPr dirty="0" sz="2800" lang="en-US">
              <a:latin typeface="Times New Roman" panose="02020603050405020304" pitchFamily="18" charset="0"/>
              <a:cs typeface="Times New Roman" panose="02020603050405020304" pitchFamily="18" charset="0"/>
            </a:endParaRPr>
          </a:p>
          <a:p>
            <a:r>
              <a:rPr dirty="0" sz="2800" lang="en-US">
                <a:latin typeface="Times New Roman" panose="02020603050405020304" pitchFamily="18" charset="0"/>
                <a:cs typeface="Times New Roman" panose="02020603050405020304" pitchFamily="18" charset="0"/>
              </a:rPr>
              <a:t>EXAMPLES OF COUNTER CURRENT MECHANISM</a:t>
            </a:r>
            <a:endParaRPr dirty="0" sz="2800" lang="en-US">
              <a:latin typeface="Times New Roman" panose="02020603050405020304" pitchFamily="18" charset="0"/>
              <a:cs typeface="Times New Roman" panose="02020603050405020304" pitchFamily="18" charset="0"/>
            </a:endParaRPr>
          </a:p>
          <a:p>
            <a:r>
              <a:rPr dirty="0" sz="2800" lang="en-US">
                <a:latin typeface="Times New Roman" panose="02020603050405020304" pitchFamily="18" charset="0"/>
                <a:cs typeface="Times New Roman" panose="02020603050405020304" pitchFamily="18" charset="0"/>
              </a:rPr>
              <a:t>THE RELATIONSHIP BETWEEN RETE MIRABLE AND COUNTER CURRENT MECHANISMS</a:t>
            </a:r>
            <a:endParaRPr dirty="0" sz="2800" lang="en-US">
              <a:latin typeface="Times New Roman" panose="02020603050405020304" pitchFamily="18" charset="0"/>
              <a:cs typeface="Times New Roman" panose="02020603050405020304" pitchFamily="18" charset="0"/>
            </a:endParaRPr>
          </a:p>
          <a:p>
            <a:r>
              <a:rPr dirty="0" sz="2800" lang="en-US">
                <a:latin typeface="Times New Roman" panose="02020603050405020304" pitchFamily="18" charset="0"/>
                <a:cs typeface="Times New Roman" panose="02020603050405020304" pitchFamily="18" charset="0"/>
              </a:rPr>
              <a:t>CONCLUSION</a:t>
            </a:r>
            <a:endParaRPr dirty="0" sz="2800" lang="en-US">
              <a:latin typeface="Times New Roman" panose="02020603050405020304" pitchFamily="18" charset="0"/>
              <a:cs typeface="Times New Roman" panose="02020603050405020304" pitchFamily="18" charset="0"/>
            </a:endParaRPr>
          </a:p>
          <a:p>
            <a:r>
              <a:rPr dirty="0" sz="2800" lang="en-US">
                <a:latin typeface="Times New Roman" panose="02020603050405020304" pitchFamily="18" charset="0"/>
                <a:cs typeface="Times New Roman" panose="02020603050405020304" pitchFamily="18" charset="0"/>
              </a:rPr>
              <a:t>REFERENCES</a:t>
            </a:r>
            <a:endParaRPr dirty="0" sz="2800" lang="en-US">
              <a:latin typeface="Times New Roman" panose="02020603050405020304" pitchFamily="18" charset="0"/>
              <a:cs typeface="Times New Roman" panose="02020603050405020304" pitchFamily="18" charset="0"/>
            </a:endParaRPr>
          </a:p>
          <a:p>
            <a:endParaRPr dirty="0" sz="2800" lang="en-US">
              <a:latin typeface="Times New Roman" panose="02020603050405020304" pitchFamily="18" charset="0"/>
              <a:cs typeface="Times New Roman" panose="02020603050405020304" pitchFamily="18" charset="0"/>
            </a:endParaRPr>
          </a:p>
        </p:txBody>
      </p:sp>
      <p:sp>
        <p:nvSpPr>
          <p:cNvPr id="1048628" name="Slide Number Placeholder 3"/>
          <p:cNvSpPr>
            <a:spLocks noGrp="1"/>
          </p:cNvSpPr>
          <p:nvPr>
            <p:ph type="sldNum" sz="quarter" idx="12"/>
          </p:nvPr>
        </p:nvSpPr>
        <p:spPr/>
        <p:txBody>
          <a:bodyPr/>
          <a:p>
            <a:fld id="{4FAB73BC-B049-4115-A692-8D63A059BFB8}" type="slidenum">
              <a:rPr dirty="0" sz="1800" lang="en-US">
                <a:latin typeface="Times New Roman" panose="02020603050405020304" pitchFamily="18" charset="0"/>
                <a:cs typeface="Times New Roman" panose="02020603050405020304" pitchFamily="18" charset="0"/>
              </a:rPr>
              <a:t>2</a:t>
            </a:fld>
            <a:endParaRPr dirty="0" sz="18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29" name="Title 1"/>
          <p:cNvSpPr>
            <a:spLocks noGrp="1"/>
          </p:cNvSpPr>
          <p:nvPr>
            <p:ph type="title"/>
          </p:nvPr>
        </p:nvSpPr>
        <p:spPr/>
        <p:txBody>
          <a:bodyPr/>
          <a:p>
            <a:r>
              <a:rPr dirty="0" lang="en-US">
                <a:latin typeface="Times New Roman" panose="02020603050405020304" pitchFamily="18" charset="0"/>
                <a:cs typeface="Times New Roman" panose="02020603050405020304" pitchFamily="18" charset="0"/>
              </a:rPr>
              <a:t>RETE MIRABILE</a:t>
            </a:r>
            <a:endParaRPr dirty="0" lang="en-US">
              <a:latin typeface="Times New Roman" panose="02020603050405020304" pitchFamily="18" charset="0"/>
              <a:cs typeface="Times New Roman" panose="02020603050405020304" pitchFamily="18" charset="0"/>
            </a:endParaRPr>
          </a:p>
        </p:txBody>
      </p:sp>
      <p:sp>
        <p:nvSpPr>
          <p:cNvPr id="1048630" name="Content Placeholder 2"/>
          <p:cNvSpPr>
            <a:spLocks noGrp="1"/>
          </p:cNvSpPr>
          <p:nvPr>
            <p:ph idx="1"/>
          </p:nvPr>
        </p:nvSpPr>
        <p:spPr>
          <a:xfrm>
            <a:off x="637309" y="2011679"/>
            <a:ext cx="10349690" cy="4707775"/>
          </a:xfrm>
        </p:spPr>
        <p:txBody>
          <a:bodyPr>
            <a:normAutofit/>
          </a:bodyPr>
          <a:p>
            <a:r>
              <a:rPr dirty="0" sz="2800" lang="en-US">
                <a:latin typeface="Times New Roman" panose="02020603050405020304" pitchFamily="18" charset="0"/>
                <a:cs typeface="Times New Roman" panose="02020603050405020304" pitchFamily="18" charset="0"/>
              </a:rPr>
              <a:t>Rete mirabile are two Latin words which means wonderful net. </a:t>
            </a:r>
            <a:endParaRPr dirty="0" sz="2800" lang="en-US">
              <a:latin typeface="Times New Roman" panose="02020603050405020304" pitchFamily="18" charset="0"/>
              <a:cs typeface="Times New Roman" panose="02020603050405020304" pitchFamily="18" charset="0"/>
            </a:endParaRPr>
          </a:p>
          <a:p>
            <a:r>
              <a:rPr dirty="0" sz="2800" lang="en-US">
                <a:latin typeface="Times New Roman" panose="02020603050405020304" pitchFamily="18" charset="0"/>
                <a:cs typeface="Times New Roman" panose="02020603050405020304" pitchFamily="18" charset="0"/>
              </a:rPr>
              <a:t>It is a complex network of blood vessels found in some animals that facilitates the flow or exchange of gases or heat.</a:t>
            </a:r>
            <a:endParaRPr dirty="0" sz="2800" lang="en-US">
              <a:latin typeface="Times New Roman" panose="02020603050405020304" pitchFamily="18" charset="0"/>
              <a:cs typeface="Times New Roman" panose="02020603050405020304" pitchFamily="18" charset="0"/>
            </a:endParaRPr>
          </a:p>
          <a:p>
            <a:r>
              <a:rPr dirty="0" sz="2800" lang="en-US">
                <a:latin typeface="Times New Roman" panose="02020603050405020304" pitchFamily="18" charset="0"/>
                <a:cs typeface="Times New Roman" panose="02020603050405020304" pitchFamily="18" charset="0"/>
              </a:rPr>
              <a:t>The key principle of the Rete mirabile is that it allows blood (or gas) flowing in opposite directions in adjacent vessels to exchange heat or gases efficiently</a:t>
            </a:r>
            <a:endParaRPr dirty="0" sz="2800" lang="en-US">
              <a:latin typeface="Times New Roman" panose="02020603050405020304" pitchFamily="18" charset="0"/>
              <a:cs typeface="Times New Roman" panose="02020603050405020304" pitchFamily="18" charset="0"/>
            </a:endParaRPr>
          </a:p>
          <a:p>
            <a:r>
              <a:rPr dirty="0" sz="2800" lang="en-US">
                <a:latin typeface="Times New Roman" panose="02020603050405020304" pitchFamily="18" charset="0"/>
                <a:cs typeface="Times New Roman" panose="02020603050405020304" pitchFamily="18" charset="0"/>
              </a:rPr>
              <a:t>Rete mirabile structures are found in vertebrates and in various parts of the body, including the brain, the gills of fish, the legs of some birds, and the flippers of marine mammals. </a:t>
            </a:r>
            <a:endParaRPr dirty="0" sz="2800" lang="en-US">
              <a:latin typeface="Times New Roman" panose="02020603050405020304" pitchFamily="18" charset="0"/>
              <a:cs typeface="Times New Roman" panose="02020603050405020304" pitchFamily="18" charset="0"/>
            </a:endParaRPr>
          </a:p>
        </p:txBody>
      </p:sp>
      <p:sp>
        <p:nvSpPr>
          <p:cNvPr id="1048631" name="Slide Number Placeholder 3"/>
          <p:cNvSpPr>
            <a:spLocks noGrp="1"/>
          </p:cNvSpPr>
          <p:nvPr>
            <p:ph type="sldNum" sz="quarter" idx="12"/>
          </p:nvPr>
        </p:nvSpPr>
        <p:spPr/>
        <p:txBody>
          <a:bodyPr/>
          <a:p>
            <a:fld id="{4FAB73BC-B049-4115-A692-8D63A059BFB8}" type="slidenum">
              <a:rPr dirty="0" sz="1800" lang="en-US">
                <a:latin typeface="Times New Roman" panose="02020603050405020304" pitchFamily="18" charset="0"/>
                <a:cs typeface="Times New Roman" panose="02020603050405020304" pitchFamily="18" charset="0"/>
              </a:rPr>
              <a:t>3</a:t>
            </a:fld>
            <a:endParaRPr dirty="0" sz="18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32" name="Title 1"/>
          <p:cNvSpPr>
            <a:spLocks noGrp="1"/>
          </p:cNvSpPr>
          <p:nvPr>
            <p:ph type="title"/>
          </p:nvPr>
        </p:nvSpPr>
        <p:spPr/>
        <p:txBody>
          <a:bodyPr/>
          <a:p>
            <a:r>
              <a:rPr dirty="0" lang="en-US">
                <a:latin typeface="Times New Roman" panose="02020603050405020304" pitchFamily="18" charset="0"/>
                <a:cs typeface="Times New Roman" panose="02020603050405020304" pitchFamily="18" charset="0"/>
              </a:rPr>
              <a:t>FUNCTION OF RETE MIRABILE</a:t>
            </a:r>
            <a:endParaRPr dirty="0" lang="en-US">
              <a:latin typeface="Times New Roman" panose="02020603050405020304" pitchFamily="18" charset="0"/>
              <a:cs typeface="Times New Roman" panose="02020603050405020304" pitchFamily="18" charset="0"/>
            </a:endParaRPr>
          </a:p>
        </p:txBody>
      </p:sp>
      <p:sp>
        <p:nvSpPr>
          <p:cNvPr id="1048633" name="Content Placeholder 2"/>
          <p:cNvSpPr>
            <a:spLocks noGrp="1"/>
          </p:cNvSpPr>
          <p:nvPr>
            <p:ph idx="1"/>
          </p:nvPr>
        </p:nvSpPr>
        <p:spPr>
          <a:xfrm>
            <a:off x="1202918" y="2011680"/>
            <a:ext cx="9049445" cy="4125884"/>
          </a:xfrm>
        </p:spPr>
        <p:txBody>
          <a:bodyPr>
            <a:normAutofit/>
          </a:bodyPr>
          <a:p>
            <a:r>
              <a:rPr dirty="0" sz="3200" lang="en-US">
                <a:latin typeface="Times New Roman" panose="02020603050405020304" pitchFamily="18" charset="0"/>
                <a:cs typeface="Times New Roman" panose="02020603050405020304" pitchFamily="18" charset="0"/>
              </a:rPr>
              <a:t>Responsible for maintaining the homeostasis of the body by regulating the exchange of substances between adjacent blood vessels.</a:t>
            </a:r>
            <a:endParaRPr dirty="0" sz="3200" lang="en-US">
              <a:latin typeface="Times New Roman" panose="02020603050405020304" pitchFamily="18" charset="0"/>
              <a:cs typeface="Times New Roman" panose="02020603050405020304" pitchFamily="18" charset="0"/>
            </a:endParaRPr>
          </a:p>
        </p:txBody>
      </p:sp>
      <p:sp>
        <p:nvSpPr>
          <p:cNvPr id="1048634" name="Text Box 6"/>
          <p:cNvSpPr txBox="1"/>
          <p:nvPr/>
        </p:nvSpPr>
        <p:spPr>
          <a:xfrm>
            <a:off x="10689590" y="6303010"/>
            <a:ext cx="297180" cy="368300"/>
          </a:xfrm>
          <a:prstGeom prst="rect"/>
          <a:noFill/>
        </p:spPr>
        <p:txBody>
          <a:bodyPr rtlCol="0" wrap="none">
            <a:spAutoFit/>
          </a:bodyPr>
          <a:p>
            <a:r>
              <a:rPr altLang="en-GB" lang="en-US">
                <a:latin typeface="Times New Roman" panose="02020603050405020304" pitchFamily="18" charset="0"/>
                <a:cs typeface="Times New Roman" panose="02020603050405020304" pitchFamily="18" charset="0"/>
              </a:rPr>
              <a:t>4</a:t>
            </a:r>
            <a:endParaRPr altLang="en-GB"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35" name="Rectangle 3"/>
          <p:cNvSpPr/>
          <p:nvPr/>
        </p:nvSpPr>
        <p:spPr>
          <a:xfrm>
            <a:off x="0" y="0"/>
            <a:ext cx="4003964" cy="6858000"/>
          </a:xfrm>
          <a:prstGeom prst="rect"/>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636" name="TextBox 2"/>
          <p:cNvSpPr txBox="1"/>
          <p:nvPr/>
        </p:nvSpPr>
        <p:spPr>
          <a:xfrm>
            <a:off x="773430" y="1268730"/>
            <a:ext cx="3430905" cy="953135"/>
          </a:xfrm>
          <a:prstGeom prst="rect"/>
          <a:no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txBody>
          <a:bodyPr rtlCol="0" wrap="square">
            <a:spAutoFit/>
          </a:bodyPr>
          <a:p>
            <a:r>
              <a:rPr dirty="0" sz="2800" lang="en-US">
                <a:solidFill>
                  <a:schemeClr val="bg1"/>
                </a:solidFill>
                <a:latin typeface="Times New Roman" panose="02020603050405020304" pitchFamily="18" charset="0"/>
                <a:cs typeface="Times New Roman" panose="02020603050405020304" pitchFamily="18" charset="0"/>
              </a:rPr>
              <a:t>EXAMPLES OF RETE MIRABILE </a:t>
            </a:r>
            <a:endParaRPr dirty="0" sz="2800" lang="en-US">
              <a:solidFill>
                <a:schemeClr val="bg1"/>
              </a:solidFill>
              <a:latin typeface="Times New Roman" panose="02020603050405020304" pitchFamily="18" charset="0"/>
              <a:cs typeface="Times New Roman" panose="02020603050405020304" pitchFamily="18" charset="0"/>
            </a:endParaRPr>
          </a:p>
        </p:txBody>
      </p:sp>
      <p:sp>
        <p:nvSpPr>
          <p:cNvPr id="1048637" name="TextBox 4"/>
          <p:cNvSpPr txBox="1"/>
          <p:nvPr/>
        </p:nvSpPr>
        <p:spPr>
          <a:xfrm>
            <a:off x="7106862" y="622415"/>
            <a:ext cx="1911928" cy="646331"/>
          </a:xfrm>
          <a:prstGeom prst="rect"/>
          <a:noFill/>
          <a:ln>
            <a:solidFill>
              <a:schemeClr val="tx1"/>
            </a:solidFill>
          </a:ln>
        </p:spPr>
        <p:txBody>
          <a:bodyPr rtlCol="0" wrap="square">
            <a:spAutoFit/>
          </a:bodyPr>
          <a:p>
            <a:pPr algn="ctr"/>
            <a:r>
              <a:rPr dirty="0" sz="3600" lang="en-US">
                <a:latin typeface="Times New Roman" panose="02020603050405020304" pitchFamily="18" charset="0"/>
                <a:cs typeface="Times New Roman" panose="02020603050405020304" pitchFamily="18" charset="0"/>
              </a:rPr>
              <a:t>BIRDS</a:t>
            </a:r>
            <a:endParaRPr dirty="0" sz="3600" lang="en-US">
              <a:latin typeface="Times New Roman" panose="02020603050405020304" pitchFamily="18" charset="0"/>
              <a:cs typeface="Times New Roman" panose="02020603050405020304" pitchFamily="18" charset="0"/>
            </a:endParaRPr>
          </a:p>
        </p:txBody>
      </p:sp>
      <p:sp>
        <p:nvSpPr>
          <p:cNvPr id="1048638" name="TextBox 5"/>
          <p:cNvSpPr txBox="1"/>
          <p:nvPr/>
        </p:nvSpPr>
        <p:spPr>
          <a:xfrm>
            <a:off x="4586605" y="1949450"/>
            <a:ext cx="7134225" cy="3863341"/>
          </a:xfrm>
          <a:prstGeom prst="rect"/>
          <a:noFill/>
          <a:ln>
            <a:solidFill>
              <a:schemeClr val="tx1"/>
            </a:solidFill>
          </a:ln>
        </p:spPr>
        <p:txBody>
          <a:bodyPr rtlCol="0" wrap="square">
            <a:spAutoFit/>
          </a:bodyPr>
          <a:p>
            <a:pPr indent="-285750" marL="285750">
              <a:buFont typeface="Arial" panose="020B0604020202020204" pitchFamily="34" charset="0"/>
              <a:buChar char="•"/>
            </a:pPr>
            <a:r>
              <a:rPr dirty="0" sz="2800" lang="en-US">
                <a:effectLst/>
                <a:latin typeface="Times New Roman" panose="02020603050405020304" pitchFamily="18" charset="0"/>
                <a:cs typeface="Times New Roman" panose="02020603050405020304" pitchFamily="18" charset="0"/>
              </a:rPr>
              <a:t>In birds with webbed feet, the </a:t>
            </a:r>
            <a:r>
              <a:rPr dirty="0" sz="2800" lang="en-US">
                <a:effectLst/>
                <a:latin typeface="Times New Roman" panose="02020603050405020304" pitchFamily="18" charset="0"/>
                <a:ea typeface="Times New Roman" panose="02020603050405020304" pitchFamily="18" charset="0"/>
                <a:cs typeface="Times New Roman" panose="02020603050405020304" pitchFamily="18" charset="0"/>
              </a:rPr>
              <a:t>rete mirabile reduces heat loss and aids in regulating body temperature</a:t>
            </a:r>
            <a:endParaRPr dirty="0" sz="2800" lang="en-US">
              <a:effectLst/>
              <a:latin typeface="Times New Roman" panose="02020603050405020304" pitchFamily="18" charset="0"/>
              <a:ea typeface="Times New Roman" panose="02020603050405020304" pitchFamily="18" charset="0"/>
              <a:cs typeface="Times New Roman" panose="02020603050405020304" pitchFamily="18" charset="0"/>
            </a:endParaRPr>
          </a:p>
          <a:p>
            <a:endParaRPr dirty="0" sz="2800" lang="en-US">
              <a:latin typeface="Times New Roman" panose="02020603050405020304" pitchFamily="18" charset="0"/>
              <a:ea typeface="Times New Roman" panose="02020603050405020304" pitchFamily="18" charset="0"/>
              <a:cs typeface="Times New Roman" panose="02020603050405020304" pitchFamily="18" charset="0"/>
            </a:endParaRPr>
          </a:p>
          <a:p>
            <a:endParaRPr dirty="0" sz="2800" lang="en-US">
              <a:effectLst/>
              <a:latin typeface="Times New Roman" panose="02020603050405020304" pitchFamily="18" charset="0"/>
              <a:ea typeface="Times New Roman" panose="02020603050405020304" pitchFamily="18" charset="0"/>
              <a:cs typeface="Times New Roman" panose="02020603050405020304" pitchFamily="18" charset="0"/>
            </a:endParaRPr>
          </a:p>
          <a:p>
            <a:pPr indent="-285750" marL="285750">
              <a:buFont typeface="Arial" panose="020B0604020202020204" pitchFamily="34" charset="0"/>
              <a:buChar char="•"/>
            </a:pPr>
            <a:r>
              <a:rPr dirty="0" sz="2800" lang="en-US">
                <a:latin typeface="Times New Roman" panose="02020603050405020304" pitchFamily="18" charset="0"/>
                <a:cs typeface="Times New Roman" panose="02020603050405020304" pitchFamily="18" charset="0"/>
              </a:rPr>
              <a:t>The design also stops the feet from overheating in hot weather by lowering the arterial blood's temperature before it reaches the extremities.</a:t>
            </a:r>
            <a:endParaRPr dirty="0" sz="2800" lang="en-US">
              <a:latin typeface="Times New Roman" panose="02020603050405020304" pitchFamily="18" charset="0"/>
              <a:cs typeface="Times New Roman" panose="02020603050405020304" pitchFamily="18" charset="0"/>
            </a:endParaRPr>
          </a:p>
        </p:txBody>
      </p:sp>
      <p:sp>
        <p:nvSpPr>
          <p:cNvPr id="1048639" name="Slide Number Placeholder 1"/>
          <p:cNvSpPr>
            <a:spLocks noGrp="1"/>
          </p:cNvSpPr>
          <p:nvPr>
            <p:ph type="sldNum" sz="quarter" idx="12"/>
          </p:nvPr>
        </p:nvSpPr>
        <p:spPr/>
        <p:txBody>
          <a:bodyPr/>
          <a:p>
            <a:fld id="{4FAB73BC-B049-4115-A692-8D63A059BFB8}" type="slidenum">
              <a:rPr dirty="0" sz="1800" lang="en-US">
                <a:latin typeface="Times New Roman" panose="02020603050405020304" pitchFamily="18" charset="0"/>
                <a:cs typeface="Times New Roman" panose="02020603050405020304" pitchFamily="18" charset="0"/>
              </a:rPr>
              <a:t>5</a:t>
            </a:fld>
            <a:endParaRPr dirty="0" sz="1800" lang="en-US">
              <a:latin typeface="Times New Roman" panose="02020603050405020304" pitchFamily="18" charset="0"/>
              <a:cs typeface="Times New Roman" panose="02020603050405020304" pitchFamily="18" charset="0"/>
            </a:endParaRPr>
          </a:p>
        </p:txBody>
      </p:sp>
      <p:pic>
        <p:nvPicPr>
          <p:cNvPr id="2097152" name="Picture 6" descr="content_7858e9a33f2584d2b277c5dc496bf638"/>
          <p:cNvPicPr>
            <a:picLocks noChangeAspect="1"/>
          </p:cNvPicPr>
          <p:nvPr/>
        </p:nvPicPr>
        <p:blipFill>
          <a:blip xmlns:r="http://schemas.openxmlformats.org/officeDocument/2006/relationships" r:embed="rId1"/>
          <a:stretch>
            <a:fillRect/>
          </a:stretch>
        </p:blipFill>
        <p:spPr>
          <a:xfrm>
            <a:off x="0" y="3308350"/>
            <a:ext cx="4003040" cy="3550285"/>
          </a:xfrm>
          <a:prstGeom prst="rec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40" name="Rectangle 3"/>
          <p:cNvSpPr/>
          <p:nvPr/>
        </p:nvSpPr>
        <p:spPr>
          <a:xfrm>
            <a:off x="0" y="0"/>
            <a:ext cx="4003964" cy="6858000"/>
          </a:xfrm>
          <a:prstGeom prst="rect"/>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641" name="TextBox 2"/>
          <p:cNvSpPr txBox="1"/>
          <p:nvPr/>
        </p:nvSpPr>
        <p:spPr>
          <a:xfrm>
            <a:off x="608965" y="1026160"/>
            <a:ext cx="3021965" cy="953135"/>
          </a:xfrm>
          <a:prstGeom prst="rect"/>
          <a:no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txBody>
          <a:bodyPr rtlCol="0" wrap="square">
            <a:spAutoFit/>
          </a:bodyPr>
          <a:p>
            <a:r>
              <a:rPr dirty="0" sz="2800" lang="en-US">
                <a:solidFill>
                  <a:schemeClr val="bg1"/>
                </a:solidFill>
                <a:latin typeface="Times New Roman" panose="02020603050405020304" pitchFamily="18" charset="0"/>
                <a:cs typeface="Times New Roman" panose="02020603050405020304" pitchFamily="18" charset="0"/>
              </a:rPr>
              <a:t>EXAMPLES OF RETE MIRABILE </a:t>
            </a:r>
            <a:endParaRPr dirty="0" sz="2800" lang="en-US">
              <a:solidFill>
                <a:schemeClr val="bg1"/>
              </a:solidFill>
              <a:latin typeface="Times New Roman" panose="02020603050405020304" pitchFamily="18" charset="0"/>
              <a:cs typeface="Times New Roman" panose="02020603050405020304" pitchFamily="18" charset="0"/>
            </a:endParaRPr>
          </a:p>
        </p:txBody>
      </p:sp>
      <p:sp>
        <p:nvSpPr>
          <p:cNvPr id="1048642" name="TextBox 4"/>
          <p:cNvSpPr txBox="1"/>
          <p:nvPr/>
        </p:nvSpPr>
        <p:spPr>
          <a:xfrm>
            <a:off x="5417127" y="595745"/>
            <a:ext cx="1911928" cy="646331"/>
          </a:xfrm>
          <a:prstGeom prst="rect"/>
          <a:noFill/>
          <a:ln>
            <a:solidFill>
              <a:schemeClr val="tx1"/>
            </a:solidFill>
          </a:ln>
        </p:spPr>
        <p:txBody>
          <a:bodyPr rtlCol="0" wrap="square">
            <a:spAutoFit/>
          </a:bodyPr>
          <a:p>
            <a:r>
              <a:rPr dirty="0" sz="3600" lang="en-US">
                <a:latin typeface="Times New Roman" panose="02020603050405020304" pitchFamily="18" charset="0"/>
                <a:cs typeface="Times New Roman" panose="02020603050405020304" pitchFamily="18" charset="0"/>
              </a:rPr>
              <a:t>FISHES</a:t>
            </a:r>
            <a:endParaRPr dirty="0" sz="3600" lang="en-US">
              <a:latin typeface="Times New Roman" panose="02020603050405020304" pitchFamily="18" charset="0"/>
              <a:cs typeface="Times New Roman" panose="02020603050405020304" pitchFamily="18" charset="0"/>
            </a:endParaRPr>
          </a:p>
        </p:txBody>
      </p:sp>
      <p:sp>
        <p:nvSpPr>
          <p:cNvPr id="1048643" name="TextBox 5"/>
          <p:cNvSpPr txBox="1"/>
          <p:nvPr/>
        </p:nvSpPr>
        <p:spPr>
          <a:xfrm>
            <a:off x="4405746" y="1648691"/>
            <a:ext cx="7315199" cy="4282440"/>
          </a:xfrm>
          <a:prstGeom prst="rect"/>
          <a:noFill/>
          <a:ln>
            <a:solidFill>
              <a:schemeClr val="tx1"/>
            </a:solidFill>
          </a:ln>
        </p:spPr>
        <p:txBody>
          <a:bodyPr rtlCol="0" wrap="square">
            <a:spAutoFit/>
          </a:bodyPr>
          <a:p>
            <a:pPr indent="-457200" marL="457200">
              <a:buFont typeface="Arial" panose="020B0604020202020204" pitchFamily="34" charset="0"/>
              <a:buChar char="•"/>
            </a:pPr>
            <a:r>
              <a:rPr dirty="0" sz="2800" lang="en-US">
                <a:effectLst/>
                <a:latin typeface="Times New Roman" panose="02020603050405020304" pitchFamily="18" charset="0"/>
                <a:ea typeface="Times New Roman" panose="02020603050405020304" pitchFamily="18" charset="0"/>
                <a:cs typeface="Times New Roman" panose="02020603050405020304" pitchFamily="18" charset="0"/>
              </a:rPr>
              <a:t>Allows for an increase in muscle temperature in regions where this network of vein and arteries is found</a:t>
            </a:r>
            <a:endParaRPr dirty="0" sz="2800" lang="en-US">
              <a:effectLst/>
              <a:latin typeface="Times New Roman" panose="02020603050405020304" pitchFamily="18" charset="0"/>
              <a:ea typeface="Times New Roman" panose="02020603050405020304" pitchFamily="18" charset="0"/>
              <a:cs typeface="Times New Roman" panose="02020603050405020304" pitchFamily="18" charset="0"/>
            </a:endParaRPr>
          </a:p>
          <a:p>
            <a:endParaRPr dirty="0" sz="2800" lang="en-US">
              <a:latin typeface="Times New Roman" panose="02020603050405020304" pitchFamily="18" charset="0"/>
              <a:ea typeface="Times New Roman" panose="02020603050405020304" pitchFamily="18" charset="0"/>
              <a:cs typeface="Times New Roman" panose="02020603050405020304" pitchFamily="18" charset="0"/>
            </a:endParaRPr>
          </a:p>
          <a:p>
            <a:pPr indent="-457200" marL="457200">
              <a:buFont typeface="Arial" panose="020B0604020202020204" pitchFamily="34" charset="0"/>
              <a:buChar char="•"/>
            </a:pPr>
            <a:r>
              <a:rPr dirty="0" sz="2800" lang="en-US">
                <a:effectLst/>
                <a:latin typeface="Times New Roman" panose="02020603050405020304" pitchFamily="18" charset="0"/>
                <a:ea typeface="Times New Roman" panose="02020603050405020304" pitchFamily="18" charset="0"/>
                <a:cs typeface="Times New Roman" panose="02020603050405020304" pitchFamily="18" charset="0"/>
              </a:rPr>
              <a:t>The fish is able to thermoregulate certain areas of its body. </a:t>
            </a:r>
            <a:endParaRPr dirty="0" sz="2800" lang="en-US">
              <a:effectLst/>
              <a:latin typeface="Times New Roman" panose="02020603050405020304" pitchFamily="18" charset="0"/>
              <a:ea typeface="Times New Roman" panose="02020603050405020304" pitchFamily="18" charset="0"/>
              <a:cs typeface="Times New Roman" panose="02020603050405020304" pitchFamily="18" charset="0"/>
            </a:endParaRPr>
          </a:p>
          <a:p>
            <a:endParaRPr dirty="0" sz="2800" lang="en-US">
              <a:latin typeface="Times New Roman" panose="02020603050405020304" pitchFamily="18" charset="0"/>
              <a:ea typeface="Times New Roman" panose="02020603050405020304" pitchFamily="18" charset="0"/>
              <a:cs typeface="Times New Roman" panose="02020603050405020304" pitchFamily="18" charset="0"/>
            </a:endParaRPr>
          </a:p>
          <a:p>
            <a:pPr indent="-457200" marL="457200">
              <a:buFont typeface="Arial" panose="020B0604020202020204" pitchFamily="34" charset="0"/>
              <a:buChar char="•"/>
            </a:pPr>
            <a:r>
              <a:rPr dirty="0" sz="2800" lang="en-US">
                <a:effectLst/>
                <a:latin typeface="Times New Roman" panose="02020603050405020304" pitchFamily="18" charset="0"/>
                <a:ea typeface="Times New Roman" panose="02020603050405020304" pitchFamily="18" charset="0"/>
                <a:cs typeface="Times New Roman" panose="02020603050405020304" pitchFamily="18" charset="0"/>
              </a:rPr>
              <a:t>Additionally, this increase in temperature leads to an increase in basal metabolic temperature</a:t>
            </a:r>
            <a:endParaRPr dirty="0" sz="2800" lang="en-US">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048644" name="Slide Number Placeholder 6"/>
          <p:cNvSpPr>
            <a:spLocks noGrp="1"/>
          </p:cNvSpPr>
          <p:nvPr>
            <p:ph type="sldNum" sz="quarter" idx="12"/>
          </p:nvPr>
        </p:nvSpPr>
        <p:spPr/>
        <p:txBody>
          <a:bodyPr/>
          <a:p>
            <a:fld id="{4FAB73BC-B049-4115-A692-8D63A059BFB8}" type="slidenum">
              <a:rPr dirty="0" sz="1800" lang="en-US">
                <a:latin typeface="Times New Roman" panose="02020603050405020304" pitchFamily="18" charset="0"/>
                <a:cs typeface="Times New Roman" panose="02020603050405020304" pitchFamily="18" charset="0"/>
              </a:rPr>
              <a:t>6</a:t>
            </a:fld>
            <a:endParaRPr dirty="0" sz="1800" lang="en-US">
              <a:latin typeface="Times New Roman" panose="02020603050405020304" pitchFamily="18" charset="0"/>
              <a:cs typeface="Times New Roman" panose="02020603050405020304" pitchFamily="18" charset="0"/>
            </a:endParaRPr>
          </a:p>
        </p:txBody>
      </p:sp>
      <p:pic>
        <p:nvPicPr>
          <p:cNvPr id="2097153" name="Picture 7" descr="fish-discus-swimming-825x550"/>
          <p:cNvPicPr>
            <a:picLocks noChangeAspect="1"/>
          </p:cNvPicPr>
          <p:nvPr/>
        </p:nvPicPr>
        <p:blipFill>
          <a:blip xmlns:r="http://schemas.openxmlformats.org/officeDocument/2006/relationships" r:embed="rId1"/>
          <a:stretch>
            <a:fillRect/>
          </a:stretch>
        </p:blipFill>
        <p:spPr>
          <a:xfrm>
            <a:off x="0" y="3214370"/>
            <a:ext cx="4004310" cy="3643630"/>
          </a:xfrm>
          <a:prstGeom prst="rec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45" name="Rectangle 3"/>
          <p:cNvSpPr/>
          <p:nvPr/>
        </p:nvSpPr>
        <p:spPr>
          <a:xfrm>
            <a:off x="0" y="0"/>
            <a:ext cx="4003964" cy="6858000"/>
          </a:xfrm>
          <a:prstGeom prst="rect"/>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646" name="TextBox 2"/>
          <p:cNvSpPr txBox="1"/>
          <p:nvPr/>
        </p:nvSpPr>
        <p:spPr>
          <a:xfrm>
            <a:off x="636905" y="1034415"/>
            <a:ext cx="3009265" cy="953135"/>
          </a:xfrm>
          <a:prstGeom prst="rect"/>
          <a:no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txBody>
          <a:bodyPr rtlCol="0" wrap="square">
            <a:spAutoFit/>
          </a:bodyPr>
          <a:p>
            <a:r>
              <a:rPr dirty="0" sz="2800" lang="en-US">
                <a:solidFill>
                  <a:schemeClr val="bg1"/>
                </a:solidFill>
                <a:latin typeface="Times New Roman" panose="02020603050405020304" pitchFamily="18" charset="0"/>
                <a:cs typeface="Times New Roman" panose="02020603050405020304" pitchFamily="18" charset="0"/>
              </a:rPr>
              <a:t>EXAMPLES OF RETE MIRABILE </a:t>
            </a:r>
            <a:endParaRPr dirty="0" sz="2800" lang="en-US">
              <a:solidFill>
                <a:schemeClr val="bg1"/>
              </a:solidFill>
              <a:latin typeface="Times New Roman" panose="02020603050405020304" pitchFamily="18" charset="0"/>
              <a:cs typeface="Times New Roman" panose="02020603050405020304" pitchFamily="18" charset="0"/>
            </a:endParaRPr>
          </a:p>
        </p:txBody>
      </p:sp>
      <p:sp>
        <p:nvSpPr>
          <p:cNvPr id="1048647" name="TextBox 4"/>
          <p:cNvSpPr txBox="1"/>
          <p:nvPr/>
        </p:nvSpPr>
        <p:spPr>
          <a:xfrm>
            <a:off x="5417127" y="387927"/>
            <a:ext cx="2770911" cy="646331"/>
          </a:xfrm>
          <a:prstGeom prst="rect"/>
          <a:noFill/>
          <a:ln>
            <a:solidFill>
              <a:schemeClr val="tx1"/>
            </a:solidFill>
          </a:ln>
        </p:spPr>
        <p:txBody>
          <a:bodyPr rtlCol="0" wrap="square">
            <a:spAutoFit/>
          </a:bodyPr>
          <a:p>
            <a:r>
              <a:rPr dirty="0" sz="3600" lang="en-US">
                <a:latin typeface="Times New Roman" panose="02020603050405020304" pitchFamily="18" charset="0"/>
                <a:cs typeface="Times New Roman" panose="02020603050405020304" pitchFamily="18" charset="0"/>
              </a:rPr>
              <a:t>MAMMALS</a:t>
            </a:r>
            <a:endParaRPr dirty="0" sz="3600" lang="en-US">
              <a:latin typeface="Times New Roman" panose="02020603050405020304" pitchFamily="18" charset="0"/>
              <a:cs typeface="Times New Roman" panose="02020603050405020304" pitchFamily="18" charset="0"/>
            </a:endParaRPr>
          </a:p>
        </p:txBody>
      </p:sp>
      <p:sp>
        <p:nvSpPr>
          <p:cNvPr id="1048648" name="TextBox 5"/>
          <p:cNvSpPr txBox="1"/>
          <p:nvPr/>
        </p:nvSpPr>
        <p:spPr>
          <a:xfrm>
            <a:off x="4229101" y="1330038"/>
            <a:ext cx="7762007" cy="5958840"/>
          </a:xfrm>
          <a:prstGeom prst="rect"/>
          <a:noFill/>
          <a:ln>
            <a:solidFill>
              <a:schemeClr val="tx1"/>
            </a:solidFill>
          </a:ln>
        </p:spPr>
        <p:txBody>
          <a:bodyPr rtlCol="0" wrap="square">
            <a:spAutoFit/>
          </a:bodyPr>
          <a:p>
            <a:pPr indent="-457200" marL="457200">
              <a:buFont typeface="Arial" panose="020B0604020202020204" pitchFamily="34" charset="0"/>
              <a:buChar char="•"/>
            </a:pPr>
            <a:r>
              <a:rPr dirty="0" sz="2800" lang="en-US">
                <a:latin typeface="Times New Roman" panose="02020603050405020304" pitchFamily="18" charset="0"/>
                <a:ea typeface="Times New Roman" panose="02020603050405020304" pitchFamily="18" charset="0"/>
                <a:cs typeface="Times New Roman" panose="02020603050405020304" pitchFamily="18" charset="0"/>
              </a:rPr>
              <a:t>In mammals that burrow, dive or have arboreal lifestyles it helps in clinging with the limbs for lengthy periods. </a:t>
            </a:r>
            <a:endParaRPr dirty="0" sz="2800" lang="en-US">
              <a:latin typeface="Times New Roman" panose="02020603050405020304" pitchFamily="18" charset="0"/>
              <a:ea typeface="Times New Roman" panose="02020603050405020304" pitchFamily="18" charset="0"/>
              <a:cs typeface="Times New Roman" panose="02020603050405020304" pitchFamily="18" charset="0"/>
            </a:endParaRPr>
          </a:p>
          <a:p>
            <a:pPr indent="-457200" marL="457200">
              <a:buFont typeface="Arial" panose="020B0604020202020204" pitchFamily="34" charset="0"/>
              <a:buChar char="•"/>
            </a:pPr>
            <a:endParaRPr dirty="0" sz="2800" lang="en-US">
              <a:latin typeface="Times New Roman" panose="02020603050405020304" pitchFamily="18" charset="0"/>
              <a:ea typeface="Times New Roman" panose="02020603050405020304" pitchFamily="18" charset="0"/>
              <a:cs typeface="Times New Roman" panose="02020603050405020304" pitchFamily="18" charset="0"/>
            </a:endParaRPr>
          </a:p>
          <a:p>
            <a:pPr indent="-457200" marL="457200">
              <a:buFont typeface="Arial" panose="020B0604020202020204" pitchFamily="34" charset="0"/>
              <a:buChar char="•"/>
            </a:pPr>
            <a:r>
              <a:rPr dirty="0" sz="2800" lang="en-US">
                <a:latin typeface="Times New Roman" panose="02020603050405020304" pitchFamily="18" charset="0"/>
                <a:ea typeface="Times New Roman" panose="02020603050405020304" pitchFamily="18" charset="0"/>
                <a:cs typeface="Times New Roman" panose="02020603050405020304" pitchFamily="18" charset="0"/>
              </a:rPr>
              <a:t>In marine mammals, the rete mirabilis in their flippers helps to regulate blood flow and prevent heat loss when swimming in cold water.</a:t>
            </a:r>
            <a:endParaRPr dirty="0" sz="2800" lang="en-US">
              <a:latin typeface="Times New Roman" panose="02020603050405020304" pitchFamily="18" charset="0"/>
              <a:ea typeface="Times New Roman" panose="02020603050405020304" pitchFamily="18" charset="0"/>
              <a:cs typeface="Times New Roman" panose="02020603050405020304" pitchFamily="18" charset="0"/>
            </a:endParaRPr>
          </a:p>
          <a:p>
            <a:pPr indent="-457200" marL="457200">
              <a:buFont typeface="Arial" panose="020B0604020202020204" pitchFamily="34" charset="0"/>
              <a:buChar char="•"/>
            </a:pPr>
            <a:endParaRPr dirty="0" sz="2800" lang="en-US">
              <a:latin typeface="Times New Roman" panose="02020603050405020304" pitchFamily="18" charset="0"/>
              <a:ea typeface="Times New Roman" panose="02020603050405020304" pitchFamily="18" charset="0"/>
              <a:cs typeface="Times New Roman" panose="02020603050405020304" pitchFamily="18" charset="0"/>
            </a:endParaRPr>
          </a:p>
          <a:p>
            <a:pPr indent="-457200" marL="457200">
              <a:buFont typeface="Arial" panose="020B0604020202020204" pitchFamily="34" charset="0"/>
              <a:buChar char="•"/>
            </a:pPr>
            <a:r>
              <a:rPr dirty="0" sz="2800" lang="en-US">
                <a:latin typeface="Times New Roman" panose="02020603050405020304" pitchFamily="18" charset="0"/>
                <a:ea typeface="Times New Roman" panose="02020603050405020304" pitchFamily="18" charset="0"/>
                <a:cs typeface="Times New Roman" panose="02020603050405020304" pitchFamily="18" charset="0"/>
              </a:rPr>
              <a:t>In the neck of the dog, the rete mirabile protects the brain when the body overheats during hunting; the venous blood is cooled down by panting before entering the net.</a:t>
            </a:r>
            <a:endParaRPr dirty="0" sz="2800" lang="en-US">
              <a:latin typeface="Times New Roman" panose="02020603050405020304" pitchFamily="18" charset="0"/>
              <a:ea typeface="Times New Roman" panose="02020603050405020304" pitchFamily="18" charset="0"/>
              <a:cs typeface="Times New Roman" panose="02020603050405020304" pitchFamily="18" charset="0"/>
            </a:endParaRPr>
          </a:p>
          <a:p>
            <a:endParaRPr dirty="0" sz="2800" lang="en-US">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048649" name="Slide Number Placeholder 1"/>
          <p:cNvSpPr>
            <a:spLocks noGrp="1"/>
          </p:cNvSpPr>
          <p:nvPr>
            <p:ph type="sldNum" sz="quarter" idx="12"/>
          </p:nvPr>
        </p:nvSpPr>
        <p:spPr/>
        <p:txBody>
          <a:bodyPr/>
          <a:p>
            <a:fld id="{4FAB73BC-B049-4115-A692-8D63A059BFB8}" type="slidenum">
              <a:rPr dirty="0" sz="1800" lang="en-US">
                <a:latin typeface="Times New Roman" panose="02020603050405020304" pitchFamily="18" charset="0"/>
                <a:cs typeface="Times New Roman" panose="02020603050405020304" pitchFamily="18" charset="0"/>
              </a:rPr>
              <a:t>7</a:t>
            </a:fld>
            <a:endParaRPr dirty="0" sz="1800" lang="en-US">
              <a:latin typeface="Times New Roman" panose="02020603050405020304" pitchFamily="18" charset="0"/>
              <a:cs typeface="Times New Roman" panose="02020603050405020304" pitchFamily="18" charset="0"/>
            </a:endParaRPr>
          </a:p>
        </p:txBody>
      </p:sp>
      <p:pic>
        <p:nvPicPr>
          <p:cNvPr id="2097154" name="Picture 6" descr="PHOTO - seal rehabbed - 04262016 - marine mammals of maine - LANDSCAPE"/>
          <p:cNvPicPr>
            <a:picLocks noChangeAspect="1"/>
          </p:cNvPicPr>
          <p:nvPr/>
        </p:nvPicPr>
        <p:blipFill>
          <a:blip xmlns:r="http://schemas.openxmlformats.org/officeDocument/2006/relationships" r:embed="rId1"/>
          <a:stretch>
            <a:fillRect/>
          </a:stretch>
        </p:blipFill>
        <p:spPr>
          <a:xfrm>
            <a:off x="23495" y="3573780"/>
            <a:ext cx="3979545" cy="3269615"/>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50" name="Rectangle 3"/>
          <p:cNvSpPr/>
          <p:nvPr/>
        </p:nvSpPr>
        <p:spPr>
          <a:xfrm>
            <a:off x="0" y="0"/>
            <a:ext cx="4003964" cy="6858000"/>
          </a:xfrm>
          <a:prstGeom prst="rect"/>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651" name="TextBox 2"/>
          <p:cNvSpPr txBox="1"/>
          <p:nvPr/>
        </p:nvSpPr>
        <p:spPr>
          <a:xfrm>
            <a:off x="508635" y="996315"/>
            <a:ext cx="3157220" cy="953135"/>
          </a:xfrm>
          <a:prstGeom prst="rect"/>
          <a:no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txBody>
          <a:bodyPr rtlCol="0" wrap="square">
            <a:spAutoFit/>
          </a:bodyPr>
          <a:p>
            <a:r>
              <a:rPr dirty="0" sz="2800" lang="en-US">
                <a:solidFill>
                  <a:schemeClr val="bg1"/>
                </a:solidFill>
                <a:latin typeface="Times New Roman" panose="02020603050405020304" pitchFamily="18" charset="0"/>
                <a:cs typeface="Times New Roman" panose="02020603050405020304" pitchFamily="18" charset="0"/>
              </a:rPr>
              <a:t>EXAMPLES OF RETE MIRABILE </a:t>
            </a:r>
            <a:endParaRPr dirty="0" sz="2800" lang="en-US">
              <a:solidFill>
                <a:schemeClr val="bg1"/>
              </a:solidFill>
              <a:latin typeface="Times New Roman" panose="02020603050405020304" pitchFamily="18" charset="0"/>
              <a:cs typeface="Times New Roman" panose="02020603050405020304" pitchFamily="18" charset="0"/>
            </a:endParaRPr>
          </a:p>
        </p:txBody>
      </p:sp>
      <p:sp>
        <p:nvSpPr>
          <p:cNvPr id="1048652" name="TextBox 4"/>
          <p:cNvSpPr txBox="1"/>
          <p:nvPr/>
        </p:nvSpPr>
        <p:spPr>
          <a:xfrm>
            <a:off x="7055485" y="595630"/>
            <a:ext cx="1767205" cy="645160"/>
          </a:xfrm>
          <a:prstGeom prst="rect"/>
          <a:noFill/>
          <a:ln>
            <a:solidFill>
              <a:schemeClr val="tx1"/>
            </a:solidFill>
          </a:ln>
        </p:spPr>
        <p:txBody>
          <a:bodyPr rtlCol="0" wrap="square">
            <a:spAutoFit/>
          </a:bodyPr>
          <a:p>
            <a:r>
              <a:rPr dirty="0" sz="3600" lang="en-US">
                <a:latin typeface="Times New Roman" panose="02020603050405020304" pitchFamily="18" charset="0"/>
                <a:cs typeface="Times New Roman" panose="02020603050405020304" pitchFamily="18" charset="0"/>
              </a:rPr>
              <a:t>BATS</a:t>
            </a:r>
            <a:endParaRPr dirty="0" sz="3600" lang="en-US">
              <a:latin typeface="Times New Roman" panose="02020603050405020304" pitchFamily="18" charset="0"/>
              <a:cs typeface="Times New Roman" panose="02020603050405020304" pitchFamily="18" charset="0"/>
            </a:endParaRPr>
          </a:p>
        </p:txBody>
      </p:sp>
      <p:sp>
        <p:nvSpPr>
          <p:cNvPr id="1048653" name="TextBox 5"/>
          <p:cNvSpPr txBox="1"/>
          <p:nvPr/>
        </p:nvSpPr>
        <p:spPr>
          <a:xfrm>
            <a:off x="4405746" y="1648691"/>
            <a:ext cx="7315199" cy="1539240"/>
          </a:xfrm>
          <a:prstGeom prst="rect"/>
          <a:noFill/>
          <a:ln>
            <a:solidFill>
              <a:schemeClr val="tx1"/>
            </a:solidFill>
          </a:ln>
        </p:spPr>
        <p:txBody>
          <a:bodyPr rtlCol="0" wrap="square">
            <a:spAutoFit/>
          </a:bodyPr>
          <a:p>
            <a:pPr indent="-285750" marL="285750">
              <a:buFont typeface="Arial" panose="020B0604020202020204" pitchFamily="34" charset="0"/>
              <a:buChar char="•"/>
            </a:pPr>
            <a:r>
              <a:rPr dirty="0" sz="3200" lang="en-US">
                <a:effectLst/>
                <a:latin typeface="Times New Roman" panose="02020603050405020304" pitchFamily="18" charset="0"/>
                <a:ea typeface="Times New Roman" panose="02020603050405020304" pitchFamily="18" charset="0"/>
                <a:cs typeface="Times New Roman" panose="02020603050405020304" pitchFamily="18" charset="0"/>
              </a:rPr>
              <a:t>Rete mirabilis in their wings helps to regulate blood flow and maintain body temperature during flight.</a:t>
            </a:r>
            <a:endParaRPr dirty="0" sz="3200" lang="en-US">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048654" name="Slide Number Placeholder 1"/>
          <p:cNvSpPr>
            <a:spLocks noGrp="1"/>
          </p:cNvSpPr>
          <p:nvPr>
            <p:ph type="sldNum" sz="quarter" idx="12"/>
          </p:nvPr>
        </p:nvSpPr>
        <p:spPr>
          <a:xfrm>
            <a:off x="10774497" y="6392374"/>
            <a:ext cx="946264" cy="365125"/>
          </a:xfrm>
        </p:spPr>
        <p:txBody>
          <a:bodyPr/>
          <a:p>
            <a:fld id="{4FAB73BC-B049-4115-A692-8D63A059BFB8}" type="slidenum">
              <a:rPr dirty="0" sz="1800" lang="en-US">
                <a:latin typeface="Times New Roman" panose="02020603050405020304" pitchFamily="18" charset="0"/>
                <a:cs typeface="Times New Roman" panose="02020603050405020304" pitchFamily="18" charset="0"/>
              </a:rPr>
              <a:t>8</a:t>
            </a:fld>
            <a:endParaRPr dirty="0" sz="1800" lang="en-US">
              <a:latin typeface="Times New Roman" panose="02020603050405020304" pitchFamily="18" charset="0"/>
              <a:cs typeface="Times New Roman" panose="02020603050405020304" pitchFamily="18" charset="0"/>
            </a:endParaRPr>
          </a:p>
        </p:txBody>
      </p:sp>
      <p:pic>
        <p:nvPicPr>
          <p:cNvPr id="2097155" name="Picture 6" descr="Malayan-flying-fox-Andrea-Janda-1920"/>
          <p:cNvPicPr>
            <a:picLocks noChangeAspect="1"/>
          </p:cNvPicPr>
          <p:nvPr/>
        </p:nvPicPr>
        <p:blipFill>
          <a:blip xmlns:r="http://schemas.openxmlformats.org/officeDocument/2006/relationships" r:embed="rId1"/>
          <a:stretch>
            <a:fillRect/>
          </a:stretch>
        </p:blipFill>
        <p:spPr>
          <a:xfrm>
            <a:off x="0" y="3831590"/>
            <a:ext cx="4004310" cy="3026410"/>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55" name="Rectangle 3"/>
          <p:cNvSpPr/>
          <p:nvPr/>
        </p:nvSpPr>
        <p:spPr>
          <a:xfrm>
            <a:off x="-14605" y="0"/>
            <a:ext cx="4003964" cy="6858000"/>
          </a:xfrm>
          <a:prstGeom prst="rect"/>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656" name="TextBox 2"/>
          <p:cNvSpPr txBox="1"/>
          <p:nvPr/>
        </p:nvSpPr>
        <p:spPr>
          <a:xfrm>
            <a:off x="502285" y="925195"/>
            <a:ext cx="3144520" cy="953135"/>
          </a:xfrm>
          <a:prstGeom prst="rect"/>
          <a:no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txBody>
          <a:bodyPr rtlCol="0" wrap="square">
            <a:spAutoFit/>
          </a:bodyPr>
          <a:p>
            <a:r>
              <a:rPr dirty="0" sz="2800" lang="en-US">
                <a:solidFill>
                  <a:schemeClr val="bg1"/>
                </a:solidFill>
                <a:latin typeface="Times New Roman" panose="02020603050405020304" pitchFamily="18" charset="0"/>
                <a:cs typeface="Times New Roman" panose="02020603050405020304" pitchFamily="18" charset="0"/>
              </a:rPr>
              <a:t>EXAMPLES OF RETE MIRABILE </a:t>
            </a:r>
            <a:endParaRPr dirty="0" sz="2800" lang="en-US">
              <a:solidFill>
                <a:schemeClr val="bg1"/>
              </a:solidFill>
              <a:latin typeface="Times New Roman" panose="02020603050405020304" pitchFamily="18" charset="0"/>
              <a:cs typeface="Times New Roman" panose="02020603050405020304" pitchFamily="18" charset="0"/>
            </a:endParaRPr>
          </a:p>
        </p:txBody>
      </p:sp>
      <p:sp>
        <p:nvSpPr>
          <p:cNvPr id="1048657" name="TextBox 4"/>
          <p:cNvSpPr txBox="1"/>
          <p:nvPr/>
        </p:nvSpPr>
        <p:spPr>
          <a:xfrm>
            <a:off x="6055392" y="608965"/>
            <a:ext cx="3251492" cy="624840"/>
          </a:xfrm>
          <a:prstGeom prst="rect"/>
          <a:noFill/>
          <a:ln>
            <a:solidFill>
              <a:schemeClr val="tx1"/>
            </a:solidFill>
          </a:ln>
        </p:spPr>
        <p:txBody>
          <a:bodyPr rtlCol="0" wrap="square">
            <a:spAutoFit/>
          </a:bodyPr>
          <a:p>
            <a:r>
              <a:rPr altLang="en-GB" dirty="0" sz="3600" lang="en-US">
                <a:latin typeface="Times New Roman" panose="02020603050405020304" pitchFamily="18" charset="0"/>
                <a:cs typeface="Times New Roman" panose="02020603050405020304" pitchFamily="18" charset="0"/>
              </a:rPr>
              <a:t>H</a:t>
            </a:r>
            <a:r>
              <a:rPr altLang="en-GB" dirty="0" sz="3600" lang="en-US">
                <a:latin typeface="Times New Roman" panose="02020603050405020304" pitchFamily="18" charset="0"/>
                <a:cs typeface="Times New Roman" panose="02020603050405020304" pitchFamily="18" charset="0"/>
              </a:rPr>
              <a:t>u</a:t>
            </a:r>
            <a:r>
              <a:rPr altLang="en-GB" dirty="0" sz="3600" lang="en-US">
                <a:latin typeface="Times New Roman" panose="02020603050405020304" pitchFamily="18" charset="0"/>
                <a:cs typeface="Times New Roman" panose="02020603050405020304" pitchFamily="18" charset="0"/>
              </a:rPr>
              <a:t>m</a:t>
            </a:r>
            <a:r>
              <a:rPr altLang="en-GB" dirty="0" sz="3600" lang="en-US">
                <a:latin typeface="Times New Roman" panose="02020603050405020304" pitchFamily="18" charset="0"/>
                <a:cs typeface="Times New Roman" panose="02020603050405020304" pitchFamily="18" charset="0"/>
              </a:rPr>
              <a:t>a</a:t>
            </a:r>
            <a:r>
              <a:rPr altLang="en-GB" dirty="0" sz="3600" lang="en-US">
                <a:latin typeface="Times New Roman" panose="02020603050405020304" pitchFamily="18" charset="0"/>
                <a:cs typeface="Times New Roman" panose="02020603050405020304" pitchFamily="18" charset="0"/>
              </a:rPr>
              <a:t>n</a:t>
            </a:r>
            <a:r>
              <a:rPr altLang="en-GB" dirty="0" sz="3600" lang="en-US">
                <a:latin typeface="Times New Roman" panose="02020603050405020304" pitchFamily="18" charset="0"/>
                <a:cs typeface="Times New Roman" panose="02020603050405020304" pitchFamily="18" charset="0"/>
              </a:rPr>
              <a:t> </a:t>
            </a:r>
            <a:r>
              <a:rPr dirty="0" sz="3600" lang="en-US">
                <a:latin typeface="Times New Roman" panose="02020603050405020304" pitchFamily="18" charset="0"/>
                <a:cs typeface="Times New Roman" panose="02020603050405020304" pitchFamily="18" charset="0"/>
              </a:rPr>
              <a:t>kidney</a:t>
            </a:r>
            <a:endParaRPr dirty="0" sz="3600" lang="en-US">
              <a:latin typeface="Times New Roman" panose="02020603050405020304" pitchFamily="18" charset="0"/>
              <a:cs typeface="Times New Roman" panose="02020603050405020304" pitchFamily="18" charset="0"/>
            </a:endParaRPr>
          </a:p>
        </p:txBody>
      </p:sp>
      <p:sp>
        <p:nvSpPr>
          <p:cNvPr id="1048658" name="TextBox 5"/>
          <p:cNvSpPr txBox="1"/>
          <p:nvPr/>
        </p:nvSpPr>
        <p:spPr>
          <a:xfrm>
            <a:off x="4484512" y="2814551"/>
            <a:ext cx="7315199" cy="1767840"/>
          </a:xfrm>
          <a:prstGeom prst="rect"/>
          <a:noFill/>
          <a:ln>
            <a:solidFill>
              <a:schemeClr val="tx1"/>
            </a:solidFill>
          </a:ln>
        </p:spPr>
        <p:txBody>
          <a:bodyPr rtlCol="0" wrap="square">
            <a:spAutoFit/>
          </a:bodyPr>
          <a:p>
            <a:pPr indent="-285750" marL="285750">
              <a:buFont typeface="Arial" panose="020B0604020202020204" pitchFamily="34" charset="0"/>
              <a:buChar char="•"/>
            </a:pPr>
            <a:r>
              <a:rPr dirty="0" sz="2800" lang="en-US">
                <a:effectLst/>
                <a:latin typeface="Times New Roman" panose="02020603050405020304" pitchFamily="18" charset="0"/>
                <a:ea typeface="Times New Roman" panose="02020603050405020304" pitchFamily="18" charset="0"/>
                <a:cs typeface="Times New Roman" panose="02020603050405020304" pitchFamily="18" charset="0"/>
              </a:rPr>
              <a:t>Rete mirabilis in its medulla  helps to maintain a concentration gradient between the blood and urine, which is important for the production of concentrated urine.</a:t>
            </a:r>
            <a:endParaRPr dirty="0" sz="2800" lang="en-US">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048659" name="Slide Number Placeholder 1"/>
          <p:cNvSpPr>
            <a:spLocks noGrp="1"/>
          </p:cNvSpPr>
          <p:nvPr>
            <p:ph type="sldNum" sz="quarter" idx="12"/>
          </p:nvPr>
        </p:nvSpPr>
        <p:spPr/>
        <p:txBody>
          <a:bodyPr/>
          <a:p>
            <a:fld id="{4FAB73BC-B049-4115-A692-8D63A059BFB8}" type="slidenum">
              <a:rPr dirty="0" sz="1800" lang="en-US">
                <a:latin typeface="Times New Roman" panose="02020603050405020304" pitchFamily="18" charset="0"/>
                <a:cs typeface="Times New Roman" panose="02020603050405020304" pitchFamily="18" charset="0"/>
              </a:rPr>
              <a:t>9</a:t>
            </a:fld>
            <a:endParaRPr dirty="0" sz="1800" lang="en-US">
              <a:latin typeface="Times New Roman" panose="02020603050405020304" pitchFamily="18" charset="0"/>
              <a:cs typeface="Times New Roman" panose="02020603050405020304" pitchFamily="18" charset="0"/>
            </a:endParaRPr>
          </a:p>
        </p:txBody>
      </p:sp>
      <p:pic>
        <p:nvPicPr>
          <p:cNvPr id="2097156" name="Picture 7" descr="kidney-stock"/>
          <p:cNvPicPr>
            <a:picLocks noChangeAspect="1"/>
          </p:cNvPicPr>
          <p:nvPr/>
        </p:nvPicPr>
        <p:blipFill>
          <a:blip xmlns:r="http://schemas.openxmlformats.org/officeDocument/2006/relationships" r:embed="rId1"/>
          <a:stretch>
            <a:fillRect/>
          </a:stretch>
        </p:blipFill>
        <p:spPr>
          <a:xfrm>
            <a:off x="0" y="3462655"/>
            <a:ext cx="4003675" cy="3395345"/>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14" name="Title 1"/>
          <p:cNvSpPr>
            <a:spLocks noGrp="1"/>
          </p:cNvSpPr>
          <p:nvPr>
            <p:ph type="title"/>
          </p:nvPr>
        </p:nvSpPr>
        <p:spPr/>
        <p:txBody>
          <a:bodyPr/>
          <a:p>
            <a:r>
              <a:rPr dirty="0" lang="en-US">
                <a:latin typeface="Times New Roman" panose="02020603050405020304" pitchFamily="18" charset="0"/>
                <a:cs typeface="Times New Roman" panose="02020603050405020304" pitchFamily="18" charset="0"/>
              </a:rPr>
              <a:t>Countercurrent mechanisms</a:t>
            </a:r>
            <a:endParaRPr dirty="0" lang="en-US">
              <a:latin typeface="Times New Roman" panose="02020603050405020304" pitchFamily="18" charset="0"/>
              <a:cs typeface="Times New Roman" panose="02020603050405020304" pitchFamily="18" charset="0"/>
            </a:endParaRPr>
          </a:p>
        </p:txBody>
      </p:sp>
      <p:sp>
        <p:nvSpPr>
          <p:cNvPr id="1048615" name="Content Placeholder 2"/>
          <p:cNvSpPr>
            <a:spLocks noGrp="1"/>
          </p:cNvSpPr>
          <p:nvPr>
            <p:ph idx="1"/>
          </p:nvPr>
        </p:nvSpPr>
        <p:spPr/>
        <p:txBody>
          <a:bodyPr>
            <a:normAutofit/>
          </a:bodyPr>
          <a:p>
            <a:r>
              <a:rPr dirty="0" sz="2800" lang="en-US">
                <a:latin typeface="Times New Roman" panose="02020603050405020304" pitchFamily="18" charset="0"/>
                <a:cs typeface="Times New Roman" panose="02020603050405020304" pitchFamily="18" charset="0"/>
              </a:rPr>
              <a:t>These are biological processes that involve the flow of substances such as ions, gases or liquids in opposite directions. </a:t>
            </a:r>
            <a:endParaRPr dirty="0" sz="2800" lang="en-US">
              <a:latin typeface="Times New Roman" panose="02020603050405020304" pitchFamily="18" charset="0"/>
              <a:cs typeface="Times New Roman" panose="02020603050405020304" pitchFamily="18" charset="0"/>
            </a:endParaRPr>
          </a:p>
          <a:p>
            <a:endParaRPr dirty="0" sz="2800" lang="en-US">
              <a:latin typeface="Times New Roman" panose="02020603050405020304" pitchFamily="18" charset="0"/>
              <a:cs typeface="Times New Roman" panose="02020603050405020304" pitchFamily="18" charset="0"/>
            </a:endParaRPr>
          </a:p>
          <a:p>
            <a:r>
              <a:rPr dirty="0" sz="2800" lang="en-US">
                <a:latin typeface="Times New Roman" panose="02020603050405020304" pitchFamily="18" charset="0"/>
                <a:cs typeface="Times New Roman" panose="02020603050405020304" pitchFamily="18" charset="0"/>
              </a:rPr>
              <a:t>It occurs widely in nature, especially in mammalian organs.</a:t>
            </a:r>
            <a:endParaRPr dirty="0" sz="2800" lang="en-US">
              <a:latin typeface="Times New Roman" panose="02020603050405020304" pitchFamily="18" charset="0"/>
              <a:cs typeface="Times New Roman" panose="02020603050405020304" pitchFamily="18" charset="0"/>
            </a:endParaRPr>
          </a:p>
        </p:txBody>
      </p:sp>
      <p:sp>
        <p:nvSpPr>
          <p:cNvPr id="1048616" name="Slide Number Placeholder 3"/>
          <p:cNvSpPr>
            <a:spLocks noGrp="1"/>
          </p:cNvSpPr>
          <p:nvPr>
            <p:ph type="sldNum" sz="quarter" idx="12"/>
          </p:nvPr>
        </p:nvSpPr>
        <p:spPr/>
        <p:txBody>
          <a:bodyPr/>
          <a:p>
            <a:fld id="{4FAB73BC-B049-4115-A692-8D63A059BFB8}" type="slidenum">
              <a:rPr dirty="0" sz="1800" lang="en-US">
                <a:latin typeface="Times New Roman" panose="02020603050405020304" pitchFamily="18" charset="0"/>
                <a:cs typeface="Times New Roman" panose="02020603050405020304" pitchFamily="18" charset="0"/>
              </a:rPr>
              <a:t>10</a:t>
            </a:fld>
            <a:endParaRPr dirty="0" sz="18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06" name="Rectangle 3"/>
          <p:cNvSpPr/>
          <p:nvPr/>
        </p:nvSpPr>
        <p:spPr>
          <a:xfrm>
            <a:off x="0" y="0"/>
            <a:ext cx="4003964" cy="6858000"/>
          </a:xfrm>
          <a:prstGeom prst="rect"/>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607" name="TextBox 2"/>
          <p:cNvSpPr txBox="1"/>
          <p:nvPr/>
        </p:nvSpPr>
        <p:spPr>
          <a:xfrm>
            <a:off x="200891" y="2474893"/>
            <a:ext cx="4003964" cy="1348740"/>
          </a:xfrm>
          <a:prstGeom prst="rect"/>
          <a:no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txBody>
          <a:bodyPr rtlCol="0" wrap="square">
            <a:spAutoFit/>
          </a:bodyPr>
          <a:p>
            <a:r>
              <a:rPr dirty="0" sz="2800" lang="en-US">
                <a:solidFill>
                  <a:schemeClr val="bg1"/>
                </a:solidFill>
                <a:latin typeface="Times New Roman" panose="02020603050405020304" pitchFamily="18" charset="0"/>
                <a:cs typeface="Times New Roman" panose="02020603050405020304" pitchFamily="18" charset="0"/>
              </a:rPr>
              <a:t>EXAMPLES OF  COUNTERCURRENT MECHANISMS</a:t>
            </a:r>
            <a:endParaRPr dirty="0" sz="2800" lang="en-US">
              <a:solidFill>
                <a:schemeClr val="bg1"/>
              </a:solidFill>
              <a:latin typeface="Times New Roman" panose="02020603050405020304" pitchFamily="18" charset="0"/>
              <a:cs typeface="Times New Roman" panose="02020603050405020304" pitchFamily="18" charset="0"/>
            </a:endParaRPr>
          </a:p>
        </p:txBody>
      </p:sp>
      <p:sp>
        <p:nvSpPr>
          <p:cNvPr id="1048608" name="TextBox 4"/>
          <p:cNvSpPr txBox="1"/>
          <p:nvPr/>
        </p:nvSpPr>
        <p:spPr>
          <a:xfrm>
            <a:off x="4734560" y="833120"/>
            <a:ext cx="6755765" cy="583565"/>
          </a:xfrm>
          <a:prstGeom prst="rect"/>
          <a:noFill/>
          <a:ln>
            <a:solidFill>
              <a:schemeClr val="tx1"/>
            </a:solidFill>
          </a:ln>
        </p:spPr>
        <p:txBody>
          <a:bodyPr rtlCol="0" wrap="square">
            <a:spAutoFit/>
          </a:bodyPr>
          <a:p>
            <a:r>
              <a:rPr dirty="0" sz="3200" lang="en-US">
                <a:effectLst/>
                <a:latin typeface="Times New Roman" panose="02020603050405020304" pitchFamily="18" charset="0"/>
                <a:ea typeface="Times New Roman" panose="02020603050405020304" pitchFamily="18" charset="0"/>
              </a:rPr>
              <a:t>GAS EXCHANGE IN BIRD LUNG</a:t>
            </a:r>
            <a:endParaRPr dirty="0" sz="3200" lang="en-US">
              <a:latin typeface="Times New Roman" panose="02020603050405020304" pitchFamily="18" charset="0"/>
              <a:cs typeface="Times New Roman" panose="02020603050405020304" pitchFamily="18" charset="0"/>
            </a:endParaRPr>
          </a:p>
        </p:txBody>
      </p:sp>
      <p:sp>
        <p:nvSpPr>
          <p:cNvPr id="1048609" name="TextBox 5"/>
          <p:cNvSpPr txBox="1"/>
          <p:nvPr/>
        </p:nvSpPr>
        <p:spPr>
          <a:xfrm>
            <a:off x="4329547" y="2305615"/>
            <a:ext cx="7315199" cy="2186940"/>
          </a:xfrm>
          <a:prstGeom prst="rect"/>
          <a:noFill/>
          <a:ln>
            <a:solidFill>
              <a:schemeClr val="tx1"/>
            </a:solidFill>
          </a:ln>
        </p:spPr>
        <p:txBody>
          <a:bodyPr rtlCol="0" wrap="square">
            <a:spAutoFit/>
          </a:bodyPr>
          <a:p>
            <a:pPr indent="-285750" marL="285750">
              <a:buFont typeface="Arial" panose="020B0604020202020204" pitchFamily="34" charset="0"/>
              <a:buChar char="•"/>
            </a:pPr>
            <a:r>
              <a:rPr dirty="0" sz="2800" lang="en-US">
                <a:effectLst/>
                <a:latin typeface="Times New Roman" panose="02020603050405020304" pitchFamily="18" charset="0"/>
                <a:ea typeface="Times New Roman" panose="02020603050405020304" pitchFamily="18" charset="0"/>
                <a:cs typeface="Times New Roman" panose="02020603050405020304" pitchFamily="18" charset="0"/>
              </a:rPr>
              <a:t>Air sacs and unidirectional airflow in a bird's respiratory system combine to provide a countercurrent gas exchange mechanism that maximizes oxygen uptake and carbon dioxide elimination.</a:t>
            </a:r>
            <a:endParaRPr dirty="0" sz="2800" lang="en-US">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048610" name="Slide Number Placeholder 1"/>
          <p:cNvSpPr>
            <a:spLocks noGrp="1"/>
          </p:cNvSpPr>
          <p:nvPr>
            <p:ph type="sldNum" sz="quarter" idx="12"/>
          </p:nvPr>
        </p:nvSpPr>
        <p:spPr/>
        <p:txBody>
          <a:bodyPr/>
          <a:p>
            <a:fld id="{4FAB73BC-B049-4115-A692-8D63A059BFB8}" type="slidenum">
              <a:rPr dirty="0" sz="1800" lang="en-US">
                <a:latin typeface="Times New Roman" panose="02020603050405020304" pitchFamily="18" charset="0"/>
                <a:cs typeface="Times New Roman" panose="02020603050405020304" pitchFamily="18" charset="0"/>
              </a:rPr>
              <a:t>11</a:t>
            </a:fld>
            <a:endParaRPr dirty="0" sz="18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598" name="Rectangle 3"/>
          <p:cNvSpPr/>
          <p:nvPr/>
        </p:nvSpPr>
        <p:spPr>
          <a:xfrm>
            <a:off x="0" y="0"/>
            <a:ext cx="4003964" cy="6858000"/>
          </a:xfrm>
          <a:prstGeom prst="rect"/>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599" name="TextBox 2"/>
          <p:cNvSpPr txBox="1"/>
          <p:nvPr/>
        </p:nvSpPr>
        <p:spPr>
          <a:xfrm>
            <a:off x="200891" y="2474893"/>
            <a:ext cx="4003964" cy="1348740"/>
          </a:xfrm>
          <a:prstGeom prst="rect"/>
          <a:no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txBody>
          <a:bodyPr rtlCol="0" wrap="square">
            <a:spAutoFit/>
          </a:bodyPr>
          <a:p>
            <a:r>
              <a:rPr dirty="0" sz="2800" lang="en-US">
                <a:solidFill>
                  <a:schemeClr val="bg1"/>
                </a:solidFill>
                <a:latin typeface="Times New Roman" panose="02020603050405020304" pitchFamily="18" charset="0"/>
                <a:cs typeface="Times New Roman" panose="02020603050405020304" pitchFamily="18" charset="0"/>
              </a:rPr>
              <a:t>EXAMPLES OF  COUNTERCURRENT MECHANISMS</a:t>
            </a:r>
            <a:endParaRPr dirty="0" sz="2800" lang="en-US">
              <a:solidFill>
                <a:schemeClr val="bg1"/>
              </a:solidFill>
              <a:latin typeface="Times New Roman" panose="02020603050405020304" pitchFamily="18" charset="0"/>
              <a:cs typeface="Times New Roman" panose="02020603050405020304" pitchFamily="18" charset="0"/>
            </a:endParaRPr>
          </a:p>
        </p:txBody>
      </p:sp>
      <p:sp>
        <p:nvSpPr>
          <p:cNvPr id="1048600" name="TextBox 4"/>
          <p:cNvSpPr txBox="1"/>
          <p:nvPr/>
        </p:nvSpPr>
        <p:spPr>
          <a:xfrm>
            <a:off x="4987925" y="595630"/>
            <a:ext cx="6107430" cy="583565"/>
          </a:xfrm>
          <a:prstGeom prst="rect"/>
          <a:noFill/>
          <a:ln>
            <a:solidFill>
              <a:schemeClr val="tx1"/>
            </a:solidFill>
          </a:ln>
        </p:spPr>
        <p:txBody>
          <a:bodyPr rtlCol="0" wrap="square">
            <a:spAutoFit/>
          </a:bodyPr>
          <a:p>
            <a:r>
              <a:rPr dirty="0" sz="3200" lang="en-US">
                <a:latin typeface="Times New Roman" panose="02020603050405020304" pitchFamily="18" charset="0"/>
                <a:cs typeface="Times New Roman" panose="02020603050405020304" pitchFamily="18" charset="0"/>
              </a:rPr>
              <a:t>EXCHANGE IN FISH GILLS</a:t>
            </a:r>
            <a:endParaRPr dirty="0" sz="3200" lang="en-US">
              <a:latin typeface="Times New Roman" panose="02020603050405020304" pitchFamily="18" charset="0"/>
              <a:cs typeface="Times New Roman" panose="02020603050405020304" pitchFamily="18" charset="0"/>
            </a:endParaRPr>
          </a:p>
        </p:txBody>
      </p:sp>
      <p:sp>
        <p:nvSpPr>
          <p:cNvPr id="1048601" name="TextBox 5"/>
          <p:cNvSpPr txBox="1"/>
          <p:nvPr/>
        </p:nvSpPr>
        <p:spPr>
          <a:xfrm>
            <a:off x="4329547" y="1874728"/>
            <a:ext cx="7315199" cy="4701540"/>
          </a:xfrm>
          <a:prstGeom prst="rect"/>
          <a:noFill/>
          <a:ln>
            <a:solidFill>
              <a:schemeClr val="tx1"/>
            </a:solidFill>
          </a:ln>
        </p:spPr>
        <p:txBody>
          <a:bodyPr rtlCol="0" wrap="square">
            <a:spAutoFit/>
          </a:bodyPr>
          <a:p>
            <a:pPr indent="-285750" marL="285750">
              <a:buFont typeface="Arial" panose="020B0604020202020204" pitchFamily="34" charset="0"/>
              <a:buChar char="•"/>
            </a:pPr>
            <a:r>
              <a:rPr dirty="0" sz="2800" lang="en-US">
                <a:effectLst/>
                <a:latin typeface="Times New Roman" panose="02020603050405020304" pitchFamily="18" charset="0"/>
                <a:ea typeface="Times New Roman" panose="02020603050405020304" pitchFamily="18" charset="0"/>
                <a:cs typeface="Times New Roman" panose="02020603050405020304" pitchFamily="18" charset="0"/>
              </a:rPr>
              <a:t>Facilitates efficient oxygen uptake and carbon dioxide elimination. </a:t>
            </a:r>
            <a:endParaRPr dirty="0" sz="2800" lang="en-US">
              <a:effectLst/>
              <a:latin typeface="Times New Roman" panose="02020603050405020304" pitchFamily="18" charset="0"/>
              <a:ea typeface="Times New Roman" panose="02020603050405020304" pitchFamily="18" charset="0"/>
              <a:cs typeface="Times New Roman" panose="02020603050405020304" pitchFamily="18" charset="0"/>
            </a:endParaRPr>
          </a:p>
          <a:p>
            <a:pPr indent="-285750" marL="285750">
              <a:buFont typeface="Arial" panose="020B0604020202020204" pitchFamily="34" charset="0"/>
              <a:buChar char="•"/>
            </a:pPr>
            <a:endParaRPr dirty="0" sz="2800" lang="en-US">
              <a:latin typeface="Times New Roman" panose="02020603050405020304" pitchFamily="18" charset="0"/>
              <a:ea typeface="Times New Roman" panose="02020603050405020304" pitchFamily="18" charset="0"/>
              <a:cs typeface="Times New Roman" panose="02020603050405020304" pitchFamily="18" charset="0"/>
            </a:endParaRPr>
          </a:p>
          <a:p>
            <a:pPr indent="-285750" marL="285750">
              <a:buFont typeface="Arial" panose="020B0604020202020204" pitchFamily="34" charset="0"/>
              <a:buChar char="•"/>
            </a:pPr>
            <a:r>
              <a:rPr dirty="0" sz="2800" lang="en-US">
                <a:effectLst/>
                <a:latin typeface="Times New Roman" panose="02020603050405020304" pitchFamily="18" charset="0"/>
                <a:ea typeface="Times New Roman" panose="02020603050405020304" pitchFamily="18" charset="0"/>
                <a:cs typeface="Times New Roman" panose="02020603050405020304" pitchFamily="18" charset="0"/>
              </a:rPr>
              <a:t>Water flows over the gills in one direction, while blood flows through the gill capillaries in the opposite direction.</a:t>
            </a:r>
            <a:endParaRPr dirty="0" sz="2800" lang="en-US">
              <a:effectLst/>
              <a:latin typeface="Times New Roman" panose="02020603050405020304" pitchFamily="18" charset="0"/>
              <a:ea typeface="Times New Roman" panose="02020603050405020304" pitchFamily="18" charset="0"/>
              <a:cs typeface="Times New Roman" panose="02020603050405020304" pitchFamily="18" charset="0"/>
            </a:endParaRPr>
          </a:p>
          <a:p>
            <a:pPr indent="-285750" marL="285750">
              <a:buFont typeface="Arial" panose="020B0604020202020204" pitchFamily="34" charset="0"/>
              <a:buChar char="•"/>
            </a:pPr>
            <a:endParaRPr dirty="0" sz="2800" lang="en-US">
              <a:latin typeface="Times New Roman" panose="02020603050405020304" pitchFamily="18" charset="0"/>
              <a:ea typeface="Times New Roman" panose="02020603050405020304" pitchFamily="18" charset="0"/>
              <a:cs typeface="Times New Roman" panose="02020603050405020304" pitchFamily="18" charset="0"/>
            </a:endParaRPr>
          </a:p>
          <a:p>
            <a:pPr indent="-285750" marL="285750">
              <a:buFont typeface="Arial" panose="020B0604020202020204" pitchFamily="34" charset="0"/>
              <a:buChar char="•"/>
            </a:pPr>
            <a:r>
              <a:rPr dirty="0" sz="2800" lang="en-US">
                <a:effectLst/>
                <a:latin typeface="Times New Roman" panose="02020603050405020304" pitchFamily="18" charset="0"/>
                <a:ea typeface="Times New Roman" panose="02020603050405020304" pitchFamily="18" charset="0"/>
                <a:cs typeface="Times New Roman" panose="02020603050405020304" pitchFamily="18" charset="0"/>
              </a:rPr>
              <a:t> This allows for a concentration gradient of oxygen and carbon dioxide between the water and the blood, maximizing gas exchange.</a:t>
            </a:r>
            <a:endParaRPr dirty="0" sz="2800" lang="en-US">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048602" name="Slide Number Placeholder 1"/>
          <p:cNvSpPr>
            <a:spLocks noGrp="1"/>
          </p:cNvSpPr>
          <p:nvPr>
            <p:ph type="sldNum" sz="quarter" idx="12"/>
          </p:nvPr>
        </p:nvSpPr>
        <p:spPr/>
        <p:txBody>
          <a:bodyPr/>
          <a:p>
            <a:fld id="{4FAB73BC-B049-4115-A692-8D63A059BFB8}" type="slidenum">
              <a:rPr dirty="0" sz="1800" lang="en-US">
                <a:latin typeface="Times New Roman" panose="02020603050405020304" pitchFamily="18" charset="0"/>
                <a:cs typeface="Times New Roman" panose="02020603050405020304" pitchFamily="18" charset="0"/>
              </a:rPr>
              <a:t>12</a:t>
            </a:fld>
            <a:endParaRPr dirty="0" sz="18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585" name="Rectangle 3"/>
          <p:cNvSpPr/>
          <p:nvPr/>
        </p:nvSpPr>
        <p:spPr>
          <a:xfrm>
            <a:off x="0" y="0"/>
            <a:ext cx="4003964" cy="6858000"/>
          </a:xfrm>
          <a:prstGeom prst="rect"/>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586" name="TextBox 2"/>
          <p:cNvSpPr txBox="1"/>
          <p:nvPr/>
        </p:nvSpPr>
        <p:spPr>
          <a:xfrm>
            <a:off x="200891" y="2474893"/>
            <a:ext cx="4003964" cy="1348740"/>
          </a:xfrm>
          <a:prstGeom prst="rect"/>
          <a:noFill/>
          <a:ln>
            <a:noFill/>
          </a:ln>
          <a:effectLst>
            <a:outerShdw algn="ctr" blurRad="44450" dir="5400000" dist="27940">
              <a:srgbClr val="000000">
                <a:alpha val="32000"/>
              </a:srgbClr>
            </a:outerShdw>
          </a:effectLst>
          <a:scene3d>
            <a:camera prst="orthographicFront">
              <a:rot lat="0" lon="0" rev="0"/>
            </a:camera>
            <a:lightRig dir="t" rig="balanced">
              <a:rot lat="0" lon="0" rev="8700000"/>
            </a:lightRig>
          </a:scene3d>
          <a:sp3d>
            <a:bevelT w="190500" h="38100"/>
          </a:sp3d>
        </p:spPr>
        <p:txBody>
          <a:bodyPr rtlCol="0" wrap="square">
            <a:spAutoFit/>
          </a:bodyPr>
          <a:p>
            <a:r>
              <a:rPr dirty="0" sz="2800" lang="en-US">
                <a:solidFill>
                  <a:schemeClr val="bg1"/>
                </a:solidFill>
                <a:latin typeface="Times New Roman" panose="02020603050405020304" pitchFamily="18" charset="0"/>
                <a:cs typeface="Times New Roman" panose="02020603050405020304" pitchFamily="18" charset="0"/>
              </a:rPr>
              <a:t>EXAMPLES OF  COUNTERCURRENT MECHANISMS</a:t>
            </a:r>
            <a:endParaRPr dirty="0" sz="2800" lang="en-US">
              <a:solidFill>
                <a:schemeClr val="bg1"/>
              </a:solidFill>
              <a:latin typeface="Times New Roman" panose="02020603050405020304" pitchFamily="18" charset="0"/>
              <a:cs typeface="Times New Roman" panose="02020603050405020304" pitchFamily="18" charset="0"/>
            </a:endParaRPr>
          </a:p>
        </p:txBody>
      </p:sp>
      <p:sp>
        <p:nvSpPr>
          <p:cNvPr id="1048587" name="TextBox 4"/>
          <p:cNvSpPr txBox="1"/>
          <p:nvPr/>
        </p:nvSpPr>
        <p:spPr>
          <a:xfrm>
            <a:off x="4987925" y="595630"/>
            <a:ext cx="6292850" cy="583565"/>
          </a:xfrm>
          <a:prstGeom prst="rect"/>
          <a:noFill/>
          <a:ln>
            <a:solidFill>
              <a:schemeClr val="tx1"/>
            </a:solidFill>
          </a:ln>
        </p:spPr>
        <p:txBody>
          <a:bodyPr rtlCol="0" wrap="square">
            <a:spAutoFit/>
          </a:bodyPr>
          <a:p>
            <a:r>
              <a:rPr dirty="0" sz="3200" lang="en-US">
                <a:latin typeface="Times New Roman" panose="02020603050405020304" pitchFamily="18" charset="0"/>
                <a:cs typeface="Times New Roman" panose="02020603050405020304" pitchFamily="18" charset="0"/>
              </a:rPr>
              <a:t> EXCHANGE IN THE KIDNEYS</a:t>
            </a:r>
            <a:endParaRPr dirty="0" sz="3200" lang="en-US">
              <a:latin typeface="Times New Roman" panose="02020603050405020304" pitchFamily="18" charset="0"/>
              <a:cs typeface="Times New Roman" panose="02020603050405020304" pitchFamily="18" charset="0"/>
            </a:endParaRPr>
          </a:p>
        </p:txBody>
      </p:sp>
      <p:sp>
        <p:nvSpPr>
          <p:cNvPr id="1048588" name="TextBox 5"/>
          <p:cNvSpPr txBox="1"/>
          <p:nvPr/>
        </p:nvSpPr>
        <p:spPr>
          <a:xfrm>
            <a:off x="4329547" y="1874728"/>
            <a:ext cx="7315199" cy="2606041"/>
          </a:xfrm>
          <a:prstGeom prst="rect"/>
          <a:noFill/>
          <a:ln>
            <a:solidFill>
              <a:schemeClr val="tx1"/>
            </a:solidFill>
          </a:ln>
        </p:spPr>
        <p:txBody>
          <a:bodyPr rtlCol="0" wrap="square">
            <a:spAutoFit/>
          </a:bodyPr>
          <a:p>
            <a:pPr indent="-285750" marL="285750">
              <a:buFont typeface="Arial" panose="020B0604020202020204" pitchFamily="34" charset="0"/>
              <a:buChar char="•"/>
            </a:pPr>
            <a:r>
              <a:rPr dirty="0" sz="2800" lang="en-US">
                <a:effectLst/>
                <a:latin typeface="Times New Roman" panose="02020603050405020304" pitchFamily="18" charset="0"/>
                <a:ea typeface="Times New Roman" panose="02020603050405020304" pitchFamily="18" charset="0"/>
                <a:cs typeface="Times New Roman" panose="02020603050405020304" pitchFamily="18" charset="0"/>
              </a:rPr>
              <a:t>Aids in water conservation and urine concentration.</a:t>
            </a:r>
            <a:endParaRPr dirty="0" sz="2800" lang="en-US">
              <a:effectLst/>
              <a:latin typeface="Times New Roman" panose="02020603050405020304" pitchFamily="18" charset="0"/>
              <a:ea typeface="Times New Roman" panose="02020603050405020304" pitchFamily="18" charset="0"/>
              <a:cs typeface="Times New Roman" panose="02020603050405020304" pitchFamily="18" charset="0"/>
            </a:endParaRPr>
          </a:p>
          <a:p>
            <a:pPr indent="-285750" marL="285750">
              <a:buFont typeface="Arial" panose="020B0604020202020204" pitchFamily="34" charset="0"/>
              <a:buChar char="•"/>
            </a:pPr>
            <a:endParaRPr dirty="0" sz="2800" lang="en-US">
              <a:latin typeface="Times New Roman" panose="02020603050405020304" pitchFamily="18" charset="0"/>
              <a:ea typeface="Times New Roman" panose="02020603050405020304" pitchFamily="18" charset="0"/>
              <a:cs typeface="Times New Roman" panose="02020603050405020304" pitchFamily="18" charset="0"/>
            </a:endParaRPr>
          </a:p>
          <a:p>
            <a:pPr indent="-285750" marL="285750">
              <a:buFont typeface="Arial" panose="020B0604020202020204" pitchFamily="34" charset="0"/>
              <a:buChar char="•"/>
            </a:pPr>
            <a:r>
              <a:rPr dirty="0" sz="2800" lang="en-US">
                <a:effectLst/>
                <a:latin typeface="Times New Roman" panose="02020603050405020304" pitchFamily="18" charset="0"/>
                <a:ea typeface="Times New Roman" panose="02020603050405020304" pitchFamily="18" charset="0"/>
                <a:cs typeface="Times New Roman" panose="02020603050405020304" pitchFamily="18" charset="0"/>
              </a:rPr>
              <a:t> It involves a countercurrent fluid flow in the loop of Henle, generating the essential osmotic gradient for water reabsorption.</a:t>
            </a:r>
            <a:endParaRPr dirty="0" sz="2800" lang="en-US">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048589" name="Slide Number Placeholder 1"/>
          <p:cNvSpPr>
            <a:spLocks noGrp="1"/>
          </p:cNvSpPr>
          <p:nvPr>
            <p:ph type="sldNum" sz="quarter" idx="12"/>
          </p:nvPr>
        </p:nvSpPr>
        <p:spPr/>
        <p:txBody>
          <a:bodyPr/>
          <a:p>
            <a:fld id="{4FAB73BC-B049-4115-A692-8D63A059BFB8}" type="slidenum">
              <a:rPr dirty="0" sz="1800" lang="en-US">
                <a:latin typeface="Times New Roman" panose="02020603050405020304" pitchFamily="18" charset="0"/>
                <a:cs typeface="Times New Roman" panose="02020603050405020304" pitchFamily="18" charset="0"/>
              </a:rPr>
              <a:t>13</a:t>
            </a:fld>
            <a:endParaRPr dirty="0" sz="18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595" name="Title 1"/>
          <p:cNvSpPr>
            <a:spLocks noGrp="1"/>
          </p:cNvSpPr>
          <p:nvPr>
            <p:ph type="title"/>
          </p:nvPr>
        </p:nvSpPr>
        <p:spPr/>
        <p:txBody>
          <a:bodyPr>
            <a:normAutofit fontScale="95000"/>
          </a:bodyPr>
          <a:p>
            <a:r>
              <a:rPr dirty="0" sz="4000" lang="en-US">
                <a:latin typeface="Times New Roman" panose="02020603050405020304" pitchFamily="18" charset="0"/>
                <a:cs typeface="Times New Roman" panose="02020603050405020304" pitchFamily="18" charset="0"/>
              </a:rPr>
              <a:t>RELATIONSHIP BETWEEN RETE MIRABLE AND COunter CURRENT MECHANISMS</a:t>
            </a:r>
            <a:br>
              <a:rPr dirty="0" sz="4000" lang="en-US">
                <a:latin typeface="Times New Roman" panose="02020603050405020304" pitchFamily="18" charset="0"/>
                <a:cs typeface="Times New Roman" panose="02020603050405020304" pitchFamily="18" charset="0"/>
              </a:rPr>
            </a:br>
            <a:endParaRPr dirty="0" lang="en-US">
              <a:latin typeface="Times New Roman" panose="02020603050405020304" pitchFamily="18" charset="0"/>
              <a:cs typeface="Times New Roman" panose="02020603050405020304" pitchFamily="18" charset="0"/>
            </a:endParaRPr>
          </a:p>
        </p:txBody>
      </p:sp>
      <p:sp>
        <p:nvSpPr>
          <p:cNvPr id="1048596" name="Content Placeholder 2"/>
          <p:cNvSpPr>
            <a:spLocks noGrp="1"/>
          </p:cNvSpPr>
          <p:nvPr>
            <p:ph idx="1"/>
          </p:nvPr>
        </p:nvSpPr>
        <p:spPr/>
        <p:txBody>
          <a:bodyPr>
            <a:normAutofit/>
          </a:bodyPr>
          <a:p>
            <a:r>
              <a:rPr dirty="0" sz="2800" lang="en-US">
                <a:latin typeface="Times New Roman" panose="02020603050405020304" pitchFamily="18" charset="0"/>
                <a:cs typeface="Times New Roman" panose="02020603050405020304" pitchFamily="18" charset="0"/>
              </a:rPr>
              <a:t>The counter current reaction works by establishing a concentration gradient between adjacent blood vessels.</a:t>
            </a:r>
            <a:endParaRPr dirty="0" sz="2800" lang="en-US">
              <a:latin typeface="Times New Roman" panose="02020603050405020304" pitchFamily="18" charset="0"/>
              <a:cs typeface="Times New Roman" panose="02020603050405020304" pitchFamily="18" charset="0"/>
            </a:endParaRPr>
          </a:p>
          <a:p>
            <a:r>
              <a:rPr dirty="0" sz="2800" lang="en-US">
                <a:latin typeface="Times New Roman" panose="02020603050405020304" pitchFamily="18" charset="0"/>
                <a:cs typeface="Times New Roman" panose="02020603050405020304" pitchFamily="18" charset="0"/>
              </a:rPr>
              <a:t> For example, in the rete mirabilis of fish gills, the warm, oxygen-rich blood from the heart flows in one direction, while the cool, oxygen-poor water flows in the opposite direction. </a:t>
            </a:r>
            <a:endParaRPr dirty="0" sz="2800" lang="en-US">
              <a:latin typeface="Times New Roman" panose="02020603050405020304" pitchFamily="18" charset="0"/>
              <a:cs typeface="Times New Roman" panose="02020603050405020304" pitchFamily="18" charset="0"/>
            </a:endParaRPr>
          </a:p>
          <a:p>
            <a:r>
              <a:rPr dirty="0" sz="2800" lang="en-US">
                <a:latin typeface="Times New Roman" panose="02020603050405020304" pitchFamily="18" charset="0"/>
                <a:cs typeface="Times New Roman" panose="02020603050405020304" pitchFamily="18" charset="0"/>
              </a:rPr>
              <a:t>This allows for the efficient transfer of oxygen from the water to the blood, as the concentration of oxygen in the water is always higher than the concentration of oxygen in the blood. </a:t>
            </a:r>
            <a:endParaRPr dirty="0" sz="2800" lang="en-US">
              <a:latin typeface="Times New Roman" panose="02020603050405020304" pitchFamily="18" charset="0"/>
              <a:cs typeface="Times New Roman" panose="02020603050405020304" pitchFamily="18" charset="0"/>
            </a:endParaRPr>
          </a:p>
          <a:p>
            <a:endParaRPr dirty="0" sz="2800" lang="en-US">
              <a:latin typeface="Times New Roman" panose="02020603050405020304" pitchFamily="18" charset="0"/>
              <a:cs typeface="Times New Roman" panose="02020603050405020304" pitchFamily="18" charset="0"/>
            </a:endParaRPr>
          </a:p>
        </p:txBody>
      </p:sp>
      <p:sp>
        <p:nvSpPr>
          <p:cNvPr id="1048597" name="Slide Number Placeholder 3"/>
          <p:cNvSpPr>
            <a:spLocks noGrp="1"/>
          </p:cNvSpPr>
          <p:nvPr>
            <p:ph type="sldNum" sz="quarter" idx="12"/>
          </p:nvPr>
        </p:nvSpPr>
        <p:spPr>
          <a:xfrm>
            <a:off x="10669905" y="6423025"/>
            <a:ext cx="935355" cy="365125"/>
          </a:xfrm>
        </p:spPr>
        <p:txBody>
          <a:bodyPr/>
          <a:p>
            <a:fld id="{4FAB73BC-B049-4115-A692-8D63A059BFB8}" type="slidenum">
              <a:rPr dirty="0" sz="1800" lang="en-US">
                <a:latin typeface="Times New Roman" panose="02020603050405020304" pitchFamily="18" charset="0"/>
                <a:cs typeface="Times New Roman" panose="02020603050405020304" pitchFamily="18" charset="0"/>
              </a:rPr>
              <a:t>14</a:t>
            </a:fld>
            <a:endParaRPr dirty="0" sz="18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p:grpSpPr>
      <p:sp>
        <p:nvSpPr>
          <p:cNvPr id="1048603" name="Title 1"/>
          <p:cNvSpPr>
            <a:spLocks noGrp="1"/>
          </p:cNvSpPr>
          <p:nvPr>
            <p:ph type="title"/>
          </p:nvPr>
        </p:nvSpPr>
        <p:spPr/>
        <p:txBody>
          <a:bodyPr/>
          <a:p>
            <a:r>
              <a:rPr altLang="en-GB" lang="en-US">
                <a:latin typeface="Times New Roman" panose="02020603050405020304" pitchFamily="18" charset="0"/>
                <a:cs typeface="Times New Roman" panose="02020603050405020304" pitchFamily="18" charset="0"/>
              </a:rPr>
              <a:t>CONCLUSION</a:t>
            </a:r>
            <a:endParaRPr altLang="en-GB" lang="en-US">
              <a:latin typeface="Times New Roman" panose="02020603050405020304" pitchFamily="18" charset="0"/>
              <a:cs typeface="Times New Roman" panose="02020603050405020304" pitchFamily="18" charset="0"/>
            </a:endParaRPr>
          </a:p>
        </p:txBody>
      </p:sp>
      <p:sp>
        <p:nvSpPr>
          <p:cNvPr id="1048604" name="Content Placeholder 2"/>
          <p:cNvSpPr>
            <a:spLocks noGrp="1"/>
          </p:cNvSpPr>
          <p:nvPr>
            <p:ph idx="1"/>
          </p:nvPr>
        </p:nvSpPr>
        <p:spPr>
          <a:xfrm>
            <a:off x="1202690" y="2735580"/>
            <a:ext cx="9784080" cy="3482340"/>
          </a:xfrm>
        </p:spPr>
        <p:txBody>
          <a:bodyPr/>
          <a:p>
            <a:pPr indent="0" marL="0">
              <a:buNone/>
            </a:pPr>
            <a:r>
              <a:rPr altLang="en-GB" sz="3200" lang="en-US">
                <a:latin typeface="Times New Roman" panose="02020603050405020304" pitchFamily="18" charset="0"/>
                <a:cs typeface="Times New Roman" panose="02020603050405020304" pitchFamily="18" charset="0"/>
              </a:rPr>
              <a:t>Overall, rete mirabilis is an important adaptation that allows organisms to survive and thrive in their respective environments.</a:t>
            </a:r>
            <a:endParaRPr altLang="en-GB" sz="3200" lang="en-US">
              <a:latin typeface="Times New Roman" panose="02020603050405020304" pitchFamily="18" charset="0"/>
              <a:cs typeface="Times New Roman" panose="02020603050405020304" pitchFamily="18" charset="0"/>
            </a:endParaRPr>
          </a:p>
        </p:txBody>
      </p:sp>
      <p:sp>
        <p:nvSpPr>
          <p:cNvPr id="1048605" name="Slide Number Placeholder 3"/>
          <p:cNvSpPr>
            <a:spLocks noGrp="1"/>
          </p:cNvSpPr>
          <p:nvPr>
            <p:ph type="sldNum" sz="quarter" idx="12"/>
          </p:nvPr>
        </p:nvSpPr>
        <p:spPr/>
        <p:txBody>
          <a:bodyPr/>
          <a:p>
            <a:fld id="{4FAB73BC-B049-4115-A692-8D63A059BFB8}" type="slidenum">
              <a:rPr dirty="0" sz="1800" lang="en-US">
                <a:latin typeface="Times New Roman" panose="02020603050405020304" pitchFamily="18" charset="0"/>
                <a:cs typeface="Times New Roman" panose="02020603050405020304" pitchFamily="18" charset="0"/>
              </a:rPr>
              <a:t>15</a:t>
            </a:fld>
            <a:endParaRPr dirty="0" sz="18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11" name="TextBox 2"/>
          <p:cNvSpPr txBox="1"/>
          <p:nvPr/>
        </p:nvSpPr>
        <p:spPr>
          <a:xfrm>
            <a:off x="4697095" y="311150"/>
            <a:ext cx="2758440" cy="521970"/>
          </a:xfrm>
          <a:prstGeom prst="rect"/>
          <a:solidFill>
            <a:schemeClr val="tx1"/>
          </a:solidFill>
          <a:ln>
            <a:noFill/>
          </a:ln>
          <a:effectLst>
            <a:outerShdw algn="ctr" blurRad="190500" dir="2700000" dist="228600">
              <a:srgbClr val="000000">
                <a:alpha val="30000"/>
              </a:srgbClr>
            </a:outerShdw>
          </a:effectLst>
          <a:scene3d>
            <a:camera prst="orthographicFront">
              <a:rot lat="0" lon="0" rev="0"/>
            </a:camera>
            <a:lightRig dir="t" rig="glow">
              <a:rot lat="0" lon="0" rev="4800000"/>
            </a:lightRig>
          </a:scene3d>
          <a:sp3d prstMaterial="matte">
            <a:bevelT w="127000" h="63500"/>
          </a:sp3d>
        </p:spPr>
        <p:txBody>
          <a:bodyPr rtlCol="0" wrap="square">
            <a:spAutoFit/>
          </a:bodyPr>
          <a:p>
            <a:r>
              <a:rPr dirty="0" sz="2800" lang="en-US">
                <a:solidFill>
                  <a:schemeClr val="bg1"/>
                </a:solidFill>
                <a:latin typeface="Times New Roman" panose="02020603050405020304" pitchFamily="18" charset="0"/>
                <a:cs typeface="Times New Roman" panose="02020603050405020304" pitchFamily="18" charset="0"/>
              </a:rPr>
              <a:t>REFERENCES</a:t>
            </a:r>
            <a:endParaRPr dirty="0" sz="2800" lang="en-US">
              <a:solidFill>
                <a:schemeClr val="bg1"/>
              </a:solidFill>
              <a:latin typeface="Times New Roman" panose="02020603050405020304" pitchFamily="18" charset="0"/>
              <a:cs typeface="Times New Roman" panose="02020603050405020304" pitchFamily="18" charset="0"/>
            </a:endParaRPr>
          </a:p>
        </p:txBody>
      </p:sp>
      <p:sp>
        <p:nvSpPr>
          <p:cNvPr id="1048612" name="TextBox 3"/>
          <p:cNvSpPr txBox="1"/>
          <p:nvPr/>
        </p:nvSpPr>
        <p:spPr>
          <a:xfrm>
            <a:off x="760730" y="1395095"/>
            <a:ext cx="11038840" cy="6047740"/>
          </a:xfrm>
          <a:prstGeom prst="rect"/>
          <a:noFill/>
        </p:spPr>
        <p:txBody>
          <a:bodyPr rtlCol="0" wrap="square">
            <a:spAutoFit/>
          </a:bodyPr>
          <a:p>
            <a:pPr marL="0" marR="0">
              <a:spcBef>
                <a:spcPts val="0"/>
              </a:spcBef>
              <a:spcAft>
                <a:spcPts val="0"/>
              </a:spcAft>
            </a:pPr>
            <a:r>
              <a:rPr dirty="0" lang="en-US">
                <a:effectLst/>
                <a:latin typeface="Times New Roman" panose="02020603050405020304" pitchFamily="18" charset="0"/>
                <a:ea typeface="SimSun" panose="02010600030101010101" pitchFamily="2" charset="-122"/>
                <a:cs typeface="Times New Roman" panose="02020603050405020304" pitchFamily="18" charset="0"/>
              </a:rPr>
              <a:t>Thermoregulation in marine mammals by D. P. Costa, in Comparative Biochemistry and Physiology Part A: Physiology, vol. 101,1992.</a:t>
            </a:r>
            <a:endParaRPr dirty="0" lang="en-US">
              <a:effectLst/>
              <a:latin typeface="Times New Roman" panose="02020603050405020304" pitchFamily="18" charset="0"/>
              <a:ea typeface="SimSun" panose="02010600030101010101" pitchFamily="2" charset="-122"/>
              <a:cs typeface="Times New Roman" panose="02020603050405020304" pitchFamily="18" charset="0"/>
            </a:endParaRPr>
          </a:p>
          <a:p>
            <a:pPr marL="0" marR="0">
              <a:spcBef>
                <a:spcPts val="0"/>
              </a:spcBef>
              <a:spcAft>
                <a:spcPts val="0"/>
              </a:spcAft>
            </a:pPr>
            <a:endParaRPr dirty="0" lang="en-US">
              <a:effectLst/>
              <a:latin typeface="Times New Roman" panose="02020603050405020304" pitchFamily="18" charset="0"/>
              <a:ea typeface="SimSun" panose="02010600030101010101" pitchFamily="2" charset="-122"/>
              <a:cs typeface="Times New Roman" panose="02020603050405020304" pitchFamily="18" charset="0"/>
            </a:endParaRPr>
          </a:p>
          <a:p>
            <a:pPr marL="0" marR="0">
              <a:spcBef>
                <a:spcPts val="0"/>
              </a:spcBef>
              <a:spcAft>
                <a:spcPts val="0"/>
              </a:spcAft>
            </a:pPr>
            <a:r>
              <a:rPr dirty="0" lang="en-US">
                <a:effectLst/>
                <a:latin typeface="Times New Roman" panose="02020603050405020304" pitchFamily="18" charset="0"/>
                <a:ea typeface="SimSun" panose="02010600030101010101" pitchFamily="2" charset="-122"/>
                <a:cs typeface="Times New Roman" panose="02020603050405020304" pitchFamily="18" charset="0"/>
              </a:rPr>
              <a:t>The countercurent</a:t>
            </a:r>
            <a:r>
              <a:rPr dirty="0" sz="2400" lang="en-US">
                <a:effectLst/>
                <a:latin typeface="Times New Roman" panose="02020603050405020304" pitchFamily="18" charset="0"/>
                <a:ea typeface="SimSun" panose="02010600030101010101" pitchFamily="2" charset="-122"/>
                <a:cs typeface="Times New Roman" panose="02020603050405020304" pitchFamily="18" charset="0"/>
              </a:rPr>
              <a:t> </a:t>
            </a:r>
            <a:r>
              <a:rPr dirty="0" lang="en-US">
                <a:effectLst/>
                <a:latin typeface="Times New Roman" panose="02020603050405020304" pitchFamily="18" charset="0"/>
                <a:ea typeface="SimSun" panose="02010600030101010101" pitchFamily="2" charset="-122"/>
                <a:cs typeface="Times New Roman" panose="02020603050405020304" pitchFamily="18" charset="0"/>
              </a:rPr>
              <a:t>multiplier system by W. H. Dantzler, in American Journal of Physiology-Renal Physiology, vol. 299,  2010</a:t>
            </a:r>
            <a:endParaRPr dirty="0" lang="en-US">
              <a:effectLst/>
              <a:latin typeface="Times New Roman" panose="02020603050405020304" pitchFamily="18" charset="0"/>
              <a:ea typeface="SimSun" panose="02010600030101010101" pitchFamily="2" charset="-122"/>
              <a:cs typeface="Times New Roman" panose="02020603050405020304" pitchFamily="18" charset="0"/>
            </a:endParaRPr>
          </a:p>
          <a:p>
            <a:pPr marL="0" marR="0">
              <a:spcBef>
                <a:spcPts val="0"/>
              </a:spcBef>
              <a:spcAft>
                <a:spcPts val="0"/>
              </a:spcAft>
            </a:pPr>
            <a:endParaRPr dirty="0" lang="en-US">
              <a:latin typeface="Times New Roman" panose="02020603050405020304" pitchFamily="18" charset="0"/>
              <a:cs typeface="Times New Roman" panose="02020603050405020304" pitchFamily="18" charset="0"/>
            </a:endParaRPr>
          </a:p>
          <a:p>
            <a:pPr marL="0" marR="0">
              <a:spcBef>
                <a:spcPts val="0"/>
              </a:spcBef>
              <a:spcAft>
                <a:spcPts val="0"/>
              </a:spcAft>
            </a:pPr>
            <a:r>
              <a:rPr dirty="0" i="0" lang="en-US">
                <a:effectLst/>
                <a:latin typeface="Times New Roman" panose="02020603050405020304" pitchFamily="18" charset="0"/>
                <a:cs typeface="Times New Roman" panose="02020603050405020304" pitchFamily="18" charset="0"/>
              </a:rPr>
              <a:t>Proctor, Noble S.; Lynch, Patrick J. (1993). </a:t>
            </a:r>
            <a:r>
              <a:rPr dirty="0" i="1" lang="en-US">
                <a:effectLst/>
                <a:latin typeface="Times New Roman" panose="02020603050405020304" pitchFamily="18" charset="0"/>
                <a:cs typeface="Times New Roman" panose="02020603050405020304" pitchFamily="18" charset="0"/>
              </a:rPr>
              <a:t>Manual of Ornithology</a:t>
            </a:r>
            <a:r>
              <a:rPr dirty="0" i="0" lang="en-US">
                <a:effectLst/>
                <a:latin typeface="Times New Roman" panose="02020603050405020304" pitchFamily="18" charset="0"/>
                <a:cs typeface="Times New Roman" panose="02020603050405020304" pitchFamily="18" charset="0"/>
              </a:rPr>
              <a:t>. Yale University Press. </a:t>
            </a:r>
            <a:r>
              <a:rPr dirty="0" i="0" lang="en-US" strike="noStrike" u="none">
                <a:effectLst/>
                <a:latin typeface="Times New Roman" panose="02020603050405020304" pitchFamily="18" charset="0"/>
                <a:cs typeface="Times New Roman" panose="02020603050405020304" pitchFamily="18" charset="0"/>
                <a:hlinkClick r:id="rId1" tooltip="ISBN (identifier)"/>
              </a:rPr>
              <a:t>ISBN</a:t>
            </a:r>
            <a:r>
              <a:rPr dirty="0" i="0" lang="en-US">
                <a:effectLst/>
                <a:latin typeface="Times New Roman" panose="02020603050405020304" pitchFamily="18" charset="0"/>
                <a:cs typeface="Times New Roman" panose="02020603050405020304" pitchFamily="18" charset="0"/>
              </a:rPr>
              <a:t> </a:t>
            </a:r>
            <a:r>
              <a:rPr dirty="0" i="0" lang="en-US" strike="noStrike" u="none">
                <a:effectLst/>
                <a:latin typeface="Times New Roman" panose="02020603050405020304" pitchFamily="18" charset="0"/>
                <a:cs typeface="Times New Roman" panose="02020603050405020304" pitchFamily="18" charset="0"/>
                <a:hlinkClick r:id="rId2" tooltip="Special:BookSources/0300076193"/>
              </a:rPr>
              <a:t>0300076193</a:t>
            </a:r>
            <a:r>
              <a:rPr dirty="0" i="0" lang="en-US">
                <a:effectLst/>
                <a:latin typeface="Times New Roman" panose="02020603050405020304" pitchFamily="18" charset="0"/>
                <a:cs typeface="Times New Roman" panose="02020603050405020304" pitchFamily="18" charset="0"/>
              </a:rPr>
              <a:t>.</a:t>
            </a:r>
            <a:endParaRPr dirty="0" lang="en-US">
              <a:effectLst/>
              <a:latin typeface="Times New Roman" panose="02020603050405020304" pitchFamily="18" charset="0"/>
              <a:ea typeface="SimSun" panose="02010600030101010101" pitchFamily="2" charset="-122"/>
              <a:cs typeface="Times New Roman" panose="02020603050405020304" pitchFamily="18" charset="0"/>
            </a:endParaRPr>
          </a:p>
          <a:p>
            <a:pPr marL="0" marR="0">
              <a:spcBef>
                <a:spcPts val="0"/>
              </a:spcBef>
              <a:spcAft>
                <a:spcPts val="0"/>
              </a:spcAft>
            </a:pPr>
            <a:r>
              <a:rPr dirty="0" i="0" lang="en-US" err="1">
                <a:effectLst/>
                <a:latin typeface="Times New Roman" panose="02020603050405020304" pitchFamily="18" charset="0"/>
                <a:cs typeface="Times New Roman" panose="02020603050405020304" pitchFamily="18" charset="0"/>
              </a:rPr>
              <a:t>Ritchison</a:t>
            </a:r>
            <a:r>
              <a:rPr dirty="0" i="0" lang="en-US">
                <a:effectLst/>
                <a:latin typeface="Times New Roman" panose="02020603050405020304" pitchFamily="18" charset="0"/>
                <a:cs typeface="Times New Roman" panose="02020603050405020304" pitchFamily="18" charset="0"/>
              </a:rPr>
              <a:t>, Gary. </a:t>
            </a:r>
            <a:r>
              <a:rPr dirty="0" i="0" lang="en-US" u="sng">
                <a:effectLst/>
                <a:latin typeface="Times New Roman" panose="02020603050405020304" pitchFamily="18" charset="0"/>
                <a:cs typeface="Times New Roman" panose="02020603050405020304" pitchFamily="18" charset="0"/>
                <a:hlinkClick r:id="rId3"/>
              </a:rPr>
              <a:t>"Avian osmoregulation Urinary System, Salt Glands, and Osmoregulation"</a:t>
            </a:r>
            <a:r>
              <a:rPr dirty="0" lang="en-US">
                <a:effectLst/>
                <a:latin typeface="Times New Roman" panose="02020603050405020304" pitchFamily="18" charset="0"/>
                <a:cs typeface="Times New Roman" panose="02020603050405020304" pitchFamily="18" charset="0"/>
              </a:rPr>
              <a:t>. Retrieved 16 April 2011</a:t>
            </a:r>
            <a:r>
              <a:rPr dirty="0" i="0" lang="en-US">
                <a:effectLst/>
                <a:latin typeface="Times New Roman" panose="02020603050405020304" pitchFamily="18" charset="0"/>
                <a:cs typeface="Times New Roman" panose="02020603050405020304" pitchFamily="18" charset="0"/>
              </a:rPr>
              <a:t>.</a:t>
            </a:r>
            <a:r>
              <a:rPr dirty="0" lang="en-US">
                <a:effectLst/>
                <a:latin typeface="Times New Roman" panose="02020603050405020304" pitchFamily="18" charset="0"/>
                <a:cs typeface="Times New Roman" panose="02020603050405020304" pitchFamily="18" charset="0"/>
              </a:rPr>
              <a:t> </a:t>
            </a:r>
            <a:endParaRPr dirty="0" lang="en-US">
              <a:effectLst/>
              <a:latin typeface="Times New Roman" panose="02020603050405020304" pitchFamily="18" charset="0"/>
              <a:ea typeface="SimSun" panose="02010600030101010101" pitchFamily="2" charset="-122"/>
              <a:cs typeface="Times New Roman" panose="02020603050405020304" pitchFamily="18" charset="0"/>
            </a:endParaRPr>
          </a:p>
          <a:p>
            <a:pPr marL="0" marR="0">
              <a:spcBef>
                <a:spcPts val="0"/>
              </a:spcBef>
              <a:spcAft>
                <a:spcPts val="0"/>
              </a:spcAft>
            </a:pPr>
            <a:endParaRPr dirty="0" lang="en-US">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dirty="0" lang="en-US">
                <a:effectLst/>
                <a:latin typeface="Times New Roman" panose="02020603050405020304" pitchFamily="18" charset="0"/>
                <a:ea typeface="Times New Roman" panose="02020603050405020304" pitchFamily="18" charset="0"/>
                <a:cs typeface="Times New Roman" panose="02020603050405020304" pitchFamily="18" charset="0"/>
              </a:rPr>
              <a:t>Carey, F.G., Teal, J.M., and Kanwisher, J.W. (1967). "Temperature and heat production in the swimming musculature of fast tuna and the 'tuna rete'." Comparative Biochemistry and Physiology, 22(3), 721-741. doi:10.1016/0010-406X(67)90742-5 </a:t>
            </a:r>
            <a:endParaRPr dirty="0" lang="en-US">
              <a:effectLst/>
              <a:latin typeface="Times New Roman" panose="02020603050405020304" pitchFamily="18" charset="0"/>
              <a:ea typeface="SimSun" panose="02010600030101010101" pitchFamily="2" charset="-122"/>
              <a:cs typeface="Times New Roman" panose="02020603050405020304" pitchFamily="18" charset="0"/>
            </a:endParaRPr>
          </a:p>
          <a:p>
            <a:pPr marL="0" marR="0">
              <a:spcBef>
                <a:spcPts val="0"/>
              </a:spcBef>
              <a:spcAft>
                <a:spcPts val="0"/>
              </a:spcAft>
            </a:pPr>
            <a:r>
              <a:rPr dirty="0" lang="en-US">
                <a:effectLst/>
                <a:latin typeface="Times New Roman" panose="02020603050405020304" pitchFamily="18" charset="0"/>
                <a:ea typeface="Times New Roman" panose="02020603050405020304" pitchFamily="18" charset="0"/>
                <a:cs typeface="Times New Roman" panose="02020603050405020304" pitchFamily="18" charset="0"/>
              </a:rPr>
              <a:t>Carpenter, F.L., and Hixon, M.A. (1988). "Heat exchange from the avian foot: the rete mirabile and countercurrent heat exchange system." Condor, 90(1), 100-114. doi:10.2307/1368434</a:t>
            </a:r>
            <a:endParaRPr dirty="0" lang="en-US">
              <a:effectLst/>
              <a:latin typeface="Times New Roman" panose="02020603050405020304" pitchFamily="18" charset="0"/>
              <a:ea typeface="SimSun" panose="02010600030101010101" pitchFamily="2" charset="-122"/>
              <a:cs typeface="Times New Roman" panose="02020603050405020304" pitchFamily="18" charset="0"/>
            </a:endParaRPr>
          </a:p>
          <a:p>
            <a:pPr marL="0" marR="0">
              <a:spcBef>
                <a:spcPts val="0"/>
              </a:spcBef>
              <a:spcAft>
                <a:spcPts val="0"/>
              </a:spcAft>
            </a:pPr>
            <a:endParaRPr dirty="0" lang="en-US">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dirty="0" lang="en-US">
                <a:effectLst/>
                <a:latin typeface="Times New Roman" panose="02020603050405020304" pitchFamily="18" charset="0"/>
                <a:ea typeface="Times New Roman" panose="02020603050405020304" pitchFamily="18" charset="0"/>
                <a:cs typeface="Times New Roman" panose="02020603050405020304" pitchFamily="18" charset="0"/>
              </a:rPr>
              <a:t>Graham, J. B., &amp; Baird, T. A. (1981). The gill of fishes: options in the aquatic environment. Environmental Biology of Fishes, 6(2), 167-184. doi:10.1007/BF00002553</a:t>
            </a:r>
            <a:endParaRPr dirty="0" lang="en-US">
              <a:effectLst/>
              <a:latin typeface="Times New Roman" panose="02020603050405020304" pitchFamily="18" charset="0"/>
              <a:ea typeface="SimSun" panose="02010600030101010101" pitchFamily="2" charset="-122"/>
              <a:cs typeface="Times New Roman" panose="02020603050405020304" pitchFamily="18" charset="0"/>
            </a:endParaRPr>
          </a:p>
          <a:p>
            <a:pPr marL="0" marR="0">
              <a:spcBef>
                <a:spcPts val="0"/>
              </a:spcBef>
              <a:spcAft>
                <a:spcPts val="0"/>
              </a:spcAft>
            </a:pPr>
            <a:endParaRPr dirty="0" lang="en-US">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endParaRPr dirty="0" lang="en-US">
              <a:effectLst/>
              <a:latin typeface="Times New Roman" panose="02020603050405020304" pitchFamily="18" charset="0"/>
              <a:ea typeface="SimSun" panose="02010600030101010101" pitchFamily="2" charset="-122"/>
              <a:cs typeface="Times New Roman" panose="02020603050405020304" pitchFamily="18" charset="0"/>
            </a:endParaRPr>
          </a:p>
          <a:p>
            <a:pPr marL="0" marR="0">
              <a:spcBef>
                <a:spcPts val="0"/>
              </a:spcBef>
              <a:spcAft>
                <a:spcPts val="0"/>
              </a:spcAft>
            </a:pPr>
            <a:r>
              <a:rPr dirty="0" lang="en-US">
                <a:effectLst/>
                <a:latin typeface="Times New Roman" panose="02020603050405020304" pitchFamily="18" charset="0"/>
                <a:ea typeface="SimSun" panose="02010600030101010101" pitchFamily="2" charset="-122"/>
                <a:cs typeface="Times New Roman" panose="02020603050405020304" pitchFamily="18" charset="0"/>
              </a:rPr>
              <a:t> </a:t>
            </a:r>
            <a:endParaRPr dirty="0" lang="en-US">
              <a:effectLst/>
              <a:latin typeface="Times New Roman" panose="02020603050405020304" pitchFamily="18" charset="0"/>
              <a:ea typeface="SimSun" panose="02010600030101010101" pitchFamily="2" charset="-122"/>
              <a:cs typeface="Times New Roman" panose="02020603050405020304" pitchFamily="18" charset="0"/>
            </a:endParaRPr>
          </a:p>
          <a:p>
            <a:endParaRPr dirty="0" lang="en-US">
              <a:latin typeface="Times New Roman" panose="02020603050405020304" pitchFamily="18" charset="0"/>
              <a:cs typeface="Times New Roman" panose="02020603050405020304" pitchFamily="18" charset="0"/>
            </a:endParaRPr>
          </a:p>
        </p:txBody>
      </p:sp>
      <p:sp>
        <p:nvSpPr>
          <p:cNvPr id="1048613" name="Slide Number Placeholder 1"/>
          <p:cNvSpPr>
            <a:spLocks noGrp="1"/>
          </p:cNvSpPr>
          <p:nvPr>
            <p:ph type="sldNum" sz="quarter" idx="12"/>
          </p:nvPr>
        </p:nvSpPr>
        <p:spPr/>
        <p:txBody>
          <a:bodyPr/>
          <a:p>
            <a:fld id="{4FAB73BC-B049-4115-A692-8D63A059BFB8}" type="slidenum">
              <a:rPr dirty="0" sz="1800" lang="en-US">
                <a:latin typeface="Times New Roman" panose="02020603050405020304" pitchFamily="18" charset="0"/>
                <a:cs typeface="Times New Roman" panose="02020603050405020304" pitchFamily="18" charset="0"/>
              </a:rPr>
              <a:t>16</a:t>
            </a:fld>
            <a:endParaRPr dirty="0" sz="18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60" name="Rectangle 3"/>
          <p:cNvSpPr/>
          <p:nvPr/>
        </p:nvSpPr>
        <p:spPr>
          <a:xfrm>
            <a:off x="0" y="0"/>
            <a:ext cx="12192000" cy="6858000"/>
          </a:xfrm>
          <a:prstGeom prst="rect"/>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pic>
        <p:nvPicPr>
          <p:cNvPr id="2097157" name="Picture 2"/>
          <p:cNvPicPr>
            <a:picLocks noChangeAspect="1"/>
          </p:cNvPicPr>
          <p:nvPr/>
        </p:nvPicPr>
        <p:blipFill>
          <a:blip xmlns:r="http://schemas.openxmlformats.org/officeDocument/2006/relationships" r:embed="rId1"/>
          <a:stretch>
            <a:fillRect/>
          </a:stretch>
        </p:blipFill>
        <p:spPr>
          <a:xfrm>
            <a:off x="1246667" y="696981"/>
            <a:ext cx="9698665" cy="5464037"/>
          </a:xfrm>
          <a:prstGeom prst="rect"/>
        </p:spPr>
      </p:pic>
      <p:sp>
        <p:nvSpPr>
          <p:cNvPr id="1048661" name="Slide Number Placeholder 1"/>
          <p:cNvSpPr>
            <a:spLocks noGrp="1"/>
          </p:cNvSpPr>
          <p:nvPr>
            <p:ph type="sldNum" sz="quarter" idx="12"/>
          </p:nvPr>
        </p:nvSpPr>
        <p:spPr/>
        <p:txBody>
          <a:bodyPr/>
          <a:p>
            <a:fld id="{4FAB73BC-B049-4115-A692-8D63A059BFB8}" type="slidenum">
              <a:rPr dirty="0" lang="en-US"/>
              <a:t>17</a:t>
            </a:fld>
            <a:endParaRPr dirty="0"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algn="ctr" blurRad="50800" dir="5400000" dist="15875" rotWithShape="0">
              <a:srgbClr val="000000">
                <a:alpha val="68000"/>
              </a:srgbClr>
            </a:outerShdw>
          </a:effectLst>
        </a:effectStyle>
        <a:effectStyle>
          <a:effectLst>
            <a:outerShdw algn="ctr" blurRad="88900" dir="5400000" dist="27940"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algn="tl" flip="none" sx="100000" sy="100000" tx="0" ty="0"/>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Presentation</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RETE MIRABILE AND COUNTERCURRENT MECHANISMS</dc:title>
  <dc:creator>Elsie Arthur</dc:creator>
  <cp:lastModifiedBy>1</cp:lastModifiedBy>
  <dcterms:created xsi:type="dcterms:W3CDTF">2023-07-24T21:45:00Z</dcterms:created>
  <dcterms:modified xsi:type="dcterms:W3CDTF">2023-07-26T07:44:59Z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78A1A31C490A4385A43AC42449D1535A</vt:lpwstr>
  </property>
  <property fmtid="{D5CDD505-2E9C-101B-9397-08002B2CF9AE}" pid="3" name="KSOProductBuildVer">
    <vt:lpwstr>2057-11.2.0.11537</vt:lpwstr>
  </property>
</Properties>
</file>