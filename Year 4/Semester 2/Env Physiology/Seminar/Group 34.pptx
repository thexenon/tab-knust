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1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5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96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5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6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8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91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6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8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3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8438475-4C0C-4363-B698-6D1E1D056A49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1D98C45-C02A-4B0B-BEBA-F025B611BF2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4148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185" y="965200"/>
            <a:ext cx="10993549" cy="15302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THE ENVIRONMENT ON NUTRITION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01755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34</a:t>
            </a:r>
          </a:p>
        </p:txBody>
      </p:sp>
    </p:spTree>
    <p:extLst>
      <p:ext uri="{BB962C8B-B14F-4D97-AF65-F5344CB8AC3E}">
        <p14:creationId xmlns:p14="http://schemas.microsoft.com/office/powerpoint/2010/main" val="153811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787399"/>
            <a:ext cx="10948989" cy="72676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235200"/>
            <a:ext cx="10948988" cy="4013200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 affecting nutrition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environment on nutrition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mitigate effects on nutrition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320061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920" y="825500"/>
            <a:ext cx="9404723" cy="635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2654300"/>
            <a:ext cx="11760200" cy="3390900"/>
          </a:xfrm>
        </p:spPr>
        <p:txBody>
          <a:bodyPr>
            <a:noAutofit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is the process of taking in food and converting it into energy and other vital nutrients required for life. In the process of nutrition, organisms utilize nutrients.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is a critical part of health and development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activities such as fossil burning and natural disasters including floods, heatwaves, and wildfires adversely affect the environment.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environmental impacts of the food system can in turn influence nutritional outcomes.</a:t>
            </a:r>
          </a:p>
        </p:txBody>
      </p:sp>
    </p:spTree>
    <p:extLst>
      <p:ext uri="{BB962C8B-B14F-4D97-AF65-F5344CB8AC3E}">
        <p14:creationId xmlns:p14="http://schemas.microsoft.com/office/powerpoint/2010/main" val="50893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1473202"/>
            <a:ext cx="9404723" cy="8000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 AFFECTING NUTRITION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2273301"/>
            <a:ext cx="11391900" cy="4291780"/>
          </a:xfrm>
        </p:spPr>
        <p:txBody>
          <a:bodyPr/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 and accessibility of food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Quality and safety of food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and weather conditions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Soil quality and agricultural practices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Pollution and contaminants in food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ENVIRONMENT ON NUTRITION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17104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Malnutrition and nutrient deficiency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 chronic diseases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security and poverty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Obesity and overweight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Developmental issues in children</a:t>
            </a:r>
          </a:p>
        </p:txBody>
      </p:sp>
    </p:spTree>
    <p:extLst>
      <p:ext uri="{BB962C8B-B14F-4D97-AF65-F5344CB8AC3E}">
        <p14:creationId xmlns:p14="http://schemas.microsoft.com/office/powerpoint/2010/main" val="109361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54" y="1066800"/>
            <a:ext cx="11029616" cy="78885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MITIGATE EFFECTS ON NUTRITION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454816"/>
            <a:ext cx="11723370" cy="388502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agriculture practices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fortification and supplementation programs to address nutrient deficiencies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awareness campaigns on healthy eating habits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to promote access to healthy food options in urban areas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1038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0417008" cy="10138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systems must operate within environmental constraints to avoid disastrous consequences for the biosphere. 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must take into account nutritional qualities and it’s associated deficiency health outcomes  </a:t>
            </a:r>
          </a:p>
        </p:txBody>
      </p:sp>
    </p:spTree>
    <p:extLst>
      <p:ext uri="{BB962C8B-B14F-4D97-AF65-F5344CB8AC3E}">
        <p14:creationId xmlns:p14="http://schemas.microsoft.com/office/powerpoint/2010/main" val="278262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679296"/>
            <a:ext cx="10342244" cy="1013800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311401"/>
            <a:ext cx="12001499" cy="40259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Giskes, K., van Lenthe, F., Avendano-Pabon, M., Brug, J. (2007). A systematic review of environmental factors and obesogenic dietary intakes among adults: Are we getting closer to understanding obesogenic environments? Obesity Reviews, 8(5), 453-465.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Hawkes, C. (2009). The role of foreign direct investment in the nutrition transition. Public Health Nutrition, 12(9A), 1622-1630.Myers, S. S., Smith, M. R., Guth, S., Golden, C. D., Vaitla, B., Mueller, N. D., ... &amp; Huybers, P. (2017). Climate change and global food systems: potential impacts on food security and undernutrition. Annual Review of Public Health, 38, 259-277.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Harris, J. L., Pomeranz, J. L., Lobstein, T., &amp; Brownell, K. D. (2009). A crisis in the marketplace: How food marketing contributes to childhood obesity and what can be done. Annual Review of Public Health, 30, 211-225.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Sobal, J. (2005). Social and cultural influences on food consumption and nutrition. Social, economic, and cultural influences on food consumption and nutrition, 77-86.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Myers, S. S., Smith, M. R., Guth, S., Golden, C. D., Vaitla, B., Mueller, N. D., ... &amp; Huybers, P. (2017). Climate change and global food systems: potential impacts on food security and undernutrition. Annual Review of Public Health, 38, 259-277.</a:t>
            </a:r>
          </a:p>
        </p:txBody>
      </p:sp>
    </p:spTree>
    <p:extLst>
      <p:ext uri="{BB962C8B-B14F-4D97-AF65-F5344CB8AC3E}">
        <p14:creationId xmlns:p14="http://schemas.microsoft.com/office/powerpoint/2010/main" val="1618601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3416299"/>
            <a:ext cx="10883900" cy="13716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5257388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186</TotalTime>
  <Words>533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Gill Sans MT</vt:lpstr>
      <vt:lpstr>Times New Roman</vt:lpstr>
      <vt:lpstr>Wingdings</vt:lpstr>
      <vt:lpstr>Wingdings 2</vt:lpstr>
      <vt:lpstr>Dividend</vt:lpstr>
      <vt:lpstr>EFFECTS OF THE ENVIRONMENT ON NUTRITION</vt:lpstr>
      <vt:lpstr>OUTLINE</vt:lpstr>
      <vt:lpstr>INTRODUCTION</vt:lpstr>
      <vt:lpstr>ENVIRONMENTAL FACTORS AFFECTING NUTRITION </vt:lpstr>
      <vt:lpstr>IMPACT OF ENVIRONMENT ON NUTRITION </vt:lpstr>
      <vt:lpstr>SOLUTIONS TO MITIGATE EFFECTS ON NUTRITION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TASHA</dc:creator>
  <cp:lastModifiedBy>Entomology Group 2</cp:lastModifiedBy>
  <cp:revision>21</cp:revision>
  <dcterms:created xsi:type="dcterms:W3CDTF">2023-08-02T19:25:40Z</dcterms:created>
  <dcterms:modified xsi:type="dcterms:W3CDTF">2023-08-03T12:28:59Z</dcterms:modified>
</cp:coreProperties>
</file>