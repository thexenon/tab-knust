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ince" initials="P" lastIdx="1" clrIdx="0">
    <p:extLst>
      <p:ext uri="{19B8F6BF-5375-455C-9EA6-DF929625EA0E}">
        <p15:presenceInfo xmlns:p15="http://schemas.microsoft.com/office/powerpoint/2012/main" userId="32056e2b7ba434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3" autoAdjust="0"/>
    <p:restoredTop sz="87776" autoAdjust="0"/>
  </p:normalViewPr>
  <p:slideViewPr>
    <p:cSldViewPr snapToGrid="0">
      <p:cViewPr varScale="1">
        <p:scale>
          <a:sx n="61" d="100"/>
          <a:sy n="61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" userId="32056e2b7ba4347a" providerId="LiveId" clId="{EE59B1A2-4835-4B3F-8B18-368ECF057E4F}"/>
    <pc:docChg chg="modSld">
      <pc:chgData name="Prince" userId="32056e2b7ba4347a" providerId="LiveId" clId="{EE59B1A2-4835-4B3F-8B18-368ECF057E4F}" dt="2023-07-27T11:19:26.381" v="30" actId="255"/>
      <pc:docMkLst>
        <pc:docMk/>
      </pc:docMkLst>
      <pc:sldChg chg="modSp mod">
        <pc:chgData name="Prince" userId="32056e2b7ba4347a" providerId="LiveId" clId="{EE59B1A2-4835-4B3F-8B18-368ECF057E4F}" dt="2023-07-27T11:19:26.381" v="30" actId="255"/>
        <pc:sldMkLst>
          <pc:docMk/>
          <pc:sldMk cId="0" sldId="257"/>
        </pc:sldMkLst>
        <pc:spChg chg="mod">
          <ac:chgData name="Prince" userId="32056e2b7ba4347a" providerId="LiveId" clId="{EE59B1A2-4835-4B3F-8B18-368ECF057E4F}" dt="2023-07-27T11:19:26.381" v="30" actId="255"/>
          <ac:spMkLst>
            <pc:docMk/>
            <pc:sldMk cId="0" sldId="257"/>
            <ac:spMk id="1048610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8:56.503" v="27" actId="255"/>
        <pc:sldMkLst>
          <pc:docMk/>
          <pc:sldMk cId="0" sldId="258"/>
        </pc:sldMkLst>
        <pc:spChg chg="mod">
          <ac:chgData name="Prince" userId="32056e2b7ba4347a" providerId="LiveId" clId="{EE59B1A2-4835-4B3F-8B18-368ECF057E4F}" dt="2023-07-27T11:18:56.503" v="27" actId="255"/>
          <ac:spMkLst>
            <pc:docMk/>
            <pc:sldMk cId="0" sldId="258"/>
            <ac:spMk id="1048613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8:44.610" v="26" actId="255"/>
        <pc:sldMkLst>
          <pc:docMk/>
          <pc:sldMk cId="0" sldId="259"/>
        </pc:sldMkLst>
        <pc:spChg chg="mod">
          <ac:chgData name="Prince" userId="32056e2b7ba4347a" providerId="LiveId" clId="{EE59B1A2-4835-4B3F-8B18-368ECF057E4F}" dt="2023-07-27T11:18:44.610" v="26" actId="255"/>
          <ac:spMkLst>
            <pc:docMk/>
            <pc:sldMk cId="0" sldId="259"/>
            <ac:spMk id="1048616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8:26.904" v="25" actId="14100"/>
        <pc:sldMkLst>
          <pc:docMk/>
          <pc:sldMk cId="0" sldId="260"/>
        </pc:sldMkLst>
        <pc:picChg chg="mod">
          <ac:chgData name="Prince" userId="32056e2b7ba4347a" providerId="LiveId" clId="{EE59B1A2-4835-4B3F-8B18-368ECF057E4F}" dt="2023-07-27T11:18:26.904" v="25" actId="14100"/>
          <ac:picMkLst>
            <pc:docMk/>
            <pc:sldMk cId="0" sldId="260"/>
            <ac:picMk id="2097152" creationId="{00000000-0000-0000-0000-000000000000}"/>
          </ac:picMkLst>
        </pc:picChg>
      </pc:sldChg>
      <pc:sldChg chg="modSp mod">
        <pc:chgData name="Prince" userId="32056e2b7ba4347a" providerId="LiveId" clId="{EE59B1A2-4835-4B3F-8B18-368ECF057E4F}" dt="2023-07-27T11:18:11.670" v="24" actId="255"/>
        <pc:sldMkLst>
          <pc:docMk/>
          <pc:sldMk cId="0" sldId="261"/>
        </pc:sldMkLst>
        <pc:spChg chg="mod">
          <ac:chgData name="Prince" userId="32056e2b7ba4347a" providerId="LiveId" clId="{EE59B1A2-4835-4B3F-8B18-368ECF057E4F}" dt="2023-07-27T11:18:11.670" v="24" actId="255"/>
          <ac:spMkLst>
            <pc:docMk/>
            <pc:sldMk cId="0" sldId="261"/>
            <ac:spMk id="1048628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7:54.189" v="22" actId="255"/>
        <pc:sldMkLst>
          <pc:docMk/>
          <pc:sldMk cId="0" sldId="262"/>
        </pc:sldMkLst>
        <pc:spChg chg="mod">
          <ac:chgData name="Prince" userId="32056e2b7ba4347a" providerId="LiveId" clId="{EE59B1A2-4835-4B3F-8B18-368ECF057E4F}" dt="2023-07-27T11:17:54.189" v="22" actId="255"/>
          <ac:spMkLst>
            <pc:docMk/>
            <pc:sldMk cId="0" sldId="262"/>
            <ac:spMk id="1048634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7:40.347" v="21" actId="255"/>
        <pc:sldMkLst>
          <pc:docMk/>
          <pc:sldMk cId="0" sldId="263"/>
        </pc:sldMkLst>
        <pc:spChg chg="mod">
          <ac:chgData name="Prince" userId="32056e2b7ba4347a" providerId="LiveId" clId="{EE59B1A2-4835-4B3F-8B18-368ECF057E4F}" dt="2023-07-27T11:17:40.347" v="21" actId="255"/>
          <ac:spMkLst>
            <pc:docMk/>
            <pc:sldMk cId="0" sldId="263"/>
            <ac:spMk id="1048638" creationId="{00000000-0000-0000-0000-000000000000}"/>
          </ac:spMkLst>
        </pc:spChg>
        <pc:picChg chg="mod">
          <ac:chgData name="Prince" userId="32056e2b7ba4347a" providerId="LiveId" clId="{EE59B1A2-4835-4B3F-8B18-368ECF057E4F}" dt="2023-07-27T11:17:07.809" v="17" actId="14100"/>
          <ac:picMkLst>
            <pc:docMk/>
            <pc:sldMk cId="0" sldId="263"/>
            <ac:picMk id="2097153" creationId="{00000000-0000-0000-0000-000000000000}"/>
          </ac:picMkLst>
        </pc:picChg>
      </pc:sldChg>
      <pc:sldChg chg="modSp mod">
        <pc:chgData name="Prince" userId="32056e2b7ba4347a" providerId="LiveId" clId="{EE59B1A2-4835-4B3F-8B18-368ECF057E4F}" dt="2023-07-27T11:16:37.870" v="15" actId="255"/>
        <pc:sldMkLst>
          <pc:docMk/>
          <pc:sldMk cId="0" sldId="264"/>
        </pc:sldMkLst>
        <pc:spChg chg="mod">
          <ac:chgData name="Prince" userId="32056e2b7ba4347a" providerId="LiveId" clId="{EE59B1A2-4835-4B3F-8B18-368ECF057E4F}" dt="2023-07-27T11:16:37.870" v="15" actId="255"/>
          <ac:spMkLst>
            <pc:docMk/>
            <pc:sldMk cId="0" sldId="264"/>
            <ac:spMk id="1048641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6:25.094" v="14" actId="255"/>
        <pc:sldMkLst>
          <pc:docMk/>
          <pc:sldMk cId="0" sldId="265"/>
        </pc:sldMkLst>
        <pc:spChg chg="mod">
          <ac:chgData name="Prince" userId="32056e2b7ba4347a" providerId="LiveId" clId="{EE59B1A2-4835-4B3F-8B18-368ECF057E4F}" dt="2023-07-27T10:56:06.162" v="7"/>
          <ac:spMkLst>
            <pc:docMk/>
            <pc:sldMk cId="0" sldId="265"/>
            <ac:spMk id="1048643" creationId="{00000000-0000-0000-0000-000000000000}"/>
          </ac:spMkLst>
        </pc:spChg>
        <pc:spChg chg="mod">
          <ac:chgData name="Prince" userId="32056e2b7ba4347a" providerId="LiveId" clId="{EE59B1A2-4835-4B3F-8B18-368ECF057E4F}" dt="2023-07-27T11:16:25.094" v="14" actId="255"/>
          <ac:spMkLst>
            <pc:docMk/>
            <pc:sldMk cId="0" sldId="265"/>
            <ac:spMk id="1048644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6:09.119" v="13" actId="255"/>
        <pc:sldMkLst>
          <pc:docMk/>
          <pc:sldMk cId="0" sldId="266"/>
        </pc:sldMkLst>
        <pc:spChg chg="mod">
          <ac:chgData name="Prince" userId="32056e2b7ba4347a" providerId="LiveId" clId="{EE59B1A2-4835-4B3F-8B18-368ECF057E4F}" dt="2023-07-27T11:16:09.119" v="13" actId="255"/>
          <ac:spMkLst>
            <pc:docMk/>
            <pc:sldMk cId="0" sldId="266"/>
            <ac:spMk id="1048601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5:54.968" v="12" actId="255"/>
        <pc:sldMkLst>
          <pc:docMk/>
          <pc:sldMk cId="0" sldId="267"/>
        </pc:sldMkLst>
        <pc:spChg chg="mod">
          <ac:chgData name="Prince" userId="32056e2b7ba4347a" providerId="LiveId" clId="{EE59B1A2-4835-4B3F-8B18-368ECF057E4F}" dt="2023-07-27T11:15:54.968" v="12" actId="255"/>
          <ac:spMkLst>
            <pc:docMk/>
            <pc:sldMk cId="0" sldId="267"/>
            <ac:spMk id="1048598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4:48.170" v="11" actId="255"/>
        <pc:sldMkLst>
          <pc:docMk/>
          <pc:sldMk cId="0" sldId="268"/>
        </pc:sldMkLst>
        <pc:spChg chg="mod">
          <ac:chgData name="Prince" userId="32056e2b7ba4347a" providerId="LiveId" clId="{EE59B1A2-4835-4B3F-8B18-368ECF057E4F}" dt="2023-07-27T11:14:48.170" v="11" actId="255"/>
          <ac:spMkLst>
            <pc:docMk/>
            <pc:sldMk cId="0" sldId="268"/>
            <ac:spMk id="1048595" creationId="{00000000-0000-0000-0000-000000000000}"/>
          </ac:spMkLst>
        </pc:spChg>
      </pc:sldChg>
      <pc:sldChg chg="modSp mod">
        <pc:chgData name="Prince" userId="32056e2b7ba4347a" providerId="LiveId" clId="{EE59B1A2-4835-4B3F-8B18-368ECF057E4F}" dt="2023-07-27T11:14:32.940" v="10" actId="255"/>
        <pc:sldMkLst>
          <pc:docMk/>
          <pc:sldMk cId="0" sldId="269"/>
        </pc:sldMkLst>
        <pc:spChg chg="mod">
          <ac:chgData name="Prince" userId="32056e2b7ba4347a" providerId="LiveId" clId="{EE59B1A2-4835-4B3F-8B18-368ECF057E4F}" dt="2023-07-27T11:14:32.940" v="10" actId="255"/>
          <ac:spMkLst>
            <pc:docMk/>
            <pc:sldMk cId="0" sldId="269"/>
            <ac:spMk id="1048592" creationId="{00000000-0000-0000-0000-00000000000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7-27T10:17:31.128" idx="1">
    <p:pos x="1956" y="1331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69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E2676-CEB4-4ECB-963E-6476FB9AF6EB}" type="datetimeFigureOut">
              <a:rPr lang="en-US" smtClean="0"/>
              <a:t>7/27/2023</a:t>
            </a:fld>
            <a:endParaRPr lang="en-US" dirty="0"/>
          </a:p>
        </p:txBody>
      </p:sp>
      <p:sp>
        <p:nvSpPr>
          <p:cNvPr id="104869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4869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69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229F-116A-4D96-9022-901701B9A76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229F-116A-4D96-9022-901701B9A764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03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4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05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640B94-30A3-403B-8F2C-60B01EA6E6FE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0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585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DA1E-AC1A-46DA-AEBE-5A929F4A8D2B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4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CF8606E-8FA2-4821-9808-8186DDBD4D64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6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0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1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B6A6-D669-424D-90BC-4AD9531B18CB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7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80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4747-F151-49DC-8146-E9F64E893401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8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8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124A-5B14-4B09-83CD-E13CB6A22DFF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4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E5A7-973B-4DAA-8D8E-DBCEDFD1D35E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3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6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7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D6B25B5-B7B9-4E02-8F8D-A1DAAEF190B0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18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48619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2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C38A-D02B-47B3-9BD5-1C3E5BA6CCDC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2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/>
            <a:lvl2pPr algn="l"/>
            <a:lvl3pPr algn="l"/>
            <a:lvl4pPr algn="l"/>
            <a:lvl5pPr algn="l"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5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15E7-2BE7-4D66-B4A0-ECA1B24E786A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6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51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7EE62A-BFD7-46C6-B734-C8F7A794E4C3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C9259B8-9356-44A4-A955-6A71A63489E9}" type="datetime1">
              <a:rPr lang="en-US" smtClean="0"/>
              <a:t>7/27/2023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48581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582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583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IMPACT OF CLIMATE CHANGE (Oceanic warming and acidification) on marine Organisms </a:t>
            </a:r>
            <a:endParaRPr lang="zh-CN" altLang="en-US"/>
          </a:p>
        </p:txBody>
      </p:sp>
      <p:sp>
        <p:nvSpPr>
          <p:cNvPr id="1048609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Group 15</a:t>
            </a:r>
            <a:endParaRPr lang="zh-CN" altLang="en-US"/>
          </a:p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32176" y="5987668"/>
            <a:ext cx="1016440" cy="365125"/>
          </a:xfrm>
        </p:spPr>
        <p:txBody>
          <a:bodyPr/>
          <a:lstStyle/>
          <a:p>
            <a:fld id="{D57F1E4F-1CFF-5643-939E-217C01CDF565}" type="slidenum">
              <a:rPr lang="en-US" sz="200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0486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/>
              <a:t>Climate change On Marine Environment </a:t>
            </a:r>
            <a:endParaRPr lang="en-US"/>
          </a:p>
        </p:txBody>
      </p:sp>
      <p:sp>
        <p:nvSpPr>
          <p:cNvPr id="1048612" name="Content Placeholder 10486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with regards to the marine environment, connotates the changes in abiotic factors such as: sea levels, temperature, Ocean currents and Ocean acidification, affecting the livelihood of organisms in the marine ecosystem.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3" name="Slide Number Placeholder 10486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dirty="0"/>
              <a:t>2</a:t>
            </a:fld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0486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OCEAN WARMING </a:t>
            </a:r>
            <a:endParaRPr lang="en-US"/>
          </a:p>
        </p:txBody>
      </p:sp>
      <p:sp>
        <p:nvSpPr>
          <p:cNvPr id="1048615" name="Content Placeholder 10486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 warming refers to the increase in temperature of the Earth's oceans over time, primarily due to human activities such as the burning of fossil fuels and deforestation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1048616" name="Slide Number Placeholder 10486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dirty="0"/>
              <a:t>3</a:t>
            </a:fld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1048624" name="Text Placeholder 7"/>
          <p:cNvSpPr>
            <a:spLocks noGrp="1"/>
          </p:cNvSpPr>
          <p:nvPr>
            <p:ph type="body" sz="half" idx="2"/>
          </p:nvPr>
        </p:nvSpPr>
        <p:spPr>
          <a:xfrm>
            <a:off x="1162383" y="5856672"/>
            <a:ext cx="11029617" cy="564055"/>
          </a:xfrm>
        </p:spPr>
        <p:txBody>
          <a:bodyPr>
            <a:normAutofit/>
          </a:bodyPr>
          <a:lstStyle/>
          <a:p>
            <a:r>
              <a:rPr lang="en-US" altLang="en-US" sz="2400" b="1"/>
              <a:t>Fig 1.:</a:t>
            </a:r>
            <a:r>
              <a:rPr lang="zh-CN" altLang="en-US" sz="2400" b="1"/>
              <a:t>Average Global Sea Surface Temperature, 1880–2020 </a:t>
            </a:r>
            <a:r>
              <a:rPr lang="en-US" altLang="en-US" sz="2400" b="1"/>
              <a:t> (NOAA, 2021).</a:t>
            </a:r>
            <a:endParaRPr lang="zh-CN" altLang="en-US" b="1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 dirty="0"/>
          </a:p>
        </p:txBody>
      </p:sp>
      <p:pic>
        <p:nvPicPr>
          <p:cNvPr id="2097152" name="Picture 209715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48407" y="0"/>
            <a:ext cx="10862400" cy="59561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marine organism</a:t>
            </a:r>
            <a:endParaRPr lang="zh-CN" altLang="en-US"/>
          </a:p>
        </p:txBody>
      </p:sp>
      <p:sp>
        <p:nvSpPr>
          <p:cNvPr id="1048627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-</a:t>
            </a:r>
            <a:r>
              <a:rPr sz="2400"/>
              <a:t>Bleaching of coral reefs 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400"/>
              <a:t>-Distribution shifts </a:t>
            </a:r>
            <a:endParaRPr lang="zh-CN" altLang="en-US" sz="2800"/>
          </a:p>
          <a:p>
            <a:pPr marL="0" indent="0">
              <a:buNone/>
            </a:pPr>
            <a:r>
              <a:rPr lang="en-US" altLang="en-US" sz="2400"/>
              <a:t>-</a:t>
            </a:r>
            <a:r>
              <a:rPr lang="zh-CN" altLang="en-US" sz="2400"/>
              <a:t>Disruption of reproduction and breeding</a:t>
            </a:r>
            <a:endParaRPr lang="zh-CN" altLang="en-US" sz="2800"/>
          </a:p>
          <a:p>
            <a:pPr marL="0" indent="0">
              <a:buNone/>
            </a:pPr>
            <a:r>
              <a:rPr lang="en-US" altLang="en-US" sz="2400"/>
              <a:t>-</a:t>
            </a:r>
            <a:r>
              <a:rPr lang="zh-CN" altLang="en-US" sz="2400"/>
              <a:t>Reduced oxygen availability leading to suffocation</a:t>
            </a:r>
            <a:endParaRPr lang="zh-CN" altLang="en-US" sz="2800"/>
          </a:p>
          <a:p>
            <a:pPr marL="0" indent="0">
              <a:buNone/>
            </a:pPr>
            <a:r>
              <a:rPr lang="en-US" altLang="en-US" sz="2400"/>
              <a:t>-</a:t>
            </a:r>
            <a:r>
              <a:rPr lang="zh-CN" altLang="en-US" sz="2400"/>
              <a:t>Change in migration patterns.</a:t>
            </a:r>
            <a:endParaRPr lang="zh-CN" altLang="en-US"/>
          </a:p>
        </p:txBody>
      </p:sp>
      <p:sp>
        <p:nvSpPr>
          <p:cNvPr id="104862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58299" y="5973281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04863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Ocean acidification </a:t>
            </a:r>
            <a:endParaRPr lang="en-US"/>
          </a:p>
        </p:txBody>
      </p:sp>
      <p:sp>
        <p:nvSpPr>
          <p:cNvPr id="1048633" name="Subtitle 104863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IT'S I</a:t>
            </a:r>
            <a:r>
              <a:rPr lang="en-US"/>
              <a:t>mpact on marine organisms </a:t>
            </a:r>
          </a:p>
        </p:txBody>
      </p:sp>
      <p:sp>
        <p:nvSpPr>
          <p:cNvPr id="1048634" name="Slide Number Placeholder 10486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z="2000" dirty="0"/>
              <a:t>6</a:t>
            </a:fld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Number Placeholder 1048637"/>
          <p:cNvSpPr>
            <a:spLocks noGrp="1"/>
          </p:cNvSpPr>
          <p:nvPr>
            <p:ph type="sldNum" sz="quarter" idx="12"/>
          </p:nvPr>
        </p:nvSpPr>
        <p:spPr>
          <a:xfrm>
            <a:off x="10668659" y="5985911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dirty="0"/>
              <a:t>7</a:t>
            </a:fld>
            <a:endParaRPr lang="en-US" sz="2000" dirty="0"/>
          </a:p>
        </p:txBody>
      </p:sp>
      <p:pic>
        <p:nvPicPr>
          <p:cNvPr id="2097153" name="Picture 209715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8302" y="689526"/>
            <a:ext cx="10318732" cy="575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0486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DEFINITION</a:t>
            </a:r>
            <a:endParaRPr lang="en-US"/>
          </a:p>
        </p:txBody>
      </p:sp>
      <p:sp>
        <p:nvSpPr>
          <p:cNvPr id="1048640" name="Content Placeholder 104863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Oceanic acidification is the process by which the pH of seawater becomes more acidic due to the absorption of carbon dioxide from the atmosphere. </a:t>
            </a:r>
          </a:p>
        </p:txBody>
      </p:sp>
      <p:sp>
        <p:nvSpPr>
          <p:cNvPr id="1048641" name="Slide Number Placeholder 10486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dirty="0"/>
              <a:t>8</a:t>
            </a:fld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04864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OCEAN ACIDIFICATION CONT'D </a:t>
            </a:r>
            <a:endParaRPr lang="en-US"/>
          </a:p>
        </p:txBody>
      </p:sp>
      <p:sp>
        <p:nvSpPr>
          <p:cNvPr id="1048643" name="Content Placeholder 104864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ocean is the largest natural reservoir of dissolved carbon and holds an immense buffering capacity for changes in atmospheric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</a:t>
            </a:r>
            <a:r>
              <a:rPr lang="en-US" sz="2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concentrations.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increase of atmospheric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</a:t>
            </a:r>
            <a:r>
              <a:rPr lang="en-US" sz="2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the industrial revolution has caused oceans and seas to absorb increasingly greater amounts of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</a:t>
            </a:r>
            <a:r>
              <a:rPr lang="en-US" sz="2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process disturbs the pre-existing chemical equilibrium of the sea, resulting in seas changing their chemical state and altering the ocean pH, becoming more acidic(Williamson P, et al., 2017).</a:t>
            </a:r>
          </a:p>
        </p:txBody>
      </p:sp>
      <p:sp>
        <p:nvSpPr>
          <p:cNvPr id="1048644" name="Slide Number Placeholder 10486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dirty="0"/>
              <a:t>9</a:t>
            </a:fld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04859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IMPACT ON MARINE ORGANISMS</a:t>
            </a:r>
            <a:endParaRPr lang="en-US"/>
          </a:p>
        </p:txBody>
      </p:sp>
      <p:sp>
        <p:nvSpPr>
          <p:cNvPr id="1048600" name="Content Placeholder 104859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 of calcium carbonate formation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-Alteration of fish behavior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-Disruption of marine food webs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-Declining shellfish population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-Shifts in marine biodiversity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1" name="Slide Number Placeholder 104860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dirty="0"/>
              <a:t>10</a:t>
            </a:fld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04859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MITIGATING STRATEGIES to CLIMAtic changes </a:t>
            </a:r>
          </a:p>
        </p:txBody>
      </p:sp>
      <p:sp>
        <p:nvSpPr>
          <p:cNvPr id="1048597" name="Content Placeholder 1048596"/>
          <p:cNvSpPr>
            <a:spLocks noGrp="1"/>
          </p:cNvSpPr>
          <p:nvPr>
            <p:ph idx="1"/>
          </p:nvPr>
        </p:nvSpPr>
        <p:spPr>
          <a:xfrm>
            <a:off x="581192" y="2277834"/>
            <a:ext cx="11289028" cy="3678303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Greenhouse Gas Emissions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fishing practices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carbon initiatives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8" name="Slide Number Placeholder 104859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dirty="0"/>
              <a:t>11</a:t>
            </a:fld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04859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 </a:t>
            </a:r>
            <a:endParaRPr lang="en-US"/>
          </a:p>
        </p:txBody>
      </p:sp>
      <p:sp>
        <p:nvSpPr>
          <p:cNvPr id="1048594" name="Content Placeholder 104859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Oceanic climate change poses significant threats to marine organisms and ecosystems.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taking proactive measures and collective action, we can safeguard the health of our oceans and the life they sustain.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Slide Number Placeholder 104859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dirty="0"/>
              <a:t>12</a:t>
            </a:fld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04858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REFERENCES </a:t>
            </a:r>
            <a:endParaRPr lang="en-US"/>
          </a:p>
        </p:txBody>
      </p:sp>
      <p:sp>
        <p:nvSpPr>
          <p:cNvPr id="1048591" name="Content Placeholder 104859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(National Oceanic and Atmospheric Administration). 2021. Extended reconstructed sea surface temperature (ERSST.v5). National Centers for Environmental Information. Accessed February 2021.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Williamson P, Carol M.T, Silvana, NR.2017.Future of the sea: Ocean acidification</a:t>
            </a:r>
          </a:p>
        </p:txBody>
      </p:sp>
      <p:sp>
        <p:nvSpPr>
          <p:cNvPr id="1048592" name="Slide Number Placeholder 10485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dirty="0"/>
              <a:t>13</a:t>
            </a:fld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Slide Number Placeholder 104870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14</a:t>
            </a:fld>
            <a:endParaRPr lang="en-US" dirty="0"/>
          </a:p>
        </p:txBody>
      </p:sp>
      <p:pic>
        <p:nvPicPr>
          <p:cNvPr id="2097155" name="Picture 2097154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95738" y="560386"/>
            <a:ext cx="11015072" cy="5785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2AF576-2ABE-B51E-9A3C-E63A44A3CB98}"/>
              </a:ext>
            </a:extLst>
          </p:cNvPr>
          <p:cNvSpPr txBox="1"/>
          <p:nvPr/>
        </p:nvSpPr>
        <p:spPr>
          <a:xfrm>
            <a:off x="2963917" y="20810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B921B-D139-79BC-635B-A955CCD83F7D}"/>
              </a:ext>
            </a:extLst>
          </p:cNvPr>
          <p:cNvSpPr txBox="1"/>
          <p:nvPr/>
        </p:nvSpPr>
        <p:spPr>
          <a:xfrm>
            <a:off x="7720648" y="4442646"/>
            <a:ext cx="35516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THANKYOU !!!!!!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548</Words>
  <Application>Microsoft Office PowerPoint</Application>
  <PresentationFormat>Widescreen</PresentationFormat>
  <Paragraphs>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Gill Sans MT</vt:lpstr>
      <vt:lpstr>Times New Roman</vt:lpstr>
      <vt:lpstr>Wingdings 2</vt:lpstr>
      <vt:lpstr>Dividend</vt:lpstr>
      <vt:lpstr>IMPACT OF CLIMATE CHANGE (Oceanic warming and acidification) on marine Organisms </vt:lpstr>
      <vt:lpstr>Climate change On Marine Environment </vt:lpstr>
      <vt:lpstr>OCEAN WARMING </vt:lpstr>
      <vt:lpstr> </vt:lpstr>
      <vt:lpstr>Impact on marine organism</vt:lpstr>
      <vt:lpstr>Ocean acidification </vt:lpstr>
      <vt:lpstr>PowerPoint Presentation</vt:lpstr>
      <vt:lpstr>DEFINITION</vt:lpstr>
      <vt:lpstr>OCEAN ACIDIFICATION CONT'D </vt:lpstr>
      <vt:lpstr>IMPACT ON MARINE ORGANISMS</vt:lpstr>
      <vt:lpstr>MITIGATING STRATEGIES to CLIMAtic changes </vt:lpstr>
      <vt:lpstr>CONCLUSION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MALARIA, A VECTOR-BORNE DISEASE, AND ITS CONTROL</dc:title>
  <dc:creator>hp</dc:creator>
  <cp:lastModifiedBy>Prince</cp:lastModifiedBy>
  <cp:revision>1</cp:revision>
  <dcterms:created xsi:type="dcterms:W3CDTF">2023-07-17T20:34:06Z</dcterms:created>
  <dcterms:modified xsi:type="dcterms:W3CDTF">2023-07-27T11:19:44Z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d3a6165377964bf7b7896c511f9f6b53</vt:lpwstr>
  </property>
</Properties>
</file>