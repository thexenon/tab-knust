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9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5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9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7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6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0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4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5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5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78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6782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6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080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538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25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4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BC671-40CD-4024-92BD-4092CF2E30B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B6B40-DCCF-47EA-A5EE-96EC4BAD4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8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8E60-EE0B-9F4B-C342-84AF9FC48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METABOLIC SWITCH FOR DESERT SURVIVAL.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85AFA-F3D7-21F5-032E-53B940AF34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2060"/>
                </a:solidFill>
              </a:rPr>
              <a:t>GROUP 10</a:t>
            </a:r>
          </a:p>
        </p:txBody>
      </p:sp>
    </p:spTree>
    <p:extLst>
      <p:ext uri="{BB962C8B-B14F-4D97-AF65-F5344CB8AC3E}">
        <p14:creationId xmlns:p14="http://schemas.microsoft.com/office/powerpoint/2010/main" val="127275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BF89-9448-85BA-E050-7C96B565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88CEB-1CFE-74F3-410B-76AF42C69F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Deserts are regions where water and food are in short supply, posing challenging physiological problems for animal survival.</a:t>
            </a:r>
          </a:p>
          <a:p>
            <a:r>
              <a:rPr lang="en-US" sz="2400" dirty="0"/>
              <a:t>Drought is a major cause of food scarcity on the desert.</a:t>
            </a:r>
          </a:p>
          <a:p>
            <a:r>
              <a:rPr lang="en-US" sz="2400" dirty="0"/>
              <a:t>Desert animals have become more adapted for food scarcity than their non-desert relatives.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2052" name="Picture 4" descr="Fonti Kar on Twitter: &quot;Theory says metabolism is the 'pace-maker of  life'⏳If you have a fast metabolism, you live fast and die young compared  to those with slow metabolism 🔥🔥🔥Birds and mammals">
            <a:extLst>
              <a:ext uri="{FF2B5EF4-FFF2-40B4-BE49-F238E27FC236}">
                <a16:creationId xmlns:a16="http://schemas.microsoft.com/office/drawing/2014/main" id="{F1D6A860-F5BB-47C4-3881-28FF9DDC335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3" y="2021141"/>
            <a:ext cx="5474368" cy="4142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2CE1C-CF29-6068-75E4-23CCDCF2CC85}"/>
              </a:ext>
            </a:extLst>
          </p:cNvPr>
          <p:cNvSpPr txBox="1"/>
          <p:nvPr/>
        </p:nvSpPr>
        <p:spPr>
          <a:xfrm>
            <a:off x="7622697" y="6248400"/>
            <a:ext cx="364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1; Metabolic Switching</a:t>
            </a:r>
          </a:p>
        </p:txBody>
      </p:sp>
    </p:spTree>
    <p:extLst>
      <p:ext uri="{BB962C8B-B14F-4D97-AF65-F5344CB8AC3E}">
        <p14:creationId xmlns:p14="http://schemas.microsoft.com/office/powerpoint/2010/main" val="360138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04E1-D952-9FCE-768A-8F32D74B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METABOLIC SWITCH FOR DESERT SURVIVAL.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1171F-026C-5061-CDE9-F0E1E42E7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CA690D-44C4-A685-BFB5-F88CF42E4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6"/>
            <a:ext cx="4522120" cy="19464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7415F2-6483-7C24-E2D1-A46DA3C59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719" y="1825625"/>
            <a:ext cx="4593579" cy="1946426"/>
          </a:xfrm>
          <a:prstGeom prst="rect">
            <a:avLst/>
          </a:prstGeom>
        </p:spPr>
      </p:pic>
      <p:pic>
        <p:nvPicPr>
          <p:cNvPr id="3094" name="Picture 22" descr="Golden spiny mouse - Wikipedia">
            <a:extLst>
              <a:ext uri="{FF2B5EF4-FFF2-40B4-BE49-F238E27FC236}">
                <a16:creationId xmlns:a16="http://schemas.microsoft.com/office/drawing/2014/main" id="{02FA26DA-7403-56B7-F53C-7F687E1FE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074" y="4584170"/>
            <a:ext cx="4704398" cy="194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CA7605-1CC8-21BF-7B55-A5F625D6C08C}"/>
              </a:ext>
            </a:extLst>
          </p:cNvPr>
          <p:cNvSpPr txBox="1"/>
          <p:nvPr/>
        </p:nvSpPr>
        <p:spPr>
          <a:xfrm>
            <a:off x="1569855" y="3829808"/>
            <a:ext cx="244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2; Aestivation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95C95F-2081-EE84-DD52-4DD6C4CE2E9F}"/>
              </a:ext>
            </a:extLst>
          </p:cNvPr>
          <p:cNvSpPr txBox="1"/>
          <p:nvPr/>
        </p:nvSpPr>
        <p:spPr>
          <a:xfrm>
            <a:off x="7915359" y="3772051"/>
            <a:ext cx="213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3; Torpor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8F9F47-426C-5A6C-2C9E-497279891D0C}"/>
              </a:ext>
            </a:extLst>
          </p:cNvPr>
          <p:cNvSpPr txBox="1"/>
          <p:nvPr/>
        </p:nvSpPr>
        <p:spPr>
          <a:xfrm>
            <a:off x="8415716" y="5188051"/>
            <a:ext cx="3166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4; Low resting metabolic rate</a:t>
            </a:r>
          </a:p>
        </p:txBody>
      </p:sp>
    </p:spTree>
    <p:extLst>
      <p:ext uri="{BB962C8B-B14F-4D97-AF65-F5344CB8AC3E}">
        <p14:creationId xmlns:p14="http://schemas.microsoft.com/office/powerpoint/2010/main" val="1751070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5404-C533-0AD7-B719-0F253838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RESTING METABOLIC RATE.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78A6B-2537-6D3C-BFD7-4C0DDBD2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esting metabolic rate refers to the amount of calories burned when the body in completely at rest.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Desert animals have developed adaptations to lower the rate of resting metabolic reaction during food scarcity in other to survive longer.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one common physiological adaptation for desert life.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Resting metabolic rates 10-30% below values predicted by 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Kleiber’s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allometric equation have been observed in desert mammals ranging from insectivores and marsupials to rodents, carnivores, and ungulates.</a:t>
            </a:r>
          </a:p>
        </p:txBody>
      </p:sp>
    </p:spTree>
    <p:extLst>
      <p:ext uri="{BB962C8B-B14F-4D97-AF65-F5344CB8AC3E}">
        <p14:creationId xmlns:p14="http://schemas.microsoft.com/office/powerpoint/2010/main" val="75410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5BA30-5011-A3B8-29A0-8FA6E3F0F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BY JUAN MERKT AND RICHARD TAYLOR.</a:t>
            </a:r>
          </a:p>
        </p:txBody>
      </p:sp>
      <p:pic>
        <p:nvPicPr>
          <p:cNvPr id="1026" name="Picture 2" descr="Acomys russatus (Golden Spiny Mouse) | BioLib.cz">
            <a:extLst>
              <a:ext uri="{FF2B5EF4-FFF2-40B4-BE49-F238E27FC236}">
                <a16:creationId xmlns:a16="http://schemas.microsoft.com/office/drawing/2014/main" id="{CC7DEA7C-5107-FBAF-D73A-AC41F9AA82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63454"/>
            <a:ext cx="5283870" cy="397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hite Mouse Stock Photo - Download Image Now - Mouse - Animal, White Color,  Laboratory - iStock">
            <a:extLst>
              <a:ext uri="{FF2B5EF4-FFF2-40B4-BE49-F238E27FC236}">
                <a16:creationId xmlns:a16="http://schemas.microsoft.com/office/drawing/2014/main" id="{802DC6AE-C266-81EF-1B5B-EA06F14A7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346" y="1863454"/>
            <a:ext cx="5283869" cy="397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C79CE8-7CF8-258E-C6EC-E7DCA86C8542}"/>
              </a:ext>
            </a:extLst>
          </p:cNvPr>
          <p:cNvSpPr txBox="1"/>
          <p:nvPr/>
        </p:nvSpPr>
        <p:spPr>
          <a:xfrm>
            <a:off x="1715511" y="6012091"/>
            <a:ext cx="3236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5; The Golden Spiny Mouse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FBF1A-9153-E13B-7835-F8AF41B6C65F}"/>
              </a:ext>
            </a:extLst>
          </p:cNvPr>
          <p:cNvSpPr txBox="1"/>
          <p:nvPr/>
        </p:nvSpPr>
        <p:spPr>
          <a:xfrm>
            <a:off x="7687434" y="5913536"/>
            <a:ext cx="278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6; White Mouse</a:t>
            </a:r>
          </a:p>
        </p:txBody>
      </p:sp>
    </p:spTree>
    <p:extLst>
      <p:ext uri="{BB962C8B-B14F-4D97-AF65-F5344CB8AC3E}">
        <p14:creationId xmlns:p14="http://schemas.microsoft.com/office/powerpoint/2010/main" val="163473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3BB1-C506-8E8D-10AA-A034D4C7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BY JUAN MERKT AND RICHARD TAYLOR.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97D776-C1DD-D4EF-8286-568C0735B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08" t="15490" r="20625" b="6470"/>
          <a:stretch/>
        </p:blipFill>
        <p:spPr bwMode="auto">
          <a:xfrm>
            <a:off x="1788340" y="2023009"/>
            <a:ext cx="8779858" cy="43535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136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E6F8-4542-26C1-047C-5AB62B41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DESERT ANIMALS SWITCH THEIR METABOLISM DOWN.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A957D-3779-8937-C0C3-5111AB15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Reduction in oxygen consumption.</a:t>
            </a:r>
          </a:p>
          <a:p>
            <a:r>
              <a:rPr lang="en-US" sz="3200" dirty="0"/>
              <a:t>Reduction in rate of energy consumption processes.</a:t>
            </a:r>
          </a:p>
          <a:p>
            <a:r>
              <a:rPr lang="en-US" sz="3200" dirty="0"/>
              <a:t>Reduction in thyroxin secretion.</a:t>
            </a:r>
          </a:p>
        </p:txBody>
      </p:sp>
    </p:spTree>
    <p:extLst>
      <p:ext uri="{BB962C8B-B14F-4D97-AF65-F5344CB8AC3E}">
        <p14:creationId xmlns:p14="http://schemas.microsoft.com/office/powerpoint/2010/main" val="28646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C236-D4C4-A17B-66EA-C3A8BCEC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OF LOW RESTING METABOLIC RATE.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2D01-85D8-921A-1F4A-9DC26CA72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It helps conserve energy to prolong life span while maintaining some level of body activity as compared to the torpor which reduces the animal’s activity.</a:t>
            </a:r>
          </a:p>
        </p:txBody>
      </p:sp>
    </p:spTree>
    <p:extLst>
      <p:ext uri="{BB962C8B-B14F-4D97-AF65-F5344CB8AC3E}">
        <p14:creationId xmlns:p14="http://schemas.microsoft.com/office/powerpoint/2010/main" val="407732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F570-D4EA-4021-1782-E7FE9E3B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29975-D061-4D78-F2E5-F5ECADE38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This adaptation of desert mammals to desert life may provide a powerful tool for investigating metabolic response to food scarcity and starvation common to all mammals, including humans.</a:t>
            </a:r>
          </a:p>
        </p:txBody>
      </p:sp>
    </p:spTree>
    <p:extLst>
      <p:ext uri="{BB962C8B-B14F-4D97-AF65-F5344CB8AC3E}">
        <p14:creationId xmlns:p14="http://schemas.microsoft.com/office/powerpoint/2010/main" val="334384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BEE2-A665-C86E-0231-CA02DFC6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REFRENCES.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9234A-8CCA-6108-1C3F-81A5643F8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JUAN R. MERKT and C. RICHARD TAYLOR (1994). “Metabolic Switch” for desert survival.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Wilz M, Heldmaier G. Comparison of hibernation, estivation and daily torpor in the edible dormouse, Glis </a:t>
            </a:r>
            <a:r>
              <a:rPr lang="en-US" sz="32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glis</a:t>
            </a:r>
            <a:r>
              <a:rPr lang="en-US" sz="3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J Comp Physiol B. 2000 Nov;170(7):511-21.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282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150D-B66C-F61D-A992-E3507309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b="1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7BE60-1D20-373A-BA32-1ABC764F0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79752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340</TotalTime>
  <Words>352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Rockwell</vt:lpstr>
      <vt:lpstr>Symbol</vt:lpstr>
      <vt:lpstr>Times New Roman</vt:lpstr>
      <vt:lpstr>Damask</vt:lpstr>
      <vt:lpstr>METABOLIC SWITCH FOR DESERT SURVIVAL.</vt:lpstr>
      <vt:lpstr>INTRODUCTION.</vt:lpstr>
      <vt:lpstr>TYPES OF METABOLIC SWITCH FOR DESERT SURVIVAL.</vt:lpstr>
      <vt:lpstr>LOW RESTING METABOLIC RATE.</vt:lpstr>
      <vt:lpstr>CASE STUDY BY JUAN MERKT AND RICHARD TAYLOR.</vt:lpstr>
      <vt:lpstr>CASE STUDY BY JUAN MERKT AND RICHARD TAYLOR.</vt:lpstr>
      <vt:lpstr>HOW DO DESERT ANIMALS SWITCH THEIR METABOLISM DOWN.</vt:lpstr>
      <vt:lpstr>ADVANTAGE OF LOW RESTING METABOLIC RATE.</vt:lpstr>
      <vt:lpstr>CONCLUSION.</vt:lpstr>
      <vt:lpstr>REFRENCES.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METABOLIC SWITCH FOR DESERT SURVIVAL.</dc:title>
  <dc:creator>Pius Takyi</dc:creator>
  <cp:lastModifiedBy>Pius Takyi</cp:lastModifiedBy>
  <cp:revision>4</cp:revision>
  <dcterms:created xsi:type="dcterms:W3CDTF">2023-07-23T14:21:07Z</dcterms:created>
  <dcterms:modified xsi:type="dcterms:W3CDTF">2023-07-25T18:00:12Z</dcterms:modified>
</cp:coreProperties>
</file>