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howSpecialPlsOnTitleSld="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6651" autoAdjust="0"/>
    <p:restoredTop sz="94660"/>
  </p:normalViewPr>
  <p:slideViewPr>
    <p:cSldViewPr snapToGrid="0">
      <p:cViewPr varScale="1">
        <p:scale>
          <a:sx n="67" d="100"/>
          <a:sy n="67" d="100"/>
        </p:scale>
        <p:origin x="66" y="48"/>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tableStyles" Target="tableStyle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60" name=""/>
        <p:cNvGrpSpPr/>
        <p:nvPr/>
      </p:nvGrpSpPr>
      <p:grpSpPr>
        <a:xfrm>
          <a:off x="0" y="0"/>
          <a:ext cx="0" cy="0"/>
          <a:chOff x="0" y="0"/>
          <a:chExt cx="0" cy="0"/>
        </a:xfrm>
      </p:grpSpPr>
      <p:sp>
        <p:nvSpPr>
          <p:cNvPr id="1048696"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697"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DF81BD97-C995-4839-90A3-0C075041CA82}" type="datetimeFigureOut">
              <a:rPr lang="en-US" smtClean="0"/>
              <a:t>7/27/2023</a:t>
            </a:fld>
            <a:endParaRPr lang="en-US"/>
          </a:p>
        </p:txBody>
      </p:sp>
      <p:sp>
        <p:nvSpPr>
          <p:cNvPr id="1048698"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699"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01"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450C22C5-2F47-45E1-8FB9-98D0DD6AE66A}"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2" name="Title 1"/>
          <p:cNvSpPr>
            <a:spLocks noGrp="1"/>
          </p:cNvSpPr>
          <p:nvPr>
            <p:ph type="ctrTitle"/>
          </p:nvPr>
        </p:nvSpPr>
        <p:spPr>
          <a:xfrm>
            <a:off x="2417779" y="802298"/>
            <a:ext cx="8637073" cy="2541431"/>
          </a:xfrm>
        </p:spPr>
        <p:txBody>
          <a:bodyPr anchor="b" bIns="0">
            <a:normAutofit/>
          </a:bodyPr>
          <a:lstStyle>
            <a:lvl1pPr algn="l">
              <a:defRPr sz="6600"/>
            </a:lvl1pPr>
          </a:lstStyle>
          <a:p>
            <a:r>
              <a:rPr lang="en-US"/>
              <a:t>Click to edit Master title style</a:t>
            </a:r>
            <a:endParaRPr dirty="0" lang="en-US"/>
          </a:p>
        </p:txBody>
      </p:sp>
      <p:sp>
        <p:nvSpPr>
          <p:cNvPr id="1048583" name="Subtitle 2"/>
          <p:cNvSpPr>
            <a:spLocks noGrp="1"/>
          </p:cNvSpPr>
          <p:nvPr>
            <p:ph type="subTitle" idx="1"/>
          </p:nvPr>
        </p:nvSpPr>
        <p:spPr>
          <a:xfrm>
            <a:off x="2417780" y="3531204"/>
            <a:ext cx="8637072" cy="977621"/>
          </a:xfrm>
        </p:spPr>
        <p:txBody>
          <a:bodyPr bIns="91440" tIns="91440">
            <a:normAutofit/>
          </a:bodyPr>
          <a:lstStyle>
            <a:lvl1pPr algn="l" indent="0" marL="0">
              <a:buNone/>
              <a:defRPr baseline="0" b="0" cap="all" sz="1800">
                <a:solidFill>
                  <a:schemeClr val="tx1"/>
                </a:solidFill>
              </a:defRPr>
            </a:lvl1pPr>
            <a:lvl2pPr algn="ctr" indent="0" marL="457200">
              <a:buNone/>
              <a:defRPr sz="18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dirty="0" lang="en-US"/>
          </a:p>
        </p:txBody>
      </p:sp>
      <p:sp>
        <p:nvSpPr>
          <p:cNvPr id="1048584" name="Date Placeholder 3"/>
          <p:cNvSpPr>
            <a:spLocks noGrp="1"/>
          </p:cNvSpPr>
          <p:nvPr>
            <p:ph type="dt" sz="half" idx="10"/>
          </p:nvPr>
        </p:nvSpPr>
        <p:spPr/>
        <p:txBody>
          <a:bodyPr/>
          <a:p>
            <a:fld id="{4C359CEB-417F-4631-AFE3-965D904322CC}" type="datetime1">
              <a:rPr lang="en-US" smtClean="0"/>
              <a:t>7/27/2023</a:t>
            </a:fld>
            <a:endParaRPr dirty="0" lang="en-US"/>
          </a:p>
        </p:txBody>
      </p:sp>
      <p:sp>
        <p:nvSpPr>
          <p:cNvPr id="1048585" name="Footer Placeholder 4"/>
          <p:cNvSpPr>
            <a:spLocks noGrp="1"/>
          </p:cNvSpPr>
          <p:nvPr>
            <p:ph type="ftr" sz="quarter" idx="11"/>
          </p:nvPr>
        </p:nvSpPr>
        <p:spPr>
          <a:xfrm>
            <a:off x="2416500" y="329307"/>
            <a:ext cx="4973915" cy="309201"/>
          </a:xfrm>
        </p:spPr>
        <p:txBody>
          <a:bodyPr/>
          <a:p>
            <a:endParaRPr dirty="0" lang="en-US"/>
          </a:p>
        </p:txBody>
      </p:sp>
      <p:sp>
        <p:nvSpPr>
          <p:cNvPr id="1048586" name="Slide Number Placeholder 5"/>
          <p:cNvSpPr>
            <a:spLocks noGrp="1"/>
          </p:cNvSpPr>
          <p:nvPr>
            <p:ph type="sldNum" sz="quarter" idx="12"/>
          </p:nvPr>
        </p:nvSpPr>
        <p:spPr>
          <a:xfrm>
            <a:off x="1437664" y="798973"/>
            <a:ext cx="811019" cy="503578"/>
          </a:xfrm>
        </p:spPr>
        <p:txBody>
          <a:bodyPr/>
          <a:p>
            <a:fld id="{6D22F896-40B5-4ADD-8801-0D06FADFA095}" type="slidenum">
              <a:rPr lang="en-US" smtClean="0"/>
              <a:t>‹#›</a:t>
            </a:fld>
            <a:endParaRPr dirty="0" lang="en-US"/>
          </a:p>
        </p:txBody>
      </p:sp>
      <p:cxnSp>
        <p:nvCxnSpPr>
          <p:cNvPr id="3145729" name="Straight Connector 14"/>
          <p:cNvCxnSpPr>
            <a:cxnSpLocks/>
          </p:cNvCxnSpPr>
          <p:nvPr/>
        </p:nvCxnSpPr>
        <p:spPr>
          <a:xfrm>
            <a:off x="2417780" y="3528542"/>
            <a:ext cx="863707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3" name=""/>
        <p:cNvGrpSpPr/>
        <p:nvPr/>
      </p:nvGrpSpPr>
      <p:grpSpPr>
        <a:xfrm>
          <a:off x="0" y="0"/>
          <a:ext cx="0" cy="0"/>
          <a:chOff x="0" y="0"/>
          <a:chExt cx="0" cy="0"/>
        </a:xfrm>
      </p:grpSpPr>
      <p:sp>
        <p:nvSpPr>
          <p:cNvPr id="1048589" name="Title 1"/>
          <p:cNvSpPr>
            <a:spLocks noGrp="1"/>
          </p:cNvSpPr>
          <p:nvPr>
            <p:ph type="title"/>
          </p:nvPr>
        </p:nvSpPr>
        <p:spPr/>
        <p:txBody>
          <a:bodyPr/>
          <a:p>
            <a:r>
              <a:rPr lang="en-US"/>
              <a:t>Click to edit Master title style</a:t>
            </a:r>
            <a:endParaRPr dirty="0" lang="en-US"/>
          </a:p>
        </p:txBody>
      </p:sp>
      <p:sp>
        <p:nvSpPr>
          <p:cNvPr id="1048590" name="Content Placeholder 2"/>
          <p:cNvSpPr>
            <a:spLocks noGrp="1"/>
          </p:cNvSpPr>
          <p:nvPr>
            <p:ph idx="1"/>
          </p:nvPr>
        </p:nvSpPr>
        <p:spPr/>
        <p:txBody>
          <a:bodyPr ancho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91" name="Date Placeholder 3"/>
          <p:cNvSpPr>
            <a:spLocks noGrp="1"/>
          </p:cNvSpPr>
          <p:nvPr>
            <p:ph type="dt" sz="half" idx="10"/>
          </p:nvPr>
        </p:nvSpPr>
        <p:spPr/>
        <p:txBody>
          <a:bodyPr/>
          <a:p>
            <a:fld id="{C62477EB-540F-4762-B07B-4C01DD950FFB}" type="datetime1">
              <a:rPr lang="en-US" smtClean="0"/>
              <a:t>7/27/2023</a:t>
            </a:fld>
            <a:endParaRPr dirty="0" lang="en-US"/>
          </a:p>
        </p:txBody>
      </p:sp>
      <p:sp>
        <p:nvSpPr>
          <p:cNvPr id="1048592" name="Footer Placeholder 4"/>
          <p:cNvSpPr>
            <a:spLocks noGrp="1"/>
          </p:cNvSpPr>
          <p:nvPr>
            <p:ph type="ftr" sz="quarter" idx="11"/>
          </p:nvPr>
        </p:nvSpPr>
        <p:spPr/>
        <p:txBody>
          <a:bodyPr/>
          <a:p>
            <a:endParaRPr dirty="0" lang="en-US"/>
          </a:p>
        </p:txBody>
      </p:sp>
      <p:sp>
        <p:nvSpPr>
          <p:cNvPr id="1048593" name="Slide Number Placeholder 5"/>
          <p:cNvSpPr>
            <a:spLocks noGrp="1"/>
          </p:cNvSpPr>
          <p:nvPr>
            <p:ph type="sldNum" sz="quarter" idx="12"/>
          </p:nvPr>
        </p:nvSpPr>
        <p:spPr/>
        <p:txBody>
          <a:bodyPr/>
          <a:p>
            <a:fld id="{6D22F896-40B5-4ADD-8801-0D06FADFA095}" type="slidenum">
              <a:rPr lang="en-US" smtClean="0"/>
              <a:t>‹#›</a:t>
            </a:fld>
            <a:endParaRPr dirty="0" lang="en-US"/>
          </a:p>
        </p:txBody>
      </p:sp>
      <p:cxnSp>
        <p:nvCxnSpPr>
          <p:cNvPr id="3145730" name="Straight Connector 32"/>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5" name=""/>
        <p:cNvGrpSpPr/>
        <p:nvPr/>
      </p:nvGrpSpPr>
      <p:grpSpPr>
        <a:xfrm>
          <a:off x="0" y="0"/>
          <a:ext cx="0" cy="0"/>
          <a:chOff x="0" y="0"/>
          <a:chExt cx="0" cy="0"/>
        </a:xfrm>
      </p:grpSpPr>
      <p:sp>
        <p:nvSpPr>
          <p:cNvPr id="1048668"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dirty="0" lang="en-US"/>
          </a:p>
        </p:txBody>
      </p:sp>
      <p:sp>
        <p:nvSpPr>
          <p:cNvPr id="1048669" name="Text Placeholder 2"/>
          <p:cNvSpPr>
            <a:spLocks noGrp="1"/>
          </p:cNvSpPr>
          <p:nvPr>
            <p:ph type="body" idx="1"/>
          </p:nvPr>
        </p:nvSpPr>
        <p:spPr>
          <a:xfrm>
            <a:off x="1454239" y="3806195"/>
            <a:ext cx="8630446" cy="1012929"/>
          </a:xfrm>
        </p:spPr>
        <p:txBody>
          <a:bodyPr tIns="91440">
            <a:normAutofit/>
          </a:bodyPr>
          <a:lstStyle>
            <a:lvl1pPr algn="l" indent="0" marL="0">
              <a:buNone/>
              <a:defRPr sz="1800">
                <a:solidFill>
                  <a:schemeClr val="tx1"/>
                </a:solidFill>
              </a:defRPr>
            </a:lvl1pPr>
            <a:lvl2pPr indent="0" marL="457200">
              <a:buNone/>
              <a:defRPr sz="18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670" name="Date Placeholder 3"/>
          <p:cNvSpPr>
            <a:spLocks noGrp="1"/>
          </p:cNvSpPr>
          <p:nvPr>
            <p:ph type="dt" sz="half" idx="10"/>
          </p:nvPr>
        </p:nvSpPr>
        <p:spPr/>
        <p:txBody>
          <a:bodyPr/>
          <a:p>
            <a:fld id="{92C68DD0-3387-4207-BF42-06F133938D82}" type="datetime1">
              <a:rPr lang="en-US" smtClean="0"/>
              <a:t>7/27/2023</a:t>
            </a:fld>
            <a:endParaRPr dirty="0" lang="en-US"/>
          </a:p>
        </p:txBody>
      </p:sp>
      <p:sp>
        <p:nvSpPr>
          <p:cNvPr id="1048671" name="Footer Placeholder 4"/>
          <p:cNvSpPr>
            <a:spLocks noGrp="1"/>
          </p:cNvSpPr>
          <p:nvPr>
            <p:ph type="ftr" sz="quarter" idx="11"/>
          </p:nvPr>
        </p:nvSpPr>
        <p:spPr/>
        <p:txBody>
          <a:bodyPr/>
          <a:p>
            <a:endParaRPr dirty="0" lang="en-US"/>
          </a:p>
        </p:txBody>
      </p:sp>
      <p:sp>
        <p:nvSpPr>
          <p:cNvPr id="1048672" name="Slide Number Placeholder 5"/>
          <p:cNvSpPr>
            <a:spLocks noGrp="1"/>
          </p:cNvSpPr>
          <p:nvPr>
            <p:ph type="sldNum" sz="quarter" idx="12"/>
          </p:nvPr>
        </p:nvSpPr>
        <p:spPr/>
        <p:txBody>
          <a:bodyPr/>
          <a:p>
            <a:fld id="{6D22F896-40B5-4ADD-8801-0D06FADFA095}" type="slidenum">
              <a:rPr lang="en-US" smtClean="0"/>
              <a:t>‹#›</a:t>
            </a:fld>
            <a:endParaRPr dirty="0" lang="en-US"/>
          </a:p>
        </p:txBody>
      </p:sp>
      <p:cxnSp>
        <p:nvCxnSpPr>
          <p:cNvPr id="3145735" name="Straight Connector 14"/>
          <p:cNvCxnSpPr>
            <a:cxnSpLocks/>
          </p:cNvCxnSpPr>
          <p:nvPr/>
        </p:nvCxnSpPr>
        <p:spPr>
          <a:xfrm>
            <a:off x="1454239" y="3804985"/>
            <a:ext cx="8630446"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6" name=""/>
        <p:cNvGrpSpPr/>
        <p:nvPr/>
      </p:nvGrpSpPr>
      <p:grpSpPr>
        <a:xfrm>
          <a:off x="0" y="0"/>
          <a:ext cx="0" cy="0"/>
          <a:chOff x="0" y="0"/>
          <a:chExt cx="0" cy="0"/>
        </a:xfrm>
      </p:grpSpPr>
      <p:sp>
        <p:nvSpPr>
          <p:cNvPr id="1048673" name="Title 1"/>
          <p:cNvSpPr>
            <a:spLocks noGrp="1"/>
          </p:cNvSpPr>
          <p:nvPr>
            <p:ph type="title"/>
          </p:nvPr>
        </p:nvSpPr>
        <p:spPr>
          <a:xfrm>
            <a:off x="1449217" y="804889"/>
            <a:ext cx="9605635" cy="1059305"/>
          </a:xfrm>
        </p:spPr>
        <p:txBody>
          <a:bodyPr/>
          <a:p>
            <a:r>
              <a:rPr lang="en-US"/>
              <a:t>Click to edit Master title style</a:t>
            </a:r>
            <a:endParaRPr dirty="0" lang="en-US"/>
          </a:p>
        </p:txBody>
      </p:sp>
      <p:sp>
        <p:nvSpPr>
          <p:cNvPr id="1048674" name="Content Placeholder 2"/>
          <p:cNvSpPr>
            <a:spLocks noGrp="1"/>
          </p:cNvSpPr>
          <p:nvPr>
            <p:ph sz="half" idx="1"/>
          </p:nvPr>
        </p:nvSpPr>
        <p:spPr>
          <a:xfrm>
            <a:off x="1447331" y="2010878"/>
            <a:ext cx="4645152" cy="3448595"/>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5" name="Content Placeholder 3"/>
          <p:cNvSpPr>
            <a:spLocks noGrp="1"/>
          </p:cNvSpPr>
          <p:nvPr>
            <p:ph sz="half" idx="2"/>
          </p:nvPr>
        </p:nvSpPr>
        <p:spPr>
          <a:xfrm>
            <a:off x="6413771" y="2017343"/>
            <a:ext cx="4645152" cy="3441520"/>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6" name="Date Placeholder 4"/>
          <p:cNvSpPr>
            <a:spLocks noGrp="1"/>
          </p:cNvSpPr>
          <p:nvPr>
            <p:ph type="dt" sz="half" idx="10"/>
          </p:nvPr>
        </p:nvSpPr>
        <p:spPr/>
        <p:txBody>
          <a:bodyPr/>
          <a:p>
            <a:fld id="{0B1173E9-C791-437C-87CD-52DEDD153707}" type="datetime1">
              <a:rPr lang="en-US" smtClean="0"/>
              <a:t>7/27/2023</a:t>
            </a:fld>
            <a:endParaRPr dirty="0" lang="en-US"/>
          </a:p>
        </p:txBody>
      </p:sp>
      <p:sp>
        <p:nvSpPr>
          <p:cNvPr id="1048677" name="Footer Placeholder 5"/>
          <p:cNvSpPr>
            <a:spLocks noGrp="1"/>
          </p:cNvSpPr>
          <p:nvPr>
            <p:ph type="ftr" sz="quarter" idx="11"/>
          </p:nvPr>
        </p:nvSpPr>
        <p:spPr/>
        <p:txBody>
          <a:bodyPr/>
          <a:p>
            <a:endParaRPr dirty="0" lang="en-US"/>
          </a:p>
        </p:txBody>
      </p:sp>
      <p:sp>
        <p:nvSpPr>
          <p:cNvPr id="1048678" name="Slide Number Placeholder 6"/>
          <p:cNvSpPr>
            <a:spLocks noGrp="1"/>
          </p:cNvSpPr>
          <p:nvPr>
            <p:ph type="sldNum" sz="quarter" idx="12"/>
          </p:nvPr>
        </p:nvSpPr>
        <p:spPr/>
        <p:txBody>
          <a:bodyPr/>
          <a:p>
            <a:fld id="{6D22F896-40B5-4ADD-8801-0D06FADFA095}" type="slidenum">
              <a:rPr lang="en-US" smtClean="0"/>
              <a:t>‹#›</a:t>
            </a:fld>
            <a:endParaRPr dirty="0" lang="en-US"/>
          </a:p>
        </p:txBody>
      </p:sp>
      <p:cxnSp>
        <p:nvCxnSpPr>
          <p:cNvPr id="3145736" name="Straight Connector 34"/>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7" name=""/>
        <p:cNvGrpSpPr/>
        <p:nvPr/>
      </p:nvGrpSpPr>
      <p:grpSpPr>
        <a:xfrm>
          <a:off x="0" y="0"/>
          <a:ext cx="0" cy="0"/>
          <a:chOff x="0" y="0"/>
          <a:chExt cx="0" cy="0"/>
        </a:xfrm>
      </p:grpSpPr>
      <p:sp>
        <p:nvSpPr>
          <p:cNvPr id="1048679" name="Title 1"/>
          <p:cNvSpPr>
            <a:spLocks noGrp="1"/>
          </p:cNvSpPr>
          <p:nvPr>
            <p:ph type="title"/>
          </p:nvPr>
        </p:nvSpPr>
        <p:spPr>
          <a:xfrm>
            <a:off x="1447191" y="804163"/>
            <a:ext cx="9607661" cy="1056319"/>
          </a:xfrm>
        </p:spPr>
        <p:txBody>
          <a:bodyPr/>
          <a:p>
            <a:r>
              <a:rPr lang="en-US"/>
              <a:t>Click to edit Master title style</a:t>
            </a:r>
            <a:endParaRPr dirty="0" lang="en-US"/>
          </a:p>
        </p:txBody>
      </p:sp>
      <p:sp>
        <p:nvSpPr>
          <p:cNvPr id="1048680" name="Text Placeholder 2"/>
          <p:cNvSpPr>
            <a:spLocks noGrp="1"/>
          </p:cNvSpPr>
          <p:nvPr>
            <p:ph type="body" idx="1"/>
          </p:nvPr>
        </p:nvSpPr>
        <p:spPr>
          <a:xfrm>
            <a:off x="1447191" y="2019549"/>
            <a:ext cx="4645152" cy="801943"/>
          </a:xfrm>
        </p:spPr>
        <p:txBody>
          <a:bodyPr anchor="b">
            <a:normAutofit/>
          </a:bodyPr>
          <a:lstStyle>
            <a:lvl1pPr indent="0" marL="0">
              <a:lnSpc>
                <a:spcPct val="100000"/>
              </a:lnSpc>
              <a:buNone/>
              <a:defRPr baseline="0" b="0" cap="all" sz="2200">
                <a:solidFill>
                  <a:schemeClr val="accent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81" name="Content Placeholder 3"/>
          <p:cNvSpPr>
            <a:spLocks noGrp="1"/>
          </p:cNvSpPr>
          <p:nvPr>
            <p:ph sz="half" idx="2"/>
          </p:nvPr>
        </p:nvSpPr>
        <p:spPr>
          <a:xfrm>
            <a:off x="1447191" y="2824269"/>
            <a:ext cx="4645152" cy="2644457"/>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2" name="Text Placeholder 4"/>
          <p:cNvSpPr>
            <a:spLocks noGrp="1"/>
          </p:cNvSpPr>
          <p:nvPr>
            <p:ph type="body" sz="quarter" idx="3"/>
          </p:nvPr>
        </p:nvSpPr>
        <p:spPr>
          <a:xfrm>
            <a:off x="6412362" y="2023003"/>
            <a:ext cx="4645152" cy="802237"/>
          </a:xfrm>
        </p:spPr>
        <p:txBody>
          <a:bodyPr anchor="b">
            <a:normAutofit/>
          </a:bodyPr>
          <a:lstStyle>
            <a:lvl1pPr indent="0" marL="0">
              <a:lnSpc>
                <a:spcPct val="100000"/>
              </a:lnSpc>
              <a:buNone/>
              <a:defRPr baseline="0" b="0" cap="all" sz="2200">
                <a:solidFill>
                  <a:schemeClr val="accent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83" name="Content Placeholder 5"/>
          <p:cNvSpPr>
            <a:spLocks noGrp="1"/>
          </p:cNvSpPr>
          <p:nvPr>
            <p:ph sz="quarter" idx="4"/>
          </p:nvPr>
        </p:nvSpPr>
        <p:spPr>
          <a:xfrm>
            <a:off x="6412362" y="2821491"/>
            <a:ext cx="4645152" cy="2637371"/>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4" name="Date Placeholder 6"/>
          <p:cNvSpPr>
            <a:spLocks noGrp="1"/>
          </p:cNvSpPr>
          <p:nvPr>
            <p:ph type="dt" sz="half" idx="10"/>
          </p:nvPr>
        </p:nvSpPr>
        <p:spPr/>
        <p:txBody>
          <a:bodyPr/>
          <a:p>
            <a:fld id="{F1FA0164-D8EA-4F98-A1A9-847DEA1FCF2A}" type="datetime1">
              <a:rPr lang="en-US" smtClean="0"/>
              <a:t>7/27/2023</a:t>
            </a:fld>
            <a:endParaRPr dirty="0" lang="en-US"/>
          </a:p>
        </p:txBody>
      </p:sp>
      <p:sp>
        <p:nvSpPr>
          <p:cNvPr id="1048685" name="Footer Placeholder 7"/>
          <p:cNvSpPr>
            <a:spLocks noGrp="1"/>
          </p:cNvSpPr>
          <p:nvPr>
            <p:ph type="ftr" sz="quarter" idx="11"/>
          </p:nvPr>
        </p:nvSpPr>
        <p:spPr/>
        <p:txBody>
          <a:bodyPr/>
          <a:p>
            <a:endParaRPr dirty="0" lang="en-US"/>
          </a:p>
        </p:txBody>
      </p:sp>
      <p:sp>
        <p:nvSpPr>
          <p:cNvPr id="1048686" name="Slide Number Placeholder 8"/>
          <p:cNvSpPr>
            <a:spLocks noGrp="1"/>
          </p:cNvSpPr>
          <p:nvPr>
            <p:ph type="sldNum" sz="quarter" idx="12"/>
          </p:nvPr>
        </p:nvSpPr>
        <p:spPr/>
        <p:txBody>
          <a:bodyPr/>
          <a:p>
            <a:fld id="{6D22F896-40B5-4ADD-8801-0D06FADFA095}" type="slidenum">
              <a:rPr lang="en-US" smtClean="0"/>
              <a:t>‹#›</a:t>
            </a:fld>
            <a:endParaRPr dirty="0" lang="en-US"/>
          </a:p>
        </p:txBody>
      </p:sp>
      <p:cxnSp>
        <p:nvCxnSpPr>
          <p:cNvPr id="3145737" name="Straight Connector 28"/>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0" name=""/>
        <p:cNvGrpSpPr/>
        <p:nvPr/>
      </p:nvGrpSpPr>
      <p:grpSpPr>
        <a:xfrm>
          <a:off x="0" y="0"/>
          <a:ext cx="0" cy="0"/>
          <a:chOff x="0" y="0"/>
          <a:chExt cx="0" cy="0"/>
        </a:xfrm>
      </p:grpSpPr>
      <p:sp>
        <p:nvSpPr>
          <p:cNvPr id="1048646" name="Title 1"/>
          <p:cNvSpPr>
            <a:spLocks noGrp="1"/>
          </p:cNvSpPr>
          <p:nvPr>
            <p:ph type="title"/>
          </p:nvPr>
        </p:nvSpPr>
        <p:spPr/>
        <p:txBody>
          <a:bodyPr/>
          <a:p>
            <a:r>
              <a:rPr lang="en-US"/>
              <a:t>Click to edit Master title style</a:t>
            </a:r>
            <a:endParaRPr dirty="0" lang="en-US"/>
          </a:p>
        </p:txBody>
      </p:sp>
      <p:sp>
        <p:nvSpPr>
          <p:cNvPr id="1048647" name="Date Placeholder 2"/>
          <p:cNvSpPr>
            <a:spLocks noGrp="1"/>
          </p:cNvSpPr>
          <p:nvPr>
            <p:ph type="dt" sz="half" idx="10"/>
          </p:nvPr>
        </p:nvSpPr>
        <p:spPr/>
        <p:txBody>
          <a:bodyPr/>
          <a:p>
            <a:fld id="{1B8E0DE7-A93D-43A5-B1E9-1F65D5794486}" type="datetime1">
              <a:rPr lang="en-US" smtClean="0"/>
              <a:t>7/27/2023</a:t>
            </a:fld>
            <a:endParaRPr dirty="0" lang="en-US"/>
          </a:p>
        </p:txBody>
      </p:sp>
      <p:sp>
        <p:nvSpPr>
          <p:cNvPr id="1048648" name="Footer Placeholder 3"/>
          <p:cNvSpPr>
            <a:spLocks noGrp="1"/>
          </p:cNvSpPr>
          <p:nvPr>
            <p:ph type="ftr" sz="quarter" idx="11"/>
          </p:nvPr>
        </p:nvSpPr>
        <p:spPr/>
        <p:txBody>
          <a:bodyPr/>
          <a:p>
            <a:endParaRPr dirty="0" lang="en-US"/>
          </a:p>
        </p:txBody>
      </p:sp>
      <p:sp>
        <p:nvSpPr>
          <p:cNvPr id="1048649" name="Slide Number Placeholder 4"/>
          <p:cNvSpPr>
            <a:spLocks noGrp="1"/>
          </p:cNvSpPr>
          <p:nvPr>
            <p:ph type="sldNum" sz="quarter" idx="12"/>
          </p:nvPr>
        </p:nvSpPr>
        <p:spPr/>
        <p:txBody>
          <a:bodyPr/>
          <a:p>
            <a:fld id="{6D22F896-40B5-4ADD-8801-0D06FADFA095}" type="slidenum">
              <a:rPr lang="en-US" smtClean="0"/>
              <a:t>‹#›</a:t>
            </a:fld>
            <a:endParaRPr dirty="0" lang="en-US"/>
          </a:p>
        </p:txBody>
      </p:sp>
      <p:cxnSp>
        <p:nvCxnSpPr>
          <p:cNvPr id="3145731" name="Straight Connector 24"/>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8" name=""/>
        <p:cNvGrpSpPr/>
        <p:nvPr/>
      </p:nvGrpSpPr>
      <p:grpSpPr>
        <a:xfrm>
          <a:off x="0" y="0"/>
          <a:ext cx="0" cy="0"/>
          <a:chOff x="0" y="0"/>
          <a:chExt cx="0" cy="0"/>
        </a:xfrm>
      </p:grpSpPr>
      <p:sp>
        <p:nvSpPr>
          <p:cNvPr id="1048687" name="Date Placeholder 1"/>
          <p:cNvSpPr>
            <a:spLocks noGrp="1"/>
          </p:cNvSpPr>
          <p:nvPr>
            <p:ph type="dt" sz="half" idx="10"/>
          </p:nvPr>
        </p:nvSpPr>
        <p:spPr/>
        <p:txBody>
          <a:bodyPr/>
          <a:p>
            <a:fld id="{6F906D4F-8FF0-44AE-B3FC-37C0C49443B2}" type="datetime1">
              <a:rPr lang="en-US" smtClean="0"/>
              <a:t>7/27/2023</a:t>
            </a:fld>
            <a:endParaRPr dirty="0" lang="en-US"/>
          </a:p>
        </p:txBody>
      </p:sp>
      <p:sp>
        <p:nvSpPr>
          <p:cNvPr id="1048688" name="Footer Placeholder 2"/>
          <p:cNvSpPr>
            <a:spLocks noGrp="1"/>
          </p:cNvSpPr>
          <p:nvPr>
            <p:ph type="ftr" sz="quarter" idx="11"/>
          </p:nvPr>
        </p:nvSpPr>
        <p:spPr/>
        <p:txBody>
          <a:bodyPr/>
          <a:p>
            <a:endParaRPr dirty="0" lang="en-US"/>
          </a:p>
        </p:txBody>
      </p:sp>
      <p:sp>
        <p:nvSpPr>
          <p:cNvPr id="1048689" name="Slide Number Placeholder 3"/>
          <p:cNvSpPr>
            <a:spLocks noGrp="1"/>
          </p:cNvSpPr>
          <p:nvPr>
            <p:ph type="sldNum" sz="quarter" idx="12"/>
          </p:nvPr>
        </p:nvSpPr>
        <p:spPr/>
        <p:txBody>
          <a:bodyPr/>
          <a:p>
            <a:fld id="{6D22F896-40B5-4ADD-8801-0D06FADFA095}" type="slidenum">
              <a:rPr lang="en-US" smtClean="0"/>
              <a:t>‹#›</a:t>
            </a:fld>
            <a:endParaRPr dirty="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9" name=""/>
        <p:cNvGrpSpPr/>
        <p:nvPr/>
      </p:nvGrpSpPr>
      <p:grpSpPr>
        <a:xfrm>
          <a:off x="0" y="0"/>
          <a:ext cx="0" cy="0"/>
          <a:chOff x="0" y="0"/>
          <a:chExt cx="0" cy="0"/>
        </a:xfrm>
      </p:grpSpPr>
      <p:sp>
        <p:nvSpPr>
          <p:cNvPr id="1048690"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dirty="0" lang="en-US"/>
          </a:p>
        </p:txBody>
      </p:sp>
      <p:sp>
        <p:nvSpPr>
          <p:cNvPr id="1048691" name="Content Placeholder 2"/>
          <p:cNvSpPr>
            <a:spLocks noGrp="1"/>
          </p:cNvSpPr>
          <p:nvPr>
            <p:ph idx="1"/>
          </p:nvPr>
        </p:nvSpPr>
        <p:spPr>
          <a:xfrm>
            <a:off x="5043714" y="798974"/>
            <a:ext cx="6012470" cy="4658826"/>
          </a:xfrm>
        </p:spPr>
        <p:txBody>
          <a:bodyPr anchor="ct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2" name="Text Placeholder 3"/>
          <p:cNvSpPr>
            <a:spLocks noGrp="1"/>
          </p:cNvSpPr>
          <p:nvPr>
            <p:ph type="body" sz="half" idx="2"/>
          </p:nvPr>
        </p:nvSpPr>
        <p:spPr>
          <a:xfrm>
            <a:off x="1444671" y="3205491"/>
            <a:ext cx="3275013" cy="2248181"/>
          </a:xfrm>
        </p:spPr>
        <p:txBody>
          <a:bodyPr/>
          <a:lstStyle>
            <a:lvl1pPr algn="l"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93" name="Date Placeholder 4"/>
          <p:cNvSpPr>
            <a:spLocks noGrp="1"/>
          </p:cNvSpPr>
          <p:nvPr>
            <p:ph type="dt" sz="half" idx="10"/>
          </p:nvPr>
        </p:nvSpPr>
        <p:spPr/>
        <p:txBody>
          <a:bodyPr/>
          <a:p>
            <a:fld id="{74C6E21C-D9F7-4A03-961D-3033EA520EAC}" type="datetime1">
              <a:rPr lang="en-US" smtClean="0"/>
              <a:t>7/27/2023</a:t>
            </a:fld>
            <a:endParaRPr dirty="0" lang="en-US"/>
          </a:p>
        </p:txBody>
      </p:sp>
      <p:sp>
        <p:nvSpPr>
          <p:cNvPr id="1048694" name="Footer Placeholder 5"/>
          <p:cNvSpPr>
            <a:spLocks noGrp="1"/>
          </p:cNvSpPr>
          <p:nvPr>
            <p:ph type="ftr" sz="quarter" idx="11"/>
          </p:nvPr>
        </p:nvSpPr>
        <p:spPr/>
        <p:txBody>
          <a:bodyPr/>
          <a:p>
            <a:endParaRPr dirty="0" lang="en-US"/>
          </a:p>
        </p:txBody>
      </p:sp>
      <p:sp>
        <p:nvSpPr>
          <p:cNvPr id="1048695" name="Slide Number Placeholder 6"/>
          <p:cNvSpPr>
            <a:spLocks noGrp="1"/>
          </p:cNvSpPr>
          <p:nvPr>
            <p:ph type="sldNum" sz="quarter" idx="12"/>
          </p:nvPr>
        </p:nvSpPr>
        <p:spPr/>
        <p:txBody>
          <a:bodyPr/>
          <a:p>
            <a:fld id="{6D22F896-40B5-4ADD-8801-0D06FADFA095}" type="slidenum">
              <a:rPr lang="en-US" smtClean="0"/>
              <a:t>‹#›</a:t>
            </a:fld>
            <a:endParaRPr dirty="0" lang="en-US"/>
          </a:p>
        </p:txBody>
      </p:sp>
      <p:cxnSp>
        <p:nvCxnSpPr>
          <p:cNvPr id="3145738" name="Straight Connector 16"/>
          <p:cNvCxnSpPr>
            <a:cxnSpLocks/>
          </p:cNvCxnSpPr>
          <p:nvPr/>
        </p:nvCxnSpPr>
        <p:spPr>
          <a:xfrm>
            <a:off x="1448280" y="3205491"/>
            <a:ext cx="3269490"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2" name=""/>
        <p:cNvGrpSpPr/>
        <p:nvPr/>
      </p:nvGrpSpPr>
      <p:grpSpPr>
        <a:xfrm>
          <a:off x="0" y="0"/>
          <a:ext cx="0" cy="0"/>
          <a:chOff x="0" y="0"/>
          <a:chExt cx="0" cy="0"/>
        </a:xfrm>
      </p:grpSpPr>
      <p:grpSp>
        <p:nvGrpSpPr>
          <p:cNvPr id="53" name="Group 7"/>
          <p:cNvGrpSpPr/>
          <p:nvPr/>
        </p:nvGrpSpPr>
        <p:grpSpPr>
          <a:xfrm>
            <a:off x="7477387" y="482170"/>
            <a:ext cx="4074533" cy="5149101"/>
            <a:chOff x="7477387" y="482170"/>
            <a:chExt cx="4074533" cy="5149101"/>
          </a:xfrm>
        </p:grpSpPr>
        <p:sp>
          <p:nvSpPr>
            <p:cNvPr id="1048655" name="Rectangle 17"/>
            <p:cNvSpPr/>
            <p:nvPr/>
          </p:nvSpPr>
          <p:spPr bwMode="black">
            <a:xfrm>
              <a:off x="7477387" y="482170"/>
              <a:ext cx="4074533" cy="5149101"/>
            </a:xfrm>
            <a:prstGeom prst="rect"/>
            <a:gradFill>
              <a:gsLst>
                <a:gs pos="0">
                  <a:srgbClr val="000001"/>
                </a:gs>
                <a:gs pos="100000">
                  <a:srgbClr val="191919"/>
                </a:gs>
              </a:gsLst>
            </a:gradFill>
            <a:ln w="76200" cmpd="sng">
              <a:noFill/>
              <a:miter lim="800000"/>
            </a:ln>
            <a:effectLst>
              <a:outerShdw algn="tl" blurRad="127000" dir="4740000" dist="228600" rotWithShape="0" sx="98000" sy="98000">
                <a:srgbClr val="000000">
                  <a:alpha val="34000"/>
                </a:srgbClr>
              </a:outerShdw>
            </a:effectLst>
            <a:scene3d>
              <a:camera prst="orthographicFront"/>
              <a:lightRig dir="t" rig="threeP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048656" name="Rectangle 18"/>
            <p:cNvSpPr/>
            <p:nvPr/>
          </p:nvSpPr>
          <p:spPr bwMode="blackWhite">
            <a:xfrm>
              <a:off x="7790446" y="812506"/>
              <a:ext cx="3450289" cy="4466452"/>
            </a:xfrm>
            <a:prstGeom prst="rect"/>
            <a:gradFill>
              <a:gsLst>
                <a:gs pos="0">
                  <a:srgbClr val="DADADA"/>
                </a:gs>
                <a:gs pos="100000">
                  <a:srgbClr val="FFFFFE"/>
                </a:gs>
              </a:gsLst>
              <a:lin ang="16200000" scaled="0"/>
            </a:gradFill>
            <a:ln w="50800" cmpd="sng">
              <a:solidFill>
                <a:srgbClr val="191919"/>
              </a:solidFill>
              <a:miter lim="800000"/>
            </a:ln>
            <a:effectLst>
              <a:innerShdw blurRad="63500" dir="14100000" dist="88900">
                <a:srgbClr val="000000">
                  <a:alpha val="30000"/>
                </a:srgbClr>
              </a:innerShdw>
            </a:effectLst>
            <a:scene3d>
              <a:camera prst="orthographicFront"/>
              <a:lightRig dir="t" rig="threeP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1048657"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dirty="0" lang="en-US"/>
          </a:p>
        </p:txBody>
      </p:sp>
      <p:sp>
        <p:nvSpPr>
          <p:cNvPr id="1048658" name="Picture Placeholder 2"/>
          <p:cNvSpPr>
            <a:spLocks noChangeAspect="1" noGrp="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algn="ct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1048659" name="Text Placeholder 3"/>
          <p:cNvSpPr>
            <a:spLocks noGrp="1"/>
          </p:cNvSpPr>
          <p:nvPr>
            <p:ph type="body" sz="half" idx="2"/>
          </p:nvPr>
        </p:nvSpPr>
        <p:spPr>
          <a:xfrm>
            <a:off x="1450329" y="3145992"/>
            <a:ext cx="5524404" cy="2003742"/>
          </a:xfrm>
        </p:spPr>
        <p:txBody>
          <a:bodyPr>
            <a:normAutofit/>
          </a:bodyPr>
          <a:lstStyle>
            <a:lvl1pPr algn="l"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60" name="Date Placeholder 4"/>
          <p:cNvSpPr>
            <a:spLocks noGrp="1"/>
          </p:cNvSpPr>
          <p:nvPr>
            <p:ph type="dt" sz="half" idx="10"/>
          </p:nvPr>
        </p:nvSpPr>
        <p:spPr>
          <a:xfrm>
            <a:off x="1447382" y="5469856"/>
            <a:ext cx="5527351" cy="320123"/>
          </a:xfrm>
        </p:spPr>
        <p:txBody>
          <a:bodyPr/>
          <a:lstStyle>
            <a:lvl1pPr algn="l"/>
          </a:lstStyle>
          <a:p>
            <a:fld id="{7678168E-6ABB-48CC-9AFB-EC345C80CF80}" type="datetime1">
              <a:rPr lang="en-US" smtClean="0"/>
              <a:t>7/27/2023</a:t>
            </a:fld>
            <a:endParaRPr dirty="0" lang="en-US"/>
          </a:p>
        </p:txBody>
      </p:sp>
      <p:sp>
        <p:nvSpPr>
          <p:cNvPr id="1048661" name="Footer Placeholder 5"/>
          <p:cNvSpPr>
            <a:spLocks noGrp="1"/>
          </p:cNvSpPr>
          <p:nvPr>
            <p:ph type="ftr" sz="quarter" idx="11"/>
          </p:nvPr>
        </p:nvSpPr>
        <p:spPr>
          <a:xfrm>
            <a:off x="1447382" y="318640"/>
            <a:ext cx="5541004" cy="320931"/>
          </a:xfrm>
        </p:spPr>
        <p:txBody>
          <a:bodyPr/>
          <a:p>
            <a:endParaRPr dirty="0" lang="en-US"/>
          </a:p>
        </p:txBody>
      </p:sp>
      <p:sp>
        <p:nvSpPr>
          <p:cNvPr id="1048662" name="Slide Number Placeholder 6"/>
          <p:cNvSpPr>
            <a:spLocks noGrp="1"/>
          </p:cNvSpPr>
          <p:nvPr>
            <p:ph type="sldNum" sz="quarter" idx="12"/>
          </p:nvPr>
        </p:nvSpPr>
        <p:spPr/>
        <p:txBody>
          <a:bodyPr/>
          <a:p>
            <a:fld id="{6D22F896-40B5-4ADD-8801-0D06FADFA095}" type="slidenum">
              <a:rPr lang="en-US" smtClean="0"/>
              <a:t>‹#›</a:t>
            </a:fld>
            <a:endParaRPr dirty="0" lang="en-US"/>
          </a:p>
        </p:txBody>
      </p:sp>
      <p:cxnSp>
        <p:nvCxnSpPr>
          <p:cNvPr id="3145733" name="Straight Connector 30"/>
          <p:cNvCxnSpPr>
            <a:cxnSpLocks/>
          </p:cNvCxnSpPr>
          <p:nvPr/>
        </p:nvCxnSpPr>
        <p:spPr>
          <a:xfrm>
            <a:off x="1447382" y="3143605"/>
            <a:ext cx="5527351"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4" name=""/>
        <p:cNvGrpSpPr/>
        <p:nvPr/>
      </p:nvGrpSpPr>
      <p:grpSpPr>
        <a:xfrm>
          <a:off x="0" y="0"/>
          <a:ext cx="0" cy="0"/>
          <a:chOff x="0" y="0"/>
          <a:chExt cx="0" cy="0"/>
        </a:xfrm>
      </p:grpSpPr>
      <p:sp>
        <p:nvSpPr>
          <p:cNvPr id="1048663" name="Title 1"/>
          <p:cNvSpPr>
            <a:spLocks noGrp="1"/>
          </p:cNvSpPr>
          <p:nvPr>
            <p:ph type="title"/>
          </p:nvPr>
        </p:nvSpPr>
        <p:spPr/>
        <p:txBody>
          <a:bodyPr/>
          <a:p>
            <a:r>
              <a:rPr lang="en-US"/>
              <a:t>Click to edit Master title style</a:t>
            </a:r>
            <a:endParaRPr dirty="0" lang="en-US"/>
          </a:p>
        </p:txBody>
      </p:sp>
      <p:sp>
        <p:nvSpPr>
          <p:cNvPr id="1048664"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65" name="Date Placeholder 3"/>
          <p:cNvSpPr>
            <a:spLocks noGrp="1"/>
          </p:cNvSpPr>
          <p:nvPr>
            <p:ph type="dt" sz="half" idx="10"/>
          </p:nvPr>
        </p:nvSpPr>
        <p:spPr/>
        <p:txBody>
          <a:bodyPr/>
          <a:p>
            <a:fld id="{B1BB742C-FE96-4EE9-BCF2-B602F1008193}" type="datetime1">
              <a:rPr lang="en-US" smtClean="0"/>
              <a:t>7/27/2023</a:t>
            </a:fld>
            <a:endParaRPr dirty="0" lang="en-US"/>
          </a:p>
        </p:txBody>
      </p:sp>
      <p:sp>
        <p:nvSpPr>
          <p:cNvPr id="1048666" name="Footer Placeholder 4"/>
          <p:cNvSpPr>
            <a:spLocks noGrp="1"/>
          </p:cNvSpPr>
          <p:nvPr>
            <p:ph type="ftr" sz="quarter" idx="11"/>
          </p:nvPr>
        </p:nvSpPr>
        <p:spPr/>
        <p:txBody>
          <a:bodyPr/>
          <a:p>
            <a:endParaRPr dirty="0" lang="en-US"/>
          </a:p>
        </p:txBody>
      </p:sp>
      <p:sp>
        <p:nvSpPr>
          <p:cNvPr id="1048667" name="Slide Number Placeholder 5"/>
          <p:cNvSpPr>
            <a:spLocks noGrp="1"/>
          </p:cNvSpPr>
          <p:nvPr>
            <p:ph type="sldNum" sz="quarter" idx="12"/>
          </p:nvPr>
        </p:nvSpPr>
        <p:spPr/>
        <p:txBody>
          <a:bodyPr/>
          <a:p>
            <a:fld id="{6D22F896-40B5-4ADD-8801-0D06FADFA095}" type="slidenum">
              <a:rPr lang="en-US" smtClean="0"/>
              <a:t>‹#›</a:t>
            </a:fld>
            <a:endParaRPr dirty="0" lang="en-US"/>
          </a:p>
        </p:txBody>
      </p:sp>
      <p:cxnSp>
        <p:nvCxnSpPr>
          <p:cNvPr id="3145734" name="Straight Connector 25"/>
          <p:cNvCxnSpPr>
            <a:cxnSpLocks/>
          </p:cNvCxnSpPr>
          <p:nvPr/>
        </p:nvCxnSpPr>
        <p:spPr>
          <a:xfrm>
            <a:off x="1453896" y="1847088"/>
            <a:ext cx="9607522" cy="0"/>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51" name=""/>
        <p:cNvGrpSpPr/>
        <p:nvPr/>
      </p:nvGrpSpPr>
      <p:grpSpPr>
        <a:xfrm>
          <a:off x="0" y="0"/>
          <a:ext cx="0" cy="0"/>
          <a:chOff x="0" y="0"/>
          <a:chExt cx="0" cy="0"/>
        </a:xfrm>
      </p:grpSpPr>
      <p:sp>
        <p:nvSpPr>
          <p:cNvPr id="1048650" name="Vertical Title 1"/>
          <p:cNvSpPr>
            <a:spLocks noGrp="1"/>
          </p:cNvSpPr>
          <p:nvPr>
            <p:ph type="title" orient="vert"/>
          </p:nvPr>
        </p:nvSpPr>
        <p:spPr>
          <a:xfrm>
            <a:off x="9439111" y="798973"/>
            <a:ext cx="1615742" cy="4659889"/>
          </a:xfrm>
        </p:spPr>
        <p:txBody>
          <a:bodyPr vert="eaVert"/>
          <a:lstStyle>
            <a:lvl1pPr algn="l"/>
          </a:lstStyle>
          <a:p>
            <a:r>
              <a:rPr lang="en-US"/>
              <a:t>Click to edit Master title style</a:t>
            </a:r>
            <a:endParaRPr dirty="0" lang="en-US"/>
          </a:p>
        </p:txBody>
      </p:sp>
      <p:sp>
        <p:nvSpPr>
          <p:cNvPr id="1048651" name="Vertical Text Placeholder 2"/>
          <p:cNvSpPr>
            <a:spLocks noGrp="1"/>
          </p:cNvSpPr>
          <p:nvPr>
            <p:ph type="body" orient="vert" idx="1"/>
          </p:nvPr>
        </p:nvSpPr>
        <p:spPr>
          <a:xfrm>
            <a:off x="1444672" y="798973"/>
            <a:ext cx="7828830" cy="4659889"/>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52" name="Date Placeholder 3"/>
          <p:cNvSpPr>
            <a:spLocks noGrp="1"/>
          </p:cNvSpPr>
          <p:nvPr>
            <p:ph type="dt" sz="half" idx="10"/>
          </p:nvPr>
        </p:nvSpPr>
        <p:spPr/>
        <p:txBody>
          <a:bodyPr/>
          <a:p>
            <a:fld id="{F986C949-6432-4DD1-A237-46DB1D33D509}" type="datetime1">
              <a:rPr lang="en-US" smtClean="0"/>
              <a:t>7/27/2023</a:t>
            </a:fld>
            <a:endParaRPr dirty="0" lang="en-US"/>
          </a:p>
        </p:txBody>
      </p:sp>
      <p:sp>
        <p:nvSpPr>
          <p:cNvPr id="1048653" name="Footer Placeholder 4"/>
          <p:cNvSpPr>
            <a:spLocks noGrp="1"/>
          </p:cNvSpPr>
          <p:nvPr>
            <p:ph type="ftr" sz="quarter" idx="11"/>
          </p:nvPr>
        </p:nvSpPr>
        <p:spPr/>
        <p:txBody>
          <a:bodyPr/>
          <a:p>
            <a:endParaRPr dirty="0" lang="en-US"/>
          </a:p>
        </p:txBody>
      </p:sp>
      <p:sp>
        <p:nvSpPr>
          <p:cNvPr id="1048654" name="Slide Number Placeholder 5"/>
          <p:cNvSpPr>
            <a:spLocks noGrp="1"/>
          </p:cNvSpPr>
          <p:nvPr>
            <p:ph type="sldNum" sz="quarter" idx="12"/>
          </p:nvPr>
        </p:nvSpPr>
        <p:spPr/>
        <p:txBody>
          <a:bodyPr/>
          <a:p>
            <a:fld id="{6D22F896-40B5-4ADD-8801-0D06FADFA095}" type="slidenum">
              <a:rPr lang="en-US" smtClean="0"/>
              <a:t>‹#›</a:t>
            </a:fld>
            <a:endParaRPr dirty="0" lang="en-US"/>
          </a:p>
        </p:txBody>
      </p:sp>
      <p:cxnSp>
        <p:nvCxnSpPr>
          <p:cNvPr id="3145732" name="Straight Connector 14"/>
          <p:cNvCxnSpPr>
            <a:cxnSpLocks/>
          </p:cNvCxnSpPr>
          <p:nvPr/>
        </p:nvCxnSpPr>
        <p:spPr>
          <a:xfrm>
            <a:off x="9439111" y="798973"/>
            <a:ext cx="0" cy="4659889"/>
          </a:xfrm>
          <a:prstGeom prst="line"/>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image" Target="../media/image2.jpeg"/><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2"/>
          <a:srcRect/>
          <a:tile algn="tl" flip="none" sx="100000" sy="100000" tx="0" ty="0"/>
        </a:blipFill>
        <a:effectLst/>
      </p:bgPr>
    </p:bg>
    <p:spTree>
      <p:nvGrpSpPr>
        <p:cNvPr id="12" name=""/>
        <p:cNvGrpSpPr/>
        <p:nvPr/>
      </p:nvGrpSpPr>
      <p:grpSpPr>
        <a:xfrm>
          <a:off x="0" y="0"/>
          <a:ext cx="0" cy="0"/>
          <a:chOff x="0" y="0"/>
          <a:chExt cx="0" cy="0"/>
        </a:xfrm>
      </p:grpSpPr>
      <p:sp>
        <p:nvSpPr>
          <p:cNvPr id="1048576" name="Rectangle 7"/>
          <p:cNvSpPr/>
          <p:nvPr/>
        </p:nvSpPr>
        <p:spPr>
          <a:xfrm>
            <a:off x="0" y="2019476"/>
            <a:ext cx="12192000" cy="4105941"/>
          </a:xfrm>
          <a:prstGeom prst="rect"/>
          <a:gradFill flip="none" rotWithShape="1">
            <a:gsLst>
              <a:gs pos="0">
                <a:schemeClr val="bg2">
                  <a:alpha val="0"/>
                </a:schemeClr>
              </a:gs>
              <a:gs pos="100000">
                <a:schemeClr val="bg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2097152" name="Picture 6"/>
          <p:cNvPicPr>
            <a:picLocks noChangeAspect="1"/>
          </p:cNvPicPr>
          <p:nvPr/>
        </p:nvPicPr>
        <p:blipFill rotWithShape="1">
          <a:blip xmlns:r="http://schemas.openxmlformats.org/officeDocument/2006/relationships" r:embed="rId13"/>
          <a:srcRect t="1538" b="-1538"/>
          <a:stretch>
            <a:fillRect/>
          </a:stretch>
        </p:blipFill>
        <p:spPr bwMode="black">
          <a:xfrm>
            <a:off x="0" y="6126480"/>
            <a:ext cx="12192000" cy="742950"/>
          </a:xfrm>
          <a:prstGeom prst="rect"/>
        </p:spPr>
      </p:pic>
      <p:sp>
        <p:nvSpPr>
          <p:cNvPr id="1048577" name="Title Placeholder 1"/>
          <p:cNvSpPr>
            <a:spLocks noGrp="1"/>
          </p:cNvSpPr>
          <p:nvPr>
            <p:ph type="title"/>
          </p:nvPr>
        </p:nvSpPr>
        <p:spPr>
          <a:xfrm>
            <a:off x="1451579" y="804519"/>
            <a:ext cx="9603275" cy="1049235"/>
          </a:xfrm>
          <a:prstGeom prst="rect"/>
        </p:spPr>
        <p:txBody>
          <a:bodyPr anchor="t" bIns="45720" lIns="91440" rIns="91440" rtlCol="0" tIns="45720" vert="horz">
            <a:normAutofit/>
          </a:bodyPr>
          <a:p>
            <a:r>
              <a:rPr lang="en-US"/>
              <a:t>Click to edit Master title style</a:t>
            </a:r>
            <a:endParaRPr dirty="0" lang="en-US"/>
          </a:p>
        </p:txBody>
      </p:sp>
      <p:sp>
        <p:nvSpPr>
          <p:cNvPr id="1048578" name="Text Placeholder 2"/>
          <p:cNvSpPr>
            <a:spLocks noGrp="1"/>
          </p:cNvSpPr>
          <p:nvPr>
            <p:ph type="body" idx="1"/>
          </p:nvPr>
        </p:nvSpPr>
        <p:spPr>
          <a:xfrm>
            <a:off x="1451579" y="2015732"/>
            <a:ext cx="9603275" cy="3450613"/>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79" name="Date Placeholder 3"/>
          <p:cNvSpPr>
            <a:spLocks noGrp="1"/>
          </p:cNvSpPr>
          <p:nvPr>
            <p:ph type="dt" sz="half" idx="2"/>
          </p:nvPr>
        </p:nvSpPr>
        <p:spPr>
          <a:xfrm>
            <a:off x="7554138" y="330370"/>
            <a:ext cx="3500715" cy="309201"/>
          </a:xfrm>
          <a:prstGeom prst="rect"/>
        </p:spPr>
        <p:txBody>
          <a:bodyPr anchor="ctr" bIns="45720" lIns="91440" rIns="91440" rtlCol="0" tIns="45720" vert="horz"/>
          <a:lstStyle>
            <a:lvl1pPr algn="r">
              <a:defRPr sz="1000">
                <a:solidFill>
                  <a:schemeClr val="tx1">
                    <a:tint val="75000"/>
                  </a:schemeClr>
                </a:solidFill>
              </a:defRPr>
            </a:lvl1pPr>
          </a:lstStyle>
          <a:p>
            <a:fld id="{6E7690EA-5502-4BE7-8081-7BFA37CFE068}" type="datetime1">
              <a:rPr lang="en-US" smtClean="0"/>
              <a:t>7/27/2023</a:t>
            </a:fld>
            <a:endParaRPr dirty="0" lang="en-US"/>
          </a:p>
        </p:txBody>
      </p:sp>
      <p:sp>
        <p:nvSpPr>
          <p:cNvPr id="1048580" name="Footer Placeholder 4"/>
          <p:cNvSpPr>
            <a:spLocks noGrp="1"/>
          </p:cNvSpPr>
          <p:nvPr>
            <p:ph type="ftr" sz="quarter" idx="3"/>
          </p:nvPr>
        </p:nvSpPr>
        <p:spPr>
          <a:xfrm>
            <a:off x="1451579" y="329307"/>
            <a:ext cx="5938836" cy="309201"/>
          </a:xfrm>
          <a:prstGeom prst="rect"/>
        </p:spPr>
        <p:txBody>
          <a:bodyPr anchor="ctr" bIns="45720" lIns="91440" rIns="91440" rtlCol="0" tIns="45720" vert="horz"/>
          <a:lstStyle>
            <a:lvl1pPr algn="l">
              <a:defRPr sz="1000">
                <a:solidFill>
                  <a:schemeClr val="tx1">
                    <a:tint val="75000"/>
                  </a:schemeClr>
                </a:solidFill>
              </a:defRPr>
            </a:lvl1pPr>
          </a:lstStyle>
          <a:p>
            <a:endParaRPr dirty="0" lang="en-US"/>
          </a:p>
        </p:txBody>
      </p:sp>
      <p:sp>
        <p:nvSpPr>
          <p:cNvPr id="1048581" name="Slide Number Placeholder 5"/>
          <p:cNvSpPr>
            <a:spLocks noGrp="1"/>
          </p:cNvSpPr>
          <p:nvPr>
            <p:ph type="sldNum" sz="quarter" idx="4"/>
          </p:nvPr>
        </p:nvSpPr>
        <p:spPr>
          <a:xfrm>
            <a:off x="480060" y="798973"/>
            <a:ext cx="811019" cy="503578"/>
          </a:xfrm>
          <a:prstGeom prst="rect"/>
        </p:spPr>
        <p:txBody>
          <a:bodyPr anchor="t" bIns="45720" lIns="91440" rIns="91440" rtlCol="0" tIns="45720" vert="horz"/>
          <a:lstStyle>
            <a:lvl1pPr algn="r">
              <a:defRPr sz="2800">
                <a:solidFill>
                  <a:schemeClr val="accent1"/>
                </a:solidFill>
              </a:defRPr>
            </a:lvl1pPr>
          </a:lstStyle>
          <a:p>
            <a:fld id="{6D22F896-40B5-4ADD-8801-0D06FADFA095}" type="slidenum">
              <a:rPr lang="en-US" smtClean="0"/>
              <a:t>‹#›</a:t>
            </a:fld>
            <a:endParaRPr dirty="0" lang="en-US"/>
          </a:p>
        </p:txBody>
      </p:sp>
      <p:cxnSp>
        <p:nvCxnSpPr>
          <p:cNvPr id="3145728" name="Straight Connector 9"/>
          <p:cNvCxnSpPr>
            <a:cxnSpLocks/>
          </p:cNvCxnSpPr>
          <p:nvPr/>
        </p:nvCxnSpPr>
        <p:spPr>
          <a:xfrm>
            <a:off x="0" y="6128413"/>
            <a:ext cx="12192000" cy="0"/>
          </a:xfrm>
          <a:prstGeom prst="line"/>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lvl1pPr algn="l" defTabSz="914400" eaLnBrk="1" hangingPunct="1" latinLnBrk="0" rtl="0">
        <a:lnSpc>
          <a:spcPct val="90000"/>
        </a:lnSpc>
        <a:spcBef>
          <a:spcPct val="0"/>
        </a:spcBef>
        <a:buNone/>
        <a:defRPr b="0" cap="all" sz="3200" i="0" kern="1200">
          <a:solidFill>
            <a:schemeClr val="tx1"/>
          </a:solidFill>
          <a:effectLst/>
          <a:latin typeface="+mj-lt"/>
          <a:ea typeface="+mj-ea"/>
          <a:cs typeface="+mj-cs"/>
        </a:defRPr>
      </a:lvl1pPr>
    </p:titleStyle>
    <p:bodyStyle>
      <a:lvl1pPr algn="l" defTabSz="914400" eaLnBrk="1" hangingPunct="1" indent="-228600" latinLnBrk="0" marL="228600" rtl="0">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algn="l" defTabSz="914400" eaLnBrk="1" hangingPunct="1" indent="-228600" latinLnBrk="0" marL="685800" rtl="0">
        <a:lnSpc>
          <a:spcPct val="120000"/>
        </a:lnSpc>
        <a:spcBef>
          <a:spcPts val="500"/>
        </a:spcBef>
        <a:buClr>
          <a:schemeClr val="accent1"/>
        </a:buClr>
        <a:buSzPct val="100000"/>
        <a:buFont typeface="Arial" panose="020B0604020202020204" pitchFamily="34" charset="0"/>
        <a:buChar char="•"/>
        <a:defRPr baseline="0" cap="none" sz="1800" kern="1200">
          <a:solidFill>
            <a:schemeClr val="tx1"/>
          </a:solidFill>
          <a:effectLst/>
          <a:latin typeface="+mn-lt"/>
          <a:ea typeface="+mn-ea"/>
          <a:cs typeface="+mn-cs"/>
        </a:defRPr>
      </a:lvl2pPr>
      <a:lvl3pPr algn="l" defTabSz="914400" eaLnBrk="1" hangingPunct="1" indent="-228600" latinLnBrk="0" marL="1143000" rtl="0">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algn="l" defTabSz="914400" eaLnBrk="1" hangingPunct="1" indent="-228600" latinLnBrk="0" marL="1600200" rtl="0">
        <a:lnSpc>
          <a:spcPct val="120000"/>
        </a:lnSpc>
        <a:spcBef>
          <a:spcPts val="500"/>
        </a:spcBef>
        <a:buClr>
          <a:schemeClr val="accent1"/>
        </a:buClr>
        <a:buSzPct val="100000"/>
        <a:buFont typeface="Arial" panose="020B0604020202020204" pitchFamily="34" charset="0"/>
        <a:buChar char="•"/>
        <a:defRPr baseline="0" cap="none" sz="1400" kern="1200">
          <a:solidFill>
            <a:schemeClr val="tx1"/>
          </a:solidFill>
          <a:effectLst/>
          <a:latin typeface="+mn-lt"/>
          <a:ea typeface="+mn-ea"/>
          <a:cs typeface="+mn-cs"/>
        </a:defRPr>
      </a:lvl4pPr>
      <a:lvl5pPr algn="l" defTabSz="914400" eaLnBrk="1" hangingPunct="1" indent="-228600" latinLnBrk="0" marL="2057400" rtl="0">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algn="l" defTabSz="914400" eaLnBrk="1" hangingPunct="1" indent="-228600" latinLnBrk="0" marL="2514600" rtl="0">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algn="l" defTabSz="914400" eaLnBrk="1" hangingPunct="1" indent="-228600" latinLnBrk="0" marL="2971800" rtl="0">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algn="l" defTabSz="914400" eaLnBrk="1" hangingPunct="1" indent="-228600" latinLnBrk="0" marL="3429000" rtl="0">
        <a:lnSpc>
          <a:spcPct val="120000"/>
        </a:lnSpc>
        <a:spcBef>
          <a:spcPts val="500"/>
        </a:spcBef>
        <a:buClr>
          <a:schemeClr val="accent1"/>
        </a:buClr>
        <a:buSzPct val="100000"/>
        <a:buFont typeface="Arial" panose="020B0604020202020204" pitchFamily="34" charset="0"/>
        <a:buChar char="•"/>
        <a:defRPr baseline="0" sz="1200" kern="1200">
          <a:solidFill>
            <a:schemeClr val="tx1"/>
          </a:solidFill>
          <a:effectLst/>
          <a:latin typeface="+mn-lt"/>
          <a:ea typeface="+mn-ea"/>
          <a:cs typeface="+mn-cs"/>
        </a:defRPr>
      </a:lvl8pPr>
      <a:lvl9pPr algn="l" defTabSz="914400" eaLnBrk="1" hangingPunct="1" indent="-228600" latinLnBrk="0" marL="3886200" rtl="0">
        <a:lnSpc>
          <a:spcPct val="120000"/>
        </a:lnSpc>
        <a:spcBef>
          <a:spcPts val="500"/>
        </a:spcBef>
        <a:buClr>
          <a:schemeClr val="accent1"/>
        </a:buClr>
        <a:buSzPct val="100000"/>
        <a:buFont typeface="Arial" panose="020B0604020202020204" pitchFamily="34" charset="0"/>
        <a:buChar char="•"/>
        <a:defRPr baseline="0" sz="1200" kern="1200">
          <a:solidFill>
            <a:schemeClr val="tx1"/>
          </a:solidFill>
          <a:effectLst/>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alphaModFix amt="74000"/>
            <a:lum/>
          </a:blip>
          <a:srcRect/>
          <a:stretch>
            <a:fillRect t="-17000" b="-17000"/>
          </a:stretch>
        </a:blipFill>
        <a:effectLst/>
      </p:bgPr>
    </p:bg>
    <p:spTree>
      <p:nvGrpSpPr>
        <p:cNvPr id="25" name=""/>
        <p:cNvGrpSpPr/>
        <p:nvPr/>
      </p:nvGrpSpPr>
      <p:grpSpPr>
        <a:xfrm>
          <a:off x="0" y="0"/>
          <a:ext cx="0" cy="0"/>
          <a:chOff x="0" y="0"/>
          <a:chExt cx="0" cy="0"/>
        </a:xfrm>
      </p:grpSpPr>
      <p:sp>
        <p:nvSpPr>
          <p:cNvPr id="1048587" name="Title 1"/>
          <p:cNvSpPr>
            <a:spLocks noGrp="1"/>
          </p:cNvSpPr>
          <p:nvPr>
            <p:ph type="ctrTitle"/>
          </p:nvPr>
        </p:nvSpPr>
        <p:spPr>
          <a:xfrm>
            <a:off x="342901" y="1285874"/>
            <a:ext cx="10711952" cy="2943226"/>
          </a:xfrm>
        </p:spPr>
        <p:txBody>
          <a:bodyPr>
            <a:noAutofit/>
          </a:bodyPr>
          <a:p>
            <a:pPr algn="ctr"/>
            <a:r>
              <a:rPr b="1" dirty="0" lang="en-US"/>
              <a:t>Drought stress in plants</a:t>
            </a:r>
            <a:br>
              <a:rPr b="1" dirty="0" lang="en-US"/>
            </a:br>
            <a:endParaRPr b="1" dirty="0" lang="en-US"/>
          </a:p>
        </p:txBody>
      </p:sp>
      <p:sp>
        <p:nvSpPr>
          <p:cNvPr id="1048588" name="TextBox 2"/>
          <p:cNvSpPr txBox="1"/>
          <p:nvPr/>
        </p:nvSpPr>
        <p:spPr>
          <a:xfrm>
            <a:off x="7915276" y="3686175"/>
            <a:ext cx="2971800" cy="707886"/>
          </a:xfrm>
          <a:prstGeom prst="rect"/>
          <a:noFill/>
        </p:spPr>
        <p:txBody>
          <a:bodyPr rtlCol="0" wrap="square">
            <a:spAutoFit/>
          </a:bodyPr>
          <a:p>
            <a:r>
              <a:rPr b="1" dirty="0" sz="4000" lang="en-US"/>
              <a:t>GROUP 17</a:t>
            </a:r>
            <a:endParaRPr b="1" dirty="0" sz="4000"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rotWithShape="1" dpi="0">
          <a:blip xmlns:r="http://schemas.openxmlformats.org/officeDocument/2006/relationships" r:embed="rId1">
            <a:alphaModFix amt="28000"/>
            <a:lum/>
          </a:blip>
          <a:srcRect/>
          <a:stretch>
            <a:fillRect t="-17000" b="-17000"/>
          </a:stretch>
        </a:blipFill>
        <a:effectLst/>
      </p:bgPr>
    </p:bg>
    <p:spTree>
      <p:nvGrpSpPr>
        <p:cNvPr id="34" name=""/>
        <p:cNvGrpSpPr/>
        <p:nvPr/>
      </p:nvGrpSpPr>
      <p:grpSpPr>
        <a:xfrm>
          <a:off x="0" y="0"/>
          <a:ext cx="0" cy="0"/>
          <a:chOff x="0" y="0"/>
          <a:chExt cx="0" cy="0"/>
        </a:xfrm>
      </p:grpSpPr>
      <p:sp>
        <p:nvSpPr>
          <p:cNvPr id="1048594" name="Title 1"/>
          <p:cNvSpPr>
            <a:spLocks noGrp="1"/>
          </p:cNvSpPr>
          <p:nvPr>
            <p:ph type="title"/>
          </p:nvPr>
        </p:nvSpPr>
        <p:spPr>
          <a:xfrm>
            <a:off x="1451579" y="614364"/>
            <a:ext cx="9603275" cy="1071562"/>
          </a:xfrm>
        </p:spPr>
        <p:txBody>
          <a:bodyPr>
            <a:normAutofit/>
          </a:bodyPr>
          <a:p>
            <a:r>
              <a:rPr b="1" dirty="0" sz="5400" lang="en-US"/>
              <a:t>outline</a:t>
            </a:r>
          </a:p>
        </p:txBody>
      </p:sp>
      <p:sp>
        <p:nvSpPr>
          <p:cNvPr id="1048595" name="Content Placeholder 2"/>
          <p:cNvSpPr>
            <a:spLocks noGrp="1"/>
          </p:cNvSpPr>
          <p:nvPr>
            <p:ph idx="1"/>
          </p:nvPr>
        </p:nvSpPr>
        <p:spPr>
          <a:xfrm>
            <a:off x="1451579" y="1514475"/>
            <a:ext cx="9603275" cy="4729161"/>
          </a:xfrm>
        </p:spPr>
        <p:txBody>
          <a:bodyPr>
            <a:noAutofit/>
          </a:bodyPr>
          <a:p>
            <a:r>
              <a:rPr dirty="0" sz="3600" lang="en-US"/>
              <a:t>Definition</a:t>
            </a:r>
          </a:p>
          <a:p>
            <a:r>
              <a:rPr dirty="0" sz="3600" lang="en-US"/>
              <a:t>Importance of water to plants</a:t>
            </a:r>
          </a:p>
          <a:p>
            <a:r>
              <a:rPr dirty="0" sz="3600" lang="en-US"/>
              <a:t>Key effects of drought on plants</a:t>
            </a:r>
          </a:p>
          <a:p>
            <a:r>
              <a:rPr dirty="0" sz="3600" lang="en-US"/>
              <a:t>Adaptation of plants to drought stress</a:t>
            </a:r>
          </a:p>
          <a:p>
            <a:pPr indent="0" marL="0">
              <a:buNone/>
            </a:pPr>
          </a:p>
          <a:p>
            <a:endParaRPr dirty="0" sz="3600" lang="en-US"/>
          </a:p>
          <a:p>
            <a:endParaRPr dirty="0" sz="3600" lang="en-US"/>
          </a:p>
        </p:txBody>
      </p:sp>
      <p:sp>
        <p:nvSpPr>
          <p:cNvPr id="1048596" name="Slide Number Placeholder 4"/>
          <p:cNvSpPr>
            <a:spLocks noGrp="1"/>
          </p:cNvSpPr>
          <p:nvPr>
            <p:ph type="sldNum" sz="quarter" idx="12"/>
          </p:nvPr>
        </p:nvSpPr>
        <p:spPr>
          <a:xfrm>
            <a:off x="11380981" y="6243636"/>
            <a:ext cx="811019" cy="503578"/>
          </a:xfrm>
        </p:spPr>
        <p:txBody>
          <a:bodyPr/>
          <a:p>
            <a:fld id="{6D22F896-40B5-4ADD-8801-0D06FADFA095}" type="slidenum">
              <a:rPr lang="en-US" smtClean="0"/>
              <a:t>2</a:t>
            </a:fld>
            <a:endParaRPr dirty="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alphaModFix amt="48000"/>
            <a:lum/>
          </a:blip>
          <a:srcRect/>
          <a:stretch>
            <a:fillRect t="-39000" b="-39000"/>
          </a:stretch>
        </a:blipFill>
        <a:effectLst/>
      </p:bgPr>
    </p:bg>
    <p:spTree>
      <p:nvGrpSpPr>
        <p:cNvPr id="35" name=""/>
        <p:cNvGrpSpPr/>
        <p:nvPr/>
      </p:nvGrpSpPr>
      <p:grpSpPr>
        <a:xfrm>
          <a:off x="0" y="0"/>
          <a:ext cx="0" cy="0"/>
          <a:chOff x="0" y="0"/>
          <a:chExt cx="0" cy="0"/>
        </a:xfrm>
      </p:grpSpPr>
      <p:sp>
        <p:nvSpPr>
          <p:cNvPr id="1048597" name="Title 1"/>
          <p:cNvSpPr>
            <a:spLocks noGrp="1"/>
          </p:cNvSpPr>
          <p:nvPr>
            <p:ph type="title"/>
          </p:nvPr>
        </p:nvSpPr>
        <p:spPr>
          <a:xfrm>
            <a:off x="1451579" y="342901"/>
            <a:ext cx="9603275" cy="1510854"/>
          </a:xfrm>
        </p:spPr>
        <p:txBody>
          <a:bodyPr>
            <a:noAutofit/>
          </a:bodyPr>
          <a:p>
            <a:pPr algn="ctr"/>
            <a:r>
              <a:rPr b="1" dirty="0" sz="4400" lang="en-US"/>
              <a:t>Definition of drought in plant science</a:t>
            </a:r>
          </a:p>
        </p:txBody>
      </p:sp>
      <p:sp>
        <p:nvSpPr>
          <p:cNvPr id="1048598" name="Content Placeholder 2"/>
          <p:cNvSpPr>
            <a:spLocks noGrp="1"/>
          </p:cNvSpPr>
          <p:nvPr>
            <p:ph idx="1"/>
          </p:nvPr>
        </p:nvSpPr>
        <p:spPr>
          <a:xfrm>
            <a:off x="585788" y="2015732"/>
            <a:ext cx="10652619" cy="3627831"/>
          </a:xfrm>
        </p:spPr>
        <p:txBody>
          <a:bodyPr>
            <a:noAutofit/>
          </a:bodyPr>
          <a:p>
            <a:pPr indent="0" marL="0">
              <a:buNone/>
            </a:pPr>
            <a:r>
              <a:rPr dirty="0" sz="4000" lang="en-US"/>
              <a:t>Drought refers to a period of abnormally dry weather or a prolonged lack of precipitation that leads to water deficiency in the soil and negatively affects plant growth, development and productivity.</a:t>
            </a:r>
          </a:p>
          <a:p>
            <a:pPr indent="0" marL="0">
              <a:buNone/>
            </a:pPr>
            <a:endParaRPr dirty="0" sz="4000" lang="en-US"/>
          </a:p>
          <a:p>
            <a:pPr indent="0" marL="0">
              <a:buNone/>
            </a:pPr>
            <a:endParaRPr dirty="0" sz="4000" lang="en-US"/>
          </a:p>
        </p:txBody>
      </p:sp>
      <p:sp>
        <p:nvSpPr>
          <p:cNvPr id="1048599" name="Slide Number Placeholder 4"/>
          <p:cNvSpPr>
            <a:spLocks noGrp="1"/>
          </p:cNvSpPr>
          <p:nvPr>
            <p:ph type="sldNum" sz="quarter" idx="12"/>
          </p:nvPr>
        </p:nvSpPr>
        <p:spPr>
          <a:xfrm>
            <a:off x="11238408" y="5466345"/>
            <a:ext cx="811019" cy="557212"/>
          </a:xfrm>
        </p:spPr>
        <p:txBody>
          <a:bodyPr/>
          <a:p>
            <a:fld id="{6D22F896-40B5-4ADD-8801-0D06FADFA095}" type="slidenum">
              <a:rPr lang="en-US" smtClean="0"/>
              <a:t>3</a:t>
            </a:fld>
            <a:endParaRPr dirty="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rotWithShape="1" dpi="0">
          <a:blip xmlns:r="http://schemas.openxmlformats.org/officeDocument/2006/relationships" r:embed="rId1">
            <a:alphaModFix amt="18000"/>
            <a:lum/>
          </a:blip>
          <a:srcRect/>
          <a:stretch>
            <a:fillRect t="-39000" b="-39000"/>
          </a:stretch>
        </a:blipFill>
        <a:effectLst/>
      </p:bgPr>
    </p:bg>
    <p:spTree>
      <p:nvGrpSpPr>
        <p:cNvPr id="36" name=""/>
        <p:cNvGrpSpPr/>
        <p:nvPr/>
      </p:nvGrpSpPr>
      <p:grpSpPr>
        <a:xfrm>
          <a:off x="0" y="0"/>
          <a:ext cx="0" cy="0"/>
          <a:chOff x="0" y="0"/>
          <a:chExt cx="0" cy="0"/>
        </a:xfrm>
      </p:grpSpPr>
      <p:sp>
        <p:nvSpPr>
          <p:cNvPr id="1048600" name="Title 1"/>
          <p:cNvSpPr>
            <a:spLocks noGrp="1"/>
          </p:cNvSpPr>
          <p:nvPr>
            <p:ph type="title"/>
          </p:nvPr>
        </p:nvSpPr>
        <p:spPr>
          <a:xfrm>
            <a:off x="1451579" y="200025"/>
            <a:ext cx="9603275" cy="1371600"/>
          </a:xfrm>
        </p:spPr>
        <p:txBody>
          <a:bodyPr>
            <a:noAutofit/>
          </a:bodyPr>
          <a:p>
            <a:pPr algn="ctr"/>
            <a:r>
              <a:rPr b="1" dirty="0" sz="4800" lang="en-US"/>
              <a:t>Importance of water to plants</a:t>
            </a:r>
          </a:p>
        </p:txBody>
      </p:sp>
      <p:sp>
        <p:nvSpPr>
          <p:cNvPr id="1048601" name="Content Placeholder 2"/>
          <p:cNvSpPr>
            <a:spLocks noGrp="1"/>
          </p:cNvSpPr>
          <p:nvPr>
            <p:ph idx="1"/>
          </p:nvPr>
        </p:nvSpPr>
        <p:spPr>
          <a:xfrm>
            <a:off x="500063" y="1728788"/>
            <a:ext cx="10780906" cy="4529137"/>
          </a:xfrm>
        </p:spPr>
        <p:txBody>
          <a:bodyPr>
            <a:noAutofit/>
          </a:bodyPr>
          <a:p>
            <a:pPr indent="0" marL="0">
              <a:buNone/>
            </a:pPr>
            <a:r>
              <a:rPr dirty="0" sz="3600" lang="en-US">
                <a:latin typeface="Gill Sans MT" panose="020B0502020104020203" pitchFamily="34" charset="0"/>
                <a:cs typeface="Times New Roman" panose="02020603050405020304" pitchFamily="18" charset="0"/>
              </a:rPr>
              <a:t>Water is essential for the growth and survival of plants , playing a crucial role in their overall health and function. Here are some key reasons why water is of utmost importance to plants:</a:t>
            </a:r>
          </a:p>
          <a:p>
            <a:r>
              <a:rPr dirty="0" sz="3600" lang="en-US">
                <a:latin typeface="Gill Sans MT" panose="020B0502020104020203" pitchFamily="34" charset="0"/>
                <a:cs typeface="Times New Roman" panose="02020603050405020304" pitchFamily="18" charset="0"/>
              </a:rPr>
              <a:t>Photosynthesis </a:t>
            </a:r>
          </a:p>
          <a:p>
            <a:r>
              <a:rPr dirty="0" sz="3600" lang="en-US">
                <a:latin typeface="Gill Sans MT" panose="020B0502020104020203" pitchFamily="34" charset="0"/>
                <a:cs typeface="Times New Roman" panose="02020603050405020304" pitchFamily="18" charset="0"/>
              </a:rPr>
              <a:t>Nutrient uptake </a:t>
            </a:r>
          </a:p>
          <a:p>
            <a:r>
              <a:rPr dirty="0" sz="3600" lang="en-US">
                <a:latin typeface="Gill Sans MT" panose="020B0502020104020203" pitchFamily="34" charset="0"/>
                <a:cs typeface="Times New Roman" panose="02020603050405020304" pitchFamily="18" charset="0"/>
              </a:rPr>
              <a:t>Turgor pressure</a:t>
            </a:r>
          </a:p>
        </p:txBody>
      </p:sp>
      <p:sp>
        <p:nvSpPr>
          <p:cNvPr id="1048602" name="Slide Number Placeholder 4"/>
          <p:cNvSpPr>
            <a:spLocks noGrp="1"/>
          </p:cNvSpPr>
          <p:nvPr>
            <p:ph type="sldNum" sz="quarter" idx="12"/>
          </p:nvPr>
        </p:nvSpPr>
        <p:spPr>
          <a:xfrm>
            <a:off x="11380981" y="6152145"/>
            <a:ext cx="811019" cy="503578"/>
          </a:xfrm>
        </p:spPr>
        <p:txBody>
          <a:bodyPr/>
          <a:p>
            <a:fld id="{6D22F896-40B5-4ADD-8801-0D06FADFA095}" type="slidenum">
              <a:rPr lang="en-US" smtClean="0"/>
              <a:t>4</a:t>
            </a:fld>
            <a:endParaRPr dirty="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alphaModFix amt="30000"/>
            <a:lum/>
          </a:blip>
          <a:srcRect/>
          <a:stretch>
            <a:fillRect t="-15000" b="-15000"/>
          </a:stretch>
        </a:blipFill>
        <a:effectLst/>
      </p:bgPr>
    </p:bg>
    <p:spTree>
      <p:nvGrpSpPr>
        <p:cNvPr id="37" name=""/>
        <p:cNvGrpSpPr/>
        <p:nvPr/>
      </p:nvGrpSpPr>
      <p:grpSpPr>
        <a:xfrm>
          <a:off x="0" y="0"/>
          <a:ext cx="0" cy="0"/>
          <a:chOff x="0" y="0"/>
          <a:chExt cx="0" cy="0"/>
        </a:xfrm>
      </p:grpSpPr>
      <p:sp>
        <p:nvSpPr>
          <p:cNvPr id="1048603" name="Title 1"/>
          <p:cNvSpPr>
            <a:spLocks noGrp="1"/>
          </p:cNvSpPr>
          <p:nvPr>
            <p:ph type="title"/>
          </p:nvPr>
        </p:nvSpPr>
        <p:spPr>
          <a:xfrm>
            <a:off x="1451579" y="457201"/>
            <a:ext cx="9603275" cy="1396554"/>
          </a:xfrm>
        </p:spPr>
        <p:txBody>
          <a:bodyPr>
            <a:noAutofit/>
          </a:bodyPr>
          <a:p>
            <a:pPr algn="ctr"/>
            <a:r>
              <a:rPr b="1" dirty="0" sz="4400" lang="en-US"/>
              <a:t>Importance of water to plants cont’d </a:t>
            </a:r>
          </a:p>
        </p:txBody>
      </p:sp>
      <p:sp>
        <p:nvSpPr>
          <p:cNvPr id="1048604" name="Content Placeholder 2"/>
          <p:cNvSpPr>
            <a:spLocks noGrp="1"/>
          </p:cNvSpPr>
          <p:nvPr>
            <p:ph idx="1"/>
          </p:nvPr>
        </p:nvSpPr>
        <p:spPr/>
        <p:txBody>
          <a:bodyPr>
            <a:normAutofit/>
          </a:bodyPr>
          <a:p>
            <a:r>
              <a:rPr dirty="0" sz="4000" lang="en-US">
                <a:latin typeface="Gill Sans MT" panose="020B0502020104020203" pitchFamily="34" charset="0"/>
                <a:cs typeface="Times New Roman" panose="02020603050405020304" pitchFamily="18" charset="0"/>
              </a:rPr>
              <a:t>Transpiration </a:t>
            </a:r>
          </a:p>
          <a:p>
            <a:r>
              <a:rPr dirty="0" sz="4000" lang="en-US">
                <a:latin typeface="Gill Sans MT" panose="020B0502020104020203" pitchFamily="34" charset="0"/>
                <a:cs typeface="Times New Roman" panose="02020603050405020304" pitchFamily="18" charset="0"/>
              </a:rPr>
              <a:t>Temperature regulation</a:t>
            </a:r>
          </a:p>
          <a:p>
            <a:r>
              <a:rPr dirty="0" sz="4000" lang="en-US">
                <a:latin typeface="Gill Sans MT" panose="020B0502020104020203" pitchFamily="34" charset="0"/>
                <a:cs typeface="Times New Roman" panose="02020603050405020304" pitchFamily="18" charset="0"/>
              </a:rPr>
              <a:t>Cell expansion and growth</a:t>
            </a:r>
          </a:p>
          <a:p>
            <a:r>
              <a:rPr dirty="0" sz="4000" lang="en-US">
                <a:latin typeface="Gill Sans MT" panose="020B0502020104020203" pitchFamily="34" charset="0"/>
                <a:cs typeface="Times New Roman" panose="02020603050405020304" pitchFamily="18" charset="0"/>
              </a:rPr>
              <a:t>Reproduction and seed dispersal</a:t>
            </a:r>
          </a:p>
          <a:p>
            <a:pPr indent="0" marL="0">
              <a:buNone/>
            </a:pPr>
            <a:endParaRPr dirty="0" sz="4000" lang="en-US">
              <a:latin typeface="Gill Sans MT" panose="020B0502020104020203" pitchFamily="34" charset="0"/>
              <a:cs typeface="Times New Roman" panose="02020603050405020304" pitchFamily="18" charset="0"/>
            </a:endParaRPr>
          </a:p>
        </p:txBody>
      </p:sp>
      <p:sp>
        <p:nvSpPr>
          <p:cNvPr id="1048605" name="Slide Number Placeholder 4"/>
          <p:cNvSpPr>
            <a:spLocks noGrp="1"/>
          </p:cNvSpPr>
          <p:nvPr>
            <p:ph type="sldNum" sz="quarter" idx="12"/>
          </p:nvPr>
        </p:nvSpPr>
        <p:spPr>
          <a:xfrm>
            <a:off x="11267122" y="5466345"/>
            <a:ext cx="811019" cy="503578"/>
          </a:xfrm>
        </p:spPr>
        <p:txBody>
          <a:bodyPr/>
          <a:p>
            <a:fld id="{6D22F896-40B5-4ADD-8801-0D06FADFA095}" type="slidenum">
              <a:rPr lang="en-US" smtClean="0"/>
              <a:t>5</a:t>
            </a:fld>
            <a:endParaRPr dirty="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rotWithShape="1" dpi="0">
          <a:blip xmlns:r="http://schemas.openxmlformats.org/officeDocument/2006/relationships" r:embed="rId1">
            <a:alphaModFix amt="12000"/>
            <a:lum/>
          </a:blip>
          <a:srcRect/>
          <a:stretch>
            <a:fillRect t="-9000" b="-9000"/>
          </a:stretch>
        </a:blipFill>
        <a:effectLst/>
      </p:bgPr>
    </p:bg>
    <p:spTree>
      <p:nvGrpSpPr>
        <p:cNvPr id="38" name=""/>
        <p:cNvGrpSpPr/>
        <p:nvPr/>
      </p:nvGrpSpPr>
      <p:grpSpPr>
        <a:xfrm>
          <a:off x="0" y="0"/>
          <a:ext cx="0" cy="0"/>
          <a:chOff x="0" y="0"/>
          <a:chExt cx="0" cy="0"/>
        </a:xfrm>
      </p:grpSpPr>
      <p:sp>
        <p:nvSpPr>
          <p:cNvPr id="1048606" name="Title 1"/>
          <p:cNvSpPr>
            <a:spLocks noGrp="1"/>
          </p:cNvSpPr>
          <p:nvPr>
            <p:ph type="title"/>
          </p:nvPr>
        </p:nvSpPr>
        <p:spPr>
          <a:xfrm>
            <a:off x="1414463" y="285751"/>
            <a:ext cx="9640391" cy="1568004"/>
          </a:xfrm>
        </p:spPr>
        <p:txBody>
          <a:bodyPr>
            <a:noAutofit/>
          </a:bodyPr>
          <a:p>
            <a:pPr algn="ctr"/>
            <a:r>
              <a:rPr b="1" dirty="0" sz="4400" lang="en-US"/>
              <a:t>Key effects of drought stress on plants</a:t>
            </a:r>
          </a:p>
        </p:txBody>
      </p:sp>
      <p:sp>
        <p:nvSpPr>
          <p:cNvPr id="1048607" name="Content Placeholder 2"/>
          <p:cNvSpPr>
            <a:spLocks noGrp="1"/>
          </p:cNvSpPr>
          <p:nvPr>
            <p:ph idx="1"/>
          </p:nvPr>
        </p:nvSpPr>
        <p:spPr>
          <a:xfrm>
            <a:off x="314325" y="1585913"/>
            <a:ext cx="11444288" cy="5272087"/>
          </a:xfrm>
        </p:spPr>
        <p:txBody>
          <a:bodyPr>
            <a:noAutofit/>
          </a:bodyPr>
          <a:p>
            <a:pPr indent="0" marL="0">
              <a:buNone/>
            </a:pPr>
            <a:r>
              <a:rPr dirty="0" sz="3200" lang="en-US">
                <a:latin typeface="Gill Sans MT" panose="020B0502020104020203" pitchFamily="34" charset="0"/>
                <a:cs typeface="Times New Roman" panose="02020603050405020304" pitchFamily="18" charset="0"/>
              </a:rPr>
              <a:t>During a drought, the available water in the soil becomes limited, and plants may struggle to access the necessary water for their metabolic processes and to maintain turgor pressure essential for structural integrity and growth. </a:t>
            </a:r>
          </a:p>
          <a:p>
            <a:pPr indent="0" marL="0">
              <a:buNone/>
            </a:pPr>
            <a:r>
              <a:rPr dirty="0" sz="3200" lang="en-US">
                <a:latin typeface="Gill Sans MT" panose="020B0502020104020203" pitchFamily="34" charset="0"/>
                <a:cs typeface="Times New Roman" panose="02020603050405020304" pitchFamily="18" charset="0"/>
              </a:rPr>
              <a:t>Some of  the key effects on drought includes:</a:t>
            </a:r>
          </a:p>
          <a:p>
            <a:r>
              <a:rPr dirty="0" sz="3200" lang="en-US">
                <a:latin typeface="Gill Sans MT" panose="020B0502020104020203" pitchFamily="34" charset="0"/>
                <a:cs typeface="Times New Roman" panose="02020603050405020304" pitchFamily="18" charset="0"/>
              </a:rPr>
              <a:t>Reduced photosynthesis</a:t>
            </a:r>
          </a:p>
          <a:p>
            <a:r>
              <a:rPr dirty="0" sz="3200" lang="en-US">
                <a:latin typeface="Gill Sans MT" panose="020B0502020104020203" pitchFamily="34" charset="0"/>
                <a:cs typeface="Times New Roman" panose="02020603050405020304" pitchFamily="18" charset="0"/>
              </a:rPr>
              <a:t>Altered metabolism</a:t>
            </a:r>
          </a:p>
          <a:p>
            <a:r>
              <a:rPr dirty="0" sz="3200" lang="en-US">
                <a:latin typeface="Gill Sans MT" panose="020B0502020104020203" pitchFamily="34" charset="0"/>
                <a:cs typeface="Times New Roman" panose="02020603050405020304" pitchFamily="18" charset="0"/>
              </a:rPr>
              <a:t>Reduced yield</a:t>
            </a:r>
          </a:p>
        </p:txBody>
      </p:sp>
      <p:sp>
        <p:nvSpPr>
          <p:cNvPr id="1048608" name="Slide Number Placeholder 4"/>
          <p:cNvSpPr>
            <a:spLocks noGrp="1"/>
          </p:cNvSpPr>
          <p:nvPr>
            <p:ph type="sldNum" sz="quarter" idx="12"/>
          </p:nvPr>
        </p:nvSpPr>
        <p:spPr>
          <a:xfrm>
            <a:off x="11353103" y="6111534"/>
            <a:ext cx="811019" cy="503578"/>
          </a:xfrm>
        </p:spPr>
        <p:txBody>
          <a:bodyPr/>
          <a:p>
            <a:fld id="{6D22F896-40B5-4ADD-8801-0D06FADFA095}" type="slidenum">
              <a:rPr lang="en-US" smtClean="0"/>
              <a:t>6</a:t>
            </a:fld>
            <a:endParaRPr dirty="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39" name=""/>
        <p:cNvGrpSpPr/>
        <p:nvPr/>
      </p:nvGrpSpPr>
      <p:grpSpPr>
        <a:xfrm>
          <a:off x="0" y="0"/>
          <a:ext cx="0" cy="0"/>
          <a:chOff x="0" y="0"/>
          <a:chExt cx="0" cy="0"/>
        </a:xfrm>
      </p:grpSpPr>
      <p:sp>
        <p:nvSpPr>
          <p:cNvPr id="1048609" name="Title 1"/>
          <p:cNvSpPr>
            <a:spLocks noGrp="1"/>
          </p:cNvSpPr>
          <p:nvPr>
            <p:ph type="title"/>
          </p:nvPr>
        </p:nvSpPr>
        <p:spPr>
          <a:xfrm>
            <a:off x="1" y="485775"/>
            <a:ext cx="11380980" cy="1367979"/>
          </a:xfrm>
        </p:spPr>
        <p:txBody>
          <a:bodyPr>
            <a:noAutofit/>
          </a:bodyPr>
          <a:p>
            <a:pPr algn="ctr"/>
            <a:r>
              <a:rPr b="1" dirty="0" sz="4400" lang="en-US"/>
              <a:t>KEY EFFECTS OF DROUGHT STRESS ON PLANTS CONT’D</a:t>
            </a:r>
            <a:endParaRPr b="1" dirty="0" sz="4400" lang="en-GB"/>
          </a:p>
        </p:txBody>
      </p:sp>
      <p:sp>
        <p:nvSpPr>
          <p:cNvPr id="1048610" name="Content Placeholder 2"/>
          <p:cNvSpPr>
            <a:spLocks noGrp="1"/>
          </p:cNvSpPr>
          <p:nvPr>
            <p:ph idx="1"/>
          </p:nvPr>
        </p:nvSpPr>
        <p:spPr>
          <a:xfrm>
            <a:off x="404813" y="2015732"/>
            <a:ext cx="10650042" cy="3450613"/>
          </a:xfrm>
        </p:spPr>
        <p:txBody>
          <a:bodyPr>
            <a:normAutofit/>
          </a:bodyPr>
          <a:p>
            <a:r>
              <a:rPr dirty="0" sz="3600" lang="en-US"/>
              <a:t>Stunted growth</a:t>
            </a:r>
          </a:p>
          <a:p>
            <a:pPr indent="0" marL="0">
              <a:buNone/>
            </a:pPr>
            <a:endParaRPr dirty="0" sz="3600" lang="en-GB"/>
          </a:p>
        </p:txBody>
      </p:sp>
      <p:sp>
        <p:nvSpPr>
          <p:cNvPr id="1048611" name="Slide Number Placeholder 3"/>
          <p:cNvSpPr>
            <a:spLocks noGrp="1"/>
          </p:cNvSpPr>
          <p:nvPr>
            <p:ph type="sldNum" sz="quarter" idx="12"/>
          </p:nvPr>
        </p:nvSpPr>
        <p:spPr>
          <a:xfrm>
            <a:off x="11380981" y="6223946"/>
            <a:ext cx="811019" cy="503578"/>
          </a:xfrm>
        </p:spPr>
        <p:txBody>
          <a:bodyPr/>
          <a:p>
            <a:fld id="{6D22F896-40B5-4ADD-8801-0D06FADFA095}" type="slidenum">
              <a:rPr lang="en-US" smtClean="0"/>
              <a:t>7</a:t>
            </a:fld>
            <a:endParaRPr dirty="0" lang="en-US"/>
          </a:p>
        </p:txBody>
      </p:sp>
      <p:pic>
        <p:nvPicPr>
          <p:cNvPr id="2097153" name="Picture 5"/>
          <p:cNvPicPr>
            <a:picLocks noChangeAspect="1"/>
          </p:cNvPicPr>
          <p:nvPr/>
        </p:nvPicPr>
        <p:blipFill>
          <a:blip xmlns:r="http://schemas.openxmlformats.org/officeDocument/2006/relationships" r:embed="rId1"/>
          <a:stretch>
            <a:fillRect/>
          </a:stretch>
        </p:blipFill>
        <p:spPr>
          <a:xfrm>
            <a:off x="3914775" y="2257425"/>
            <a:ext cx="7872414" cy="3917891"/>
          </a:xfrm>
          <a:prstGeom prst="rect"/>
        </p:spPr>
      </p:pic>
      <p:sp>
        <p:nvSpPr>
          <p:cNvPr id="1048612" name="TextBox 6"/>
          <p:cNvSpPr txBox="1"/>
          <p:nvPr/>
        </p:nvSpPr>
        <p:spPr>
          <a:xfrm>
            <a:off x="3914775" y="6223946"/>
            <a:ext cx="4265179" cy="369332"/>
          </a:xfrm>
          <a:prstGeom prst="rect"/>
          <a:noFill/>
        </p:spPr>
        <p:txBody>
          <a:bodyPr rtlCol="0" wrap="square">
            <a:spAutoFit/>
          </a:bodyPr>
          <a:p>
            <a:r>
              <a:rPr dirty="0" lang="en-US"/>
              <a:t>Fig. 1  A plant with stunted growth</a:t>
            </a:r>
            <a:endParaRPr dirty="0"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40" name=""/>
        <p:cNvGrpSpPr/>
        <p:nvPr/>
      </p:nvGrpSpPr>
      <p:grpSpPr>
        <a:xfrm>
          <a:off x="0" y="0"/>
          <a:ext cx="0" cy="0"/>
          <a:chOff x="0" y="0"/>
          <a:chExt cx="0" cy="0"/>
        </a:xfrm>
      </p:grpSpPr>
      <p:sp>
        <p:nvSpPr>
          <p:cNvPr id="1048613" name="Title 1"/>
          <p:cNvSpPr>
            <a:spLocks noGrp="1"/>
          </p:cNvSpPr>
          <p:nvPr>
            <p:ph type="title"/>
          </p:nvPr>
        </p:nvSpPr>
        <p:spPr>
          <a:xfrm>
            <a:off x="871539" y="471489"/>
            <a:ext cx="10583366" cy="1439416"/>
          </a:xfrm>
        </p:spPr>
        <p:txBody>
          <a:bodyPr>
            <a:noAutofit/>
          </a:bodyPr>
          <a:p>
            <a:pPr algn="ctr"/>
            <a:r>
              <a:rPr b="1" dirty="0" sz="4400" lang="en-US"/>
              <a:t>KEY EFFECTS OF DROUGHT STRESS ON PLANTS CONT’D</a:t>
            </a:r>
            <a:endParaRPr b="1" dirty="0" sz="4400" lang="en-GB"/>
          </a:p>
        </p:txBody>
      </p:sp>
      <p:sp>
        <p:nvSpPr>
          <p:cNvPr id="1048614" name="Content Placeholder 2"/>
          <p:cNvSpPr>
            <a:spLocks noGrp="1"/>
          </p:cNvSpPr>
          <p:nvPr>
            <p:ph idx="1"/>
          </p:nvPr>
        </p:nvSpPr>
        <p:spPr>
          <a:xfrm>
            <a:off x="871539" y="2015732"/>
            <a:ext cx="10183316" cy="3450613"/>
          </a:xfrm>
        </p:spPr>
        <p:txBody>
          <a:bodyPr>
            <a:normAutofit/>
          </a:bodyPr>
          <a:p>
            <a:r>
              <a:rPr dirty="0" sz="3600" lang="en-US"/>
              <a:t>Wilting</a:t>
            </a:r>
            <a:endParaRPr dirty="0" sz="3600" lang="en-GB"/>
          </a:p>
        </p:txBody>
      </p:sp>
      <p:sp>
        <p:nvSpPr>
          <p:cNvPr id="1048615" name="Slide Number Placeholder 3"/>
          <p:cNvSpPr>
            <a:spLocks noGrp="1"/>
          </p:cNvSpPr>
          <p:nvPr>
            <p:ph type="sldNum" sz="quarter" idx="12"/>
          </p:nvPr>
        </p:nvSpPr>
        <p:spPr>
          <a:xfrm>
            <a:off x="11289402" y="6262740"/>
            <a:ext cx="811019" cy="503578"/>
          </a:xfrm>
        </p:spPr>
        <p:txBody>
          <a:bodyPr/>
          <a:p>
            <a:fld id="{6D22F896-40B5-4ADD-8801-0D06FADFA095}" type="slidenum">
              <a:rPr lang="en-US" smtClean="0"/>
              <a:t>8</a:t>
            </a:fld>
            <a:endParaRPr dirty="0" lang="en-US"/>
          </a:p>
        </p:txBody>
      </p:sp>
      <p:pic>
        <p:nvPicPr>
          <p:cNvPr id="2097154" name="Picture 7"/>
          <p:cNvPicPr>
            <a:picLocks noChangeAspect="1"/>
          </p:cNvPicPr>
          <p:nvPr/>
        </p:nvPicPr>
        <p:blipFill>
          <a:blip xmlns:r="http://schemas.openxmlformats.org/officeDocument/2006/relationships" r:embed="rId1"/>
          <a:stretch>
            <a:fillRect/>
          </a:stretch>
        </p:blipFill>
        <p:spPr>
          <a:xfrm>
            <a:off x="3086100" y="2015732"/>
            <a:ext cx="8458201" cy="4142181"/>
          </a:xfrm>
          <a:prstGeom prst="rect"/>
          <a:noFill/>
          <a:effectLst>
            <a:glow>
              <a:schemeClr val="accent1">
                <a:alpha val="40000"/>
              </a:schemeClr>
            </a:glow>
            <a:innerShdw blurRad="114300">
              <a:prstClr val="black"/>
            </a:innerShdw>
            <a:softEdge rad="0"/>
          </a:effectLst>
        </p:spPr>
      </p:pic>
      <p:sp>
        <p:nvSpPr>
          <p:cNvPr id="1048616" name="TextBox 8"/>
          <p:cNvSpPr txBox="1"/>
          <p:nvPr/>
        </p:nvSpPr>
        <p:spPr>
          <a:xfrm>
            <a:off x="4043363" y="6262740"/>
            <a:ext cx="3357563" cy="369332"/>
          </a:xfrm>
          <a:prstGeom prst="rect"/>
          <a:noFill/>
        </p:spPr>
        <p:txBody>
          <a:bodyPr rtlCol="0" wrap="square">
            <a:spAutoFit/>
          </a:bodyPr>
          <a:p>
            <a:r>
              <a:rPr dirty="0" lang="en-US"/>
              <a:t>Fig. 2  A wilted plant</a:t>
            </a:r>
            <a:endParaRPr dirty="0"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41" name=""/>
        <p:cNvGrpSpPr/>
        <p:nvPr/>
      </p:nvGrpSpPr>
      <p:grpSpPr>
        <a:xfrm>
          <a:off x="0" y="0"/>
          <a:ext cx="0" cy="0"/>
          <a:chOff x="0" y="0"/>
          <a:chExt cx="0" cy="0"/>
        </a:xfrm>
      </p:grpSpPr>
      <p:sp>
        <p:nvSpPr>
          <p:cNvPr id="1048617" name="Title 1"/>
          <p:cNvSpPr>
            <a:spLocks noGrp="1"/>
          </p:cNvSpPr>
          <p:nvPr>
            <p:ph type="title"/>
          </p:nvPr>
        </p:nvSpPr>
        <p:spPr>
          <a:xfrm>
            <a:off x="0" y="385763"/>
            <a:ext cx="11458575" cy="1467991"/>
          </a:xfrm>
        </p:spPr>
        <p:txBody>
          <a:bodyPr>
            <a:noAutofit/>
          </a:bodyPr>
          <a:p>
            <a:pPr algn="ctr"/>
            <a:r>
              <a:rPr b="1" dirty="0" sz="4400" lang="en-US"/>
              <a:t>KEY EFFECTS OF DROUGHT STRESS ON PLANTS CONT’D</a:t>
            </a:r>
            <a:endParaRPr b="1" dirty="0" sz="4400" lang="en-GB"/>
          </a:p>
        </p:txBody>
      </p:sp>
      <p:sp>
        <p:nvSpPr>
          <p:cNvPr id="1048618" name="Content Placeholder 2"/>
          <p:cNvSpPr>
            <a:spLocks noGrp="1"/>
          </p:cNvSpPr>
          <p:nvPr>
            <p:ph idx="1"/>
          </p:nvPr>
        </p:nvSpPr>
        <p:spPr>
          <a:xfrm>
            <a:off x="371475" y="2015732"/>
            <a:ext cx="10683379" cy="3450613"/>
          </a:xfrm>
        </p:spPr>
        <p:txBody>
          <a:bodyPr>
            <a:normAutofit/>
          </a:bodyPr>
          <a:p>
            <a:r>
              <a:rPr dirty="0" sz="3600" lang="en-US"/>
              <a:t>Premature leaf drop</a:t>
            </a:r>
            <a:endParaRPr dirty="0" sz="3600" lang="en-GB"/>
          </a:p>
        </p:txBody>
      </p:sp>
      <p:sp>
        <p:nvSpPr>
          <p:cNvPr id="1048619" name="Slide Number Placeholder 3"/>
          <p:cNvSpPr>
            <a:spLocks noGrp="1"/>
          </p:cNvSpPr>
          <p:nvPr>
            <p:ph type="sldNum" sz="quarter" idx="12"/>
          </p:nvPr>
        </p:nvSpPr>
        <p:spPr>
          <a:xfrm>
            <a:off x="11253090" y="6255154"/>
            <a:ext cx="811019" cy="503578"/>
          </a:xfrm>
        </p:spPr>
        <p:txBody>
          <a:bodyPr/>
          <a:p>
            <a:fld id="{6D22F896-40B5-4ADD-8801-0D06FADFA095}" type="slidenum">
              <a:rPr lang="en-US" smtClean="0"/>
              <a:t>9</a:t>
            </a:fld>
            <a:endParaRPr dirty="0" lang="en-US"/>
          </a:p>
        </p:txBody>
      </p:sp>
      <p:pic>
        <p:nvPicPr>
          <p:cNvPr id="2097155" name="Picture 5"/>
          <p:cNvPicPr>
            <a:picLocks noChangeAspect="1"/>
          </p:cNvPicPr>
          <p:nvPr/>
        </p:nvPicPr>
        <p:blipFill>
          <a:blip xmlns:r="http://schemas.openxmlformats.org/officeDocument/2006/relationships" r:embed="rId1"/>
          <a:stretch>
            <a:fillRect/>
          </a:stretch>
        </p:blipFill>
        <p:spPr>
          <a:xfrm>
            <a:off x="4686300" y="2143125"/>
            <a:ext cx="7134225" cy="3910356"/>
          </a:xfrm>
          <a:prstGeom prst="rect"/>
          <a:effectLst>
            <a:innerShdw blurRad="114300">
              <a:prstClr val="black"/>
            </a:innerShdw>
          </a:effectLst>
        </p:spPr>
      </p:pic>
      <p:sp>
        <p:nvSpPr>
          <p:cNvPr id="1048620" name="TextBox 6"/>
          <p:cNvSpPr txBox="1"/>
          <p:nvPr/>
        </p:nvSpPr>
        <p:spPr>
          <a:xfrm>
            <a:off x="4492676" y="6123323"/>
            <a:ext cx="2079574" cy="369332"/>
          </a:xfrm>
          <a:prstGeom prst="rect"/>
          <a:noFill/>
        </p:spPr>
        <p:txBody>
          <a:bodyPr rtlCol="0" wrap="square">
            <a:spAutoFit/>
          </a:bodyPr>
          <a:p>
            <a:r>
              <a:rPr dirty="0" lang="en-US"/>
              <a:t>Fig. 3 Leaf drop</a:t>
            </a:r>
            <a:endParaRPr dirty="0"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rotWithShape="1" dpi="0">
          <a:blip xmlns:r="http://schemas.openxmlformats.org/officeDocument/2006/relationships" r:embed="rId1">
            <a:alphaModFix amt="13000"/>
            <a:lum/>
          </a:blip>
          <a:srcRect/>
          <a:stretch>
            <a:fillRect/>
          </a:stretch>
        </a:blipFill>
        <a:effectLst/>
      </p:bgPr>
    </p:bg>
    <p:spTree>
      <p:nvGrpSpPr>
        <p:cNvPr id="42" name=""/>
        <p:cNvGrpSpPr/>
        <p:nvPr/>
      </p:nvGrpSpPr>
      <p:grpSpPr>
        <a:xfrm>
          <a:off x="0" y="0"/>
          <a:ext cx="0" cy="0"/>
          <a:chOff x="0" y="0"/>
          <a:chExt cx="0" cy="0"/>
        </a:xfrm>
      </p:grpSpPr>
      <p:sp>
        <p:nvSpPr>
          <p:cNvPr id="1048621" name="Title 1"/>
          <p:cNvSpPr>
            <a:spLocks noGrp="1"/>
          </p:cNvSpPr>
          <p:nvPr>
            <p:ph type="title"/>
          </p:nvPr>
        </p:nvSpPr>
        <p:spPr>
          <a:xfrm>
            <a:off x="1451579" y="185738"/>
            <a:ext cx="9603275" cy="1668017"/>
          </a:xfrm>
        </p:spPr>
        <p:txBody>
          <a:bodyPr>
            <a:noAutofit/>
          </a:bodyPr>
          <a:p>
            <a:pPr algn="ctr"/>
            <a:r>
              <a:rPr b="1" dirty="0" sz="4800" lang="en-US"/>
              <a:t>Adaptation of plants to drought stress</a:t>
            </a:r>
          </a:p>
        </p:txBody>
      </p:sp>
      <p:sp>
        <p:nvSpPr>
          <p:cNvPr id="1048622" name="Content Placeholder 2"/>
          <p:cNvSpPr>
            <a:spLocks noGrp="1"/>
          </p:cNvSpPr>
          <p:nvPr>
            <p:ph idx="1"/>
          </p:nvPr>
        </p:nvSpPr>
        <p:spPr>
          <a:xfrm>
            <a:off x="471488" y="1600200"/>
            <a:ext cx="11458575" cy="5072062"/>
          </a:xfrm>
        </p:spPr>
        <p:txBody>
          <a:bodyPr>
            <a:noAutofit/>
          </a:bodyPr>
          <a:p>
            <a:pPr indent="0" marL="0">
              <a:buNone/>
            </a:pPr>
            <a:r>
              <a:rPr dirty="0" sz="4400" lang="en-US">
                <a:latin typeface="Gill Sans MT" panose="020B0502020104020203" pitchFamily="34" charset="0"/>
                <a:cs typeface="Times New Roman" panose="02020603050405020304" pitchFamily="18" charset="0"/>
              </a:rPr>
              <a:t>Plants may exhibit various physiological, morphological, and biochemical changes as adaptive responses to cope with the drought stress. These adaptations help plants conserve water, reduce water loss and maximize water uptake. </a:t>
            </a:r>
          </a:p>
          <a:p>
            <a:pPr indent="0" marL="0">
              <a:buNone/>
            </a:pPr>
            <a:endParaRPr dirty="0" sz="4400" lang="en-US">
              <a:latin typeface="Gill Sans MT" panose="020B0502020104020203" pitchFamily="34" charset="0"/>
              <a:cs typeface="Times New Roman" panose="02020603050405020304" pitchFamily="18" charset="0"/>
            </a:endParaRPr>
          </a:p>
          <a:p>
            <a:pPr indent="0" marL="0">
              <a:buNone/>
            </a:pPr>
            <a:endParaRPr b="1" dirty="0" sz="4400" lang="en-US">
              <a:latin typeface="Gill Sans MT" panose="020B0502020104020203" pitchFamily="34" charset="0"/>
              <a:cs typeface="Times New Roman" panose="02020603050405020304" pitchFamily="18" charset="0"/>
            </a:endParaRPr>
          </a:p>
          <a:p>
            <a:endParaRPr b="1" dirty="0" sz="4400" lang="en-US">
              <a:latin typeface="Gill Sans MT" panose="020B0502020104020203" pitchFamily="34" charset="0"/>
              <a:cs typeface="Times New Roman" panose="02020603050405020304" pitchFamily="18" charset="0"/>
            </a:endParaRPr>
          </a:p>
        </p:txBody>
      </p:sp>
      <p:sp>
        <p:nvSpPr>
          <p:cNvPr id="1048623" name="Slide Number Placeholder 4"/>
          <p:cNvSpPr>
            <a:spLocks noGrp="1"/>
          </p:cNvSpPr>
          <p:nvPr>
            <p:ph type="sldNum" sz="quarter" idx="12"/>
          </p:nvPr>
        </p:nvSpPr>
        <p:spPr>
          <a:xfrm>
            <a:off x="11119044" y="6168684"/>
            <a:ext cx="811019" cy="503578"/>
          </a:xfrm>
        </p:spPr>
        <p:txBody>
          <a:bodyPr/>
          <a:p>
            <a:fld id="{6D22F896-40B5-4ADD-8801-0D06FADFA095}" type="slidenum">
              <a:rPr lang="en-US" smtClean="0"/>
              <a:t>10</a:t>
            </a:fld>
            <a:endParaRPr dirty="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rotWithShape="1" dpi="0">
          <a:blip xmlns:r="http://schemas.openxmlformats.org/officeDocument/2006/relationships" r:embed="rId1">
            <a:alphaModFix amt="6000"/>
            <a:lum/>
          </a:blip>
          <a:srcRect/>
          <a:stretch>
            <a:fillRect/>
          </a:stretch>
        </a:blipFill>
        <a:effectLst/>
      </p:bgPr>
    </p:bg>
    <p:spTree>
      <p:nvGrpSpPr>
        <p:cNvPr id="43" name=""/>
        <p:cNvGrpSpPr/>
        <p:nvPr/>
      </p:nvGrpSpPr>
      <p:grpSpPr>
        <a:xfrm>
          <a:off x="0" y="0"/>
          <a:ext cx="0" cy="0"/>
          <a:chOff x="0" y="0"/>
          <a:chExt cx="0" cy="0"/>
        </a:xfrm>
      </p:grpSpPr>
      <p:sp>
        <p:nvSpPr>
          <p:cNvPr id="1048624" name="Title 1"/>
          <p:cNvSpPr>
            <a:spLocks noGrp="1"/>
          </p:cNvSpPr>
          <p:nvPr>
            <p:ph type="title"/>
          </p:nvPr>
        </p:nvSpPr>
        <p:spPr>
          <a:xfrm>
            <a:off x="828675" y="804519"/>
            <a:ext cx="10226179" cy="1049235"/>
          </a:xfrm>
        </p:spPr>
        <p:txBody>
          <a:bodyPr>
            <a:noAutofit/>
          </a:bodyPr>
          <a:p>
            <a:pPr algn="ctr"/>
            <a:r>
              <a:rPr b="1" dirty="0" sz="4400" lang="en-US"/>
              <a:t>MORPHOLOGICAL ADAPTATIONS</a:t>
            </a:r>
            <a:endParaRPr b="1" dirty="0" sz="4400" lang="en-GB"/>
          </a:p>
        </p:txBody>
      </p:sp>
      <p:sp>
        <p:nvSpPr>
          <p:cNvPr id="1048625" name="Content Placeholder 2"/>
          <p:cNvSpPr>
            <a:spLocks noGrp="1"/>
          </p:cNvSpPr>
          <p:nvPr>
            <p:ph idx="1"/>
          </p:nvPr>
        </p:nvSpPr>
        <p:spPr>
          <a:xfrm>
            <a:off x="514351" y="1671638"/>
            <a:ext cx="10540504" cy="4857749"/>
          </a:xfrm>
        </p:spPr>
        <p:txBody>
          <a:bodyPr>
            <a:normAutofit/>
          </a:bodyPr>
          <a:p>
            <a:r>
              <a:rPr dirty="0" sz="3600" lang="en-US"/>
              <a:t>Reduced leaf surface area</a:t>
            </a:r>
          </a:p>
          <a:p>
            <a:pPr indent="0" marL="0">
              <a:buNone/>
            </a:pPr>
            <a:r>
              <a:rPr dirty="0" sz="3600" lang="en-GB"/>
              <a:t>Example Cactus plant</a:t>
            </a:r>
            <a:endParaRPr dirty="0" sz="3600" lang="en-US"/>
          </a:p>
        </p:txBody>
      </p:sp>
      <p:sp>
        <p:nvSpPr>
          <p:cNvPr id="1048626" name="Slide Number Placeholder 3"/>
          <p:cNvSpPr>
            <a:spLocks noGrp="1"/>
          </p:cNvSpPr>
          <p:nvPr>
            <p:ph type="sldNum" sz="quarter" idx="12"/>
          </p:nvPr>
        </p:nvSpPr>
        <p:spPr>
          <a:xfrm>
            <a:off x="11209974" y="6099635"/>
            <a:ext cx="791528" cy="429752"/>
          </a:xfrm>
        </p:spPr>
        <p:txBody>
          <a:bodyPr/>
          <a:p>
            <a:fld id="{6D22F896-40B5-4ADD-8801-0D06FADFA095}" type="slidenum">
              <a:rPr lang="en-US" smtClean="0"/>
              <a:t>11</a:t>
            </a:fld>
            <a:endParaRPr dirty="0" lang="en-US"/>
          </a:p>
        </p:txBody>
      </p:sp>
      <p:pic>
        <p:nvPicPr>
          <p:cNvPr id="2097156" name="Picture 7"/>
          <p:cNvPicPr>
            <a:picLocks noChangeAspect="1"/>
          </p:cNvPicPr>
          <p:nvPr/>
        </p:nvPicPr>
        <p:blipFill>
          <a:blip xmlns:r="http://schemas.openxmlformats.org/officeDocument/2006/relationships" r:embed="rId1"/>
          <a:stretch>
            <a:fillRect/>
          </a:stretch>
        </p:blipFill>
        <p:spPr>
          <a:xfrm>
            <a:off x="5114925" y="2986087"/>
            <a:ext cx="6562723" cy="3173967"/>
          </a:xfrm>
          <a:prstGeom prst="rect"/>
          <a:effectLst>
            <a:innerShdw blurRad="114300">
              <a:prstClr val="black"/>
            </a:innerShdw>
          </a:effectLst>
        </p:spPr>
      </p:pic>
      <p:sp>
        <p:nvSpPr>
          <p:cNvPr id="1048627" name="TextBox 8"/>
          <p:cNvSpPr txBox="1"/>
          <p:nvPr/>
        </p:nvSpPr>
        <p:spPr>
          <a:xfrm>
            <a:off x="4957763" y="6270491"/>
            <a:ext cx="2802335" cy="369332"/>
          </a:xfrm>
          <a:prstGeom prst="rect"/>
          <a:noFill/>
        </p:spPr>
        <p:txBody>
          <a:bodyPr rtlCol="0" wrap="square">
            <a:spAutoFit/>
          </a:bodyPr>
          <a:p>
            <a:r>
              <a:rPr dirty="0" lang="en-US"/>
              <a:t>Fig. 4  A cactus plant</a:t>
            </a:r>
            <a:endParaRPr dirty="0"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rotWithShape="1" dpi="0">
          <a:blip xmlns:r="http://schemas.openxmlformats.org/officeDocument/2006/relationships" r:embed="rId1">
            <a:alphaModFix amt="6000"/>
            <a:lum/>
          </a:blip>
          <a:srcRect/>
          <a:stretch>
            <a:fillRect l="-3000" r="-3000"/>
          </a:stretch>
        </a:blipFill>
        <a:effectLst/>
      </p:bgPr>
    </p:bg>
    <p:spTree>
      <p:nvGrpSpPr>
        <p:cNvPr id="44" name=""/>
        <p:cNvGrpSpPr/>
        <p:nvPr/>
      </p:nvGrpSpPr>
      <p:grpSpPr>
        <a:xfrm>
          <a:off x="0" y="0"/>
          <a:ext cx="0" cy="0"/>
          <a:chOff x="0" y="0"/>
          <a:chExt cx="0" cy="0"/>
        </a:xfrm>
      </p:grpSpPr>
      <p:sp>
        <p:nvSpPr>
          <p:cNvPr id="1048628" name="Title 1"/>
          <p:cNvSpPr>
            <a:spLocks noGrp="1"/>
          </p:cNvSpPr>
          <p:nvPr>
            <p:ph type="title"/>
          </p:nvPr>
        </p:nvSpPr>
        <p:spPr>
          <a:xfrm>
            <a:off x="1291079" y="685800"/>
            <a:ext cx="10238934" cy="1285875"/>
          </a:xfrm>
        </p:spPr>
        <p:txBody>
          <a:bodyPr>
            <a:noAutofit/>
          </a:bodyPr>
          <a:p>
            <a:pPr algn="ctr"/>
            <a:r>
              <a:rPr b="1" dirty="0" sz="4400" lang="en-US">
                <a:latin typeface="Gill Sans MT" panose="020B0502020104020203" pitchFamily="34" charset="0"/>
                <a:cs typeface="Times New Roman" panose="02020603050405020304" pitchFamily="18" charset="0"/>
              </a:rPr>
              <a:t>Morphological adaptation CONT’D </a:t>
            </a:r>
            <a:br>
              <a:rPr b="1" dirty="0" sz="4400" lang="en-US">
                <a:latin typeface="Gill Sans MT" panose="020B0502020104020203" pitchFamily="34" charset="0"/>
                <a:cs typeface="Times New Roman" panose="02020603050405020304" pitchFamily="18" charset="0"/>
              </a:rPr>
            </a:br>
            <a:endParaRPr dirty="0" sz="4400" lang="en-US">
              <a:latin typeface="Gill Sans MT" panose="020B0502020104020203" pitchFamily="34" charset="0"/>
            </a:endParaRPr>
          </a:p>
        </p:txBody>
      </p:sp>
      <p:sp>
        <p:nvSpPr>
          <p:cNvPr id="1048629" name="Content Placeholder 2"/>
          <p:cNvSpPr>
            <a:spLocks noGrp="1"/>
          </p:cNvSpPr>
          <p:nvPr>
            <p:ph idx="1"/>
          </p:nvPr>
        </p:nvSpPr>
        <p:spPr>
          <a:xfrm>
            <a:off x="1451579" y="1643062"/>
            <a:ext cx="9603275" cy="3808995"/>
          </a:xfrm>
        </p:spPr>
        <p:txBody>
          <a:bodyPr>
            <a:noAutofit/>
          </a:bodyPr>
          <a:p>
            <a:r>
              <a:rPr dirty="0" sz="3600" lang="en-US">
                <a:latin typeface="Gill Sans MT" panose="020B0502020104020203" pitchFamily="34" charset="0"/>
                <a:cs typeface="Times New Roman" panose="02020603050405020304" pitchFamily="18" charset="0"/>
              </a:rPr>
              <a:t>Succulence                                                 </a:t>
            </a:r>
          </a:p>
          <a:p>
            <a:pPr indent="0" marL="0">
              <a:buNone/>
            </a:pPr>
            <a:r>
              <a:rPr dirty="0" sz="3600" lang="en-US">
                <a:latin typeface="Gill Sans MT" panose="020B0502020104020203" pitchFamily="34" charset="0"/>
                <a:cs typeface="Times New Roman" panose="02020603050405020304" pitchFamily="18" charset="0"/>
              </a:rPr>
              <a:t>Example: Aloe vera</a:t>
            </a:r>
          </a:p>
          <a:p>
            <a:r>
              <a:rPr dirty="0" sz="3600" lang="en-US">
                <a:latin typeface="Gill Sans MT" panose="020B0502020104020203" pitchFamily="34" charset="0"/>
                <a:cs typeface="Times New Roman" panose="02020603050405020304" pitchFamily="18" charset="0"/>
              </a:rPr>
              <a:t>Deep root systems</a:t>
            </a:r>
          </a:p>
          <a:p>
            <a:pPr indent="0" marL="0">
              <a:buNone/>
            </a:pPr>
            <a:r>
              <a:rPr dirty="0" sz="3600" lang="en-US">
                <a:latin typeface="Gill Sans MT" panose="020B0502020104020203" pitchFamily="34" charset="0"/>
                <a:cs typeface="Times New Roman" panose="02020603050405020304" pitchFamily="18" charset="0"/>
              </a:rPr>
              <a:t>Example: Mesquite tree</a:t>
            </a:r>
          </a:p>
          <a:p>
            <a:r>
              <a:rPr dirty="0" sz="3600" lang="en-US">
                <a:latin typeface="Gill Sans MT" panose="020B0502020104020203" pitchFamily="34" charset="0"/>
                <a:cs typeface="Times New Roman" panose="02020603050405020304" pitchFamily="18" charset="0"/>
              </a:rPr>
              <a:t>Extensive shallow root systems</a:t>
            </a:r>
          </a:p>
          <a:p>
            <a:pPr indent="0" marL="0">
              <a:buNone/>
            </a:pPr>
            <a:r>
              <a:rPr dirty="0" sz="3600" lang="en-US">
                <a:latin typeface="Gill Sans MT" panose="020B0502020104020203" pitchFamily="34" charset="0"/>
                <a:cs typeface="Times New Roman" panose="02020603050405020304" pitchFamily="18" charset="0"/>
              </a:rPr>
              <a:t>Example: Prairie grasses </a:t>
            </a:r>
          </a:p>
          <a:p>
            <a:endParaRPr dirty="0" sz="3600" lang="en-US">
              <a:latin typeface="Gill Sans MT" panose="020B0502020104020203" pitchFamily="34" charset="0"/>
              <a:cs typeface="Times New Roman" panose="02020603050405020304" pitchFamily="18" charset="0"/>
            </a:endParaRPr>
          </a:p>
          <a:p>
            <a:pPr indent="0" marL="0">
              <a:buNone/>
            </a:pPr>
            <a:endParaRPr dirty="0" sz="3600" lang="en-US">
              <a:latin typeface="Gill Sans MT" panose="020B0502020104020203" pitchFamily="34" charset="0"/>
            </a:endParaRPr>
          </a:p>
        </p:txBody>
      </p:sp>
      <p:sp>
        <p:nvSpPr>
          <p:cNvPr id="1048630" name="Slide Number Placeholder 4"/>
          <p:cNvSpPr>
            <a:spLocks noGrp="1"/>
          </p:cNvSpPr>
          <p:nvPr>
            <p:ph type="sldNum" sz="quarter" idx="12"/>
          </p:nvPr>
        </p:nvSpPr>
        <p:spPr>
          <a:xfrm>
            <a:off x="11215354" y="6157912"/>
            <a:ext cx="811019" cy="503578"/>
          </a:xfrm>
          <a:effectLst>
            <a:outerShdw algn="ctr" blurRad="63500" rotWithShape="0" sx="102000" sy="102000">
              <a:prstClr val="black">
                <a:alpha val="40000"/>
              </a:prstClr>
            </a:outerShdw>
          </a:effectLst>
        </p:spPr>
        <p:txBody>
          <a:bodyPr/>
          <a:p>
            <a:fld id="{6D22F896-40B5-4ADD-8801-0D06FADFA095}" type="slidenum">
              <a:rPr lang="en-US" smtClean="0"/>
              <a:t>12</a:t>
            </a:fld>
            <a:endParaRPr dirty="0" lang="en-US"/>
          </a:p>
        </p:txBody>
      </p:sp>
      <p:pic>
        <p:nvPicPr>
          <p:cNvPr id="2097157" name="Picture 5"/>
          <p:cNvPicPr>
            <a:picLocks noChangeAspect="1"/>
          </p:cNvPicPr>
          <p:nvPr/>
        </p:nvPicPr>
        <p:blipFill>
          <a:blip xmlns:r="http://schemas.openxmlformats.org/officeDocument/2006/relationships" r:embed="rId1"/>
          <a:stretch>
            <a:fillRect/>
          </a:stretch>
        </p:blipFill>
        <p:spPr>
          <a:xfrm>
            <a:off x="7215188" y="2114549"/>
            <a:ext cx="4811185" cy="2328863"/>
          </a:xfrm>
          <a:prstGeom prst="rect"/>
          <a:effectLst>
            <a:innerShdw blurRad="114300">
              <a:prstClr val="black"/>
            </a:innerShdw>
          </a:effectLst>
        </p:spPr>
      </p:pic>
      <p:sp>
        <p:nvSpPr>
          <p:cNvPr id="1048631" name="TextBox 6"/>
          <p:cNvSpPr txBox="1"/>
          <p:nvPr/>
        </p:nvSpPr>
        <p:spPr>
          <a:xfrm>
            <a:off x="7215188" y="4443412"/>
            <a:ext cx="4486275" cy="369332"/>
          </a:xfrm>
          <a:prstGeom prst="rect"/>
          <a:noFill/>
        </p:spPr>
        <p:txBody>
          <a:bodyPr rtlCol="0" wrap="square">
            <a:spAutoFit/>
          </a:bodyPr>
          <a:p>
            <a:r>
              <a:rPr dirty="0" lang="en-US"/>
              <a:t>Fig. 5 An aloe vera plant</a:t>
            </a:r>
            <a:endParaRPr dirty="0"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alphaModFix amt="24000"/>
            <a:lum/>
          </a:blip>
          <a:srcRect/>
          <a:stretch>
            <a:fillRect t="-9000" b="-9000"/>
          </a:stretch>
        </a:blipFill>
        <a:effectLst/>
      </p:bgPr>
    </p:bg>
    <p:spTree>
      <p:nvGrpSpPr>
        <p:cNvPr id="45" name=""/>
        <p:cNvGrpSpPr/>
        <p:nvPr/>
      </p:nvGrpSpPr>
      <p:grpSpPr>
        <a:xfrm>
          <a:off x="0" y="0"/>
          <a:ext cx="0" cy="0"/>
          <a:chOff x="0" y="0"/>
          <a:chExt cx="0" cy="0"/>
        </a:xfrm>
      </p:grpSpPr>
      <p:sp>
        <p:nvSpPr>
          <p:cNvPr id="1048632" name="Title 1"/>
          <p:cNvSpPr>
            <a:spLocks noGrp="1"/>
          </p:cNvSpPr>
          <p:nvPr>
            <p:ph type="title"/>
          </p:nvPr>
        </p:nvSpPr>
        <p:spPr>
          <a:xfrm>
            <a:off x="757238" y="628649"/>
            <a:ext cx="10558461" cy="1071563"/>
          </a:xfrm>
        </p:spPr>
        <p:txBody>
          <a:bodyPr>
            <a:normAutofit/>
          </a:bodyPr>
          <a:p>
            <a:pPr algn="ctr"/>
            <a:r>
              <a:rPr b="1" dirty="0" sz="4800" lang="en-US"/>
              <a:t>Physiological adaptation</a:t>
            </a:r>
          </a:p>
        </p:txBody>
      </p:sp>
      <p:sp>
        <p:nvSpPr>
          <p:cNvPr id="1048633" name="Content Placeholder 2"/>
          <p:cNvSpPr>
            <a:spLocks noGrp="1"/>
          </p:cNvSpPr>
          <p:nvPr>
            <p:ph idx="1"/>
          </p:nvPr>
        </p:nvSpPr>
        <p:spPr>
          <a:xfrm>
            <a:off x="1114425" y="2015732"/>
            <a:ext cx="9940429" cy="3450613"/>
          </a:xfrm>
        </p:spPr>
        <p:txBody>
          <a:bodyPr>
            <a:normAutofit/>
          </a:bodyPr>
          <a:p>
            <a:r>
              <a:rPr dirty="0" sz="4400" lang="en-US">
                <a:latin typeface="Gill Sans MT" panose="020B0502020104020203" pitchFamily="34" charset="0"/>
                <a:cs typeface="Times New Roman" panose="02020603050405020304" pitchFamily="18" charset="0"/>
              </a:rPr>
              <a:t>Crassulacean Acid Metabolism  (CAM)</a:t>
            </a:r>
          </a:p>
          <a:p>
            <a:r>
              <a:rPr dirty="0" sz="4400" lang="en-US">
                <a:latin typeface="Gill Sans MT" panose="020B0502020104020203" pitchFamily="34" charset="0"/>
                <a:cs typeface="Times New Roman" panose="02020603050405020304" pitchFamily="18" charset="0"/>
              </a:rPr>
              <a:t>Osmotic adjustment</a:t>
            </a:r>
          </a:p>
          <a:p/>
          <a:p>
            <a:endParaRPr dirty="0" sz="4400" lang="en-US">
              <a:latin typeface="Gill Sans MT" panose="020B0502020104020203" pitchFamily="34" charset="0"/>
              <a:cs typeface="Times New Roman" panose="02020603050405020304" pitchFamily="18" charset="0"/>
            </a:endParaRPr>
          </a:p>
          <a:p>
            <a:pPr indent="0" marL="0">
              <a:buNone/>
            </a:pPr>
            <a:endParaRPr dirty="0" sz="4400" lang="en-US">
              <a:latin typeface="Gill Sans MT" panose="020B0502020104020203" pitchFamily="34" charset="0"/>
              <a:cs typeface="Times New Roman" panose="02020603050405020304" pitchFamily="18" charset="0"/>
            </a:endParaRPr>
          </a:p>
        </p:txBody>
      </p:sp>
      <p:sp>
        <p:nvSpPr>
          <p:cNvPr id="1048634" name="Slide Number Placeholder 4"/>
          <p:cNvSpPr>
            <a:spLocks noGrp="1"/>
          </p:cNvSpPr>
          <p:nvPr>
            <p:ph type="sldNum" sz="quarter" idx="12"/>
          </p:nvPr>
        </p:nvSpPr>
        <p:spPr>
          <a:xfrm>
            <a:off x="11149120" y="5466345"/>
            <a:ext cx="811019" cy="503578"/>
          </a:xfrm>
        </p:spPr>
        <p:txBody>
          <a:bodyPr/>
          <a:p>
            <a:fld id="{6D22F896-40B5-4ADD-8801-0D06FADFA095}" type="slidenum">
              <a:rPr lang="en-US" smtClean="0"/>
              <a:t>13</a:t>
            </a:fld>
            <a:endParaRPr dirty="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alphaModFix amt="18000"/>
            <a:lum/>
          </a:blip>
          <a:srcRect/>
          <a:stretch>
            <a:fillRect t="-10000" b="-10000"/>
          </a:stretch>
        </a:blipFill>
        <a:effectLst/>
      </p:bgPr>
    </p:bg>
    <p:spTree>
      <p:nvGrpSpPr>
        <p:cNvPr id="46" name=""/>
        <p:cNvGrpSpPr/>
        <p:nvPr/>
      </p:nvGrpSpPr>
      <p:grpSpPr>
        <a:xfrm>
          <a:off x="0" y="0"/>
          <a:ext cx="0" cy="0"/>
          <a:chOff x="0" y="0"/>
          <a:chExt cx="0" cy="0"/>
        </a:xfrm>
      </p:grpSpPr>
      <p:sp>
        <p:nvSpPr>
          <p:cNvPr id="1048635" name="Title 1"/>
          <p:cNvSpPr>
            <a:spLocks noGrp="1"/>
          </p:cNvSpPr>
          <p:nvPr>
            <p:ph type="title"/>
          </p:nvPr>
        </p:nvSpPr>
        <p:spPr>
          <a:xfrm>
            <a:off x="571500" y="804519"/>
            <a:ext cx="10815637" cy="1049235"/>
          </a:xfrm>
        </p:spPr>
        <p:txBody>
          <a:bodyPr>
            <a:normAutofit/>
          </a:bodyPr>
          <a:p>
            <a:pPr algn="ctr"/>
            <a:r>
              <a:rPr b="1" dirty="0" sz="4800" lang="en-US"/>
              <a:t>Biochemical adaptations</a:t>
            </a:r>
          </a:p>
        </p:txBody>
      </p:sp>
      <p:sp>
        <p:nvSpPr>
          <p:cNvPr id="1048636" name="Content Placeholder 2"/>
          <p:cNvSpPr>
            <a:spLocks noGrp="1"/>
          </p:cNvSpPr>
          <p:nvPr>
            <p:ph idx="1"/>
          </p:nvPr>
        </p:nvSpPr>
        <p:spPr>
          <a:xfrm>
            <a:off x="800101" y="2015732"/>
            <a:ext cx="10254754" cy="3450613"/>
          </a:xfrm>
        </p:spPr>
        <p:txBody>
          <a:bodyPr>
            <a:noAutofit/>
          </a:bodyPr>
          <a:p/>
          <a:p>
            <a:r>
              <a:rPr dirty="0" sz="4400" lang="en-US">
                <a:latin typeface="Gill Sans MT" panose="020B0502020104020203" pitchFamily="34" charset="0"/>
                <a:cs typeface="Times New Roman" panose="02020603050405020304" pitchFamily="18" charset="0"/>
              </a:rPr>
              <a:t>Antioxidant defense system</a:t>
            </a:r>
          </a:p>
          <a:p>
            <a:r>
              <a:rPr dirty="0" sz="4400" lang="en-US">
                <a:latin typeface="Gill Sans MT" panose="020B0502020104020203" pitchFamily="34" charset="0"/>
                <a:cs typeface="Times New Roman" panose="02020603050405020304" pitchFamily="18" charset="0"/>
              </a:rPr>
              <a:t>Synthesis of Abscisic Acid </a:t>
            </a:r>
          </a:p>
          <a:p>
            <a:pPr indent="0" marL="0">
              <a:buNone/>
            </a:pPr>
          </a:p>
        </p:txBody>
      </p:sp>
      <p:sp>
        <p:nvSpPr>
          <p:cNvPr id="1048637" name="Slide Number Placeholder 4"/>
          <p:cNvSpPr>
            <a:spLocks noGrp="1"/>
          </p:cNvSpPr>
          <p:nvPr>
            <p:ph type="sldNum" sz="quarter" idx="12"/>
          </p:nvPr>
        </p:nvSpPr>
        <p:spPr>
          <a:xfrm>
            <a:off x="11252835" y="5466345"/>
            <a:ext cx="811019" cy="503578"/>
          </a:xfrm>
        </p:spPr>
        <p:txBody>
          <a:bodyPr/>
          <a:p>
            <a:fld id="{6D22F896-40B5-4ADD-8801-0D06FADFA095}" type="slidenum">
              <a:rPr lang="en-US" smtClean="0"/>
              <a:t>14</a:t>
            </a:fld>
            <a:endParaRPr dirty="0"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
            <a:alphaModFix amt="36000"/>
            <a:lum/>
          </a:blip>
          <a:srcRect/>
          <a:stretch>
            <a:fillRect l="-4000" r="-4000"/>
          </a:stretch>
        </a:blipFill>
        <a:effectLst/>
      </p:bgPr>
    </p:bg>
    <p:spTree>
      <p:nvGrpSpPr>
        <p:cNvPr id="47" name=""/>
        <p:cNvGrpSpPr/>
        <p:nvPr/>
      </p:nvGrpSpPr>
      <p:grpSpPr>
        <a:xfrm>
          <a:off x="0" y="0"/>
          <a:ext cx="0" cy="0"/>
          <a:chOff x="0" y="0"/>
          <a:chExt cx="0" cy="0"/>
        </a:xfrm>
      </p:grpSpPr>
      <p:sp>
        <p:nvSpPr>
          <p:cNvPr id="1048638" name="Title 1"/>
          <p:cNvSpPr>
            <a:spLocks noGrp="1"/>
          </p:cNvSpPr>
          <p:nvPr>
            <p:ph type="title"/>
          </p:nvPr>
        </p:nvSpPr>
        <p:spPr/>
        <p:txBody>
          <a:bodyPr>
            <a:normAutofit/>
          </a:bodyPr>
          <a:p>
            <a:pPr algn="ctr"/>
            <a:r>
              <a:rPr b="1" dirty="0" sz="5400" lang="en-US"/>
              <a:t>conclusion</a:t>
            </a:r>
          </a:p>
        </p:txBody>
      </p:sp>
      <p:sp>
        <p:nvSpPr>
          <p:cNvPr id="1048639" name="Content Placeholder 2"/>
          <p:cNvSpPr>
            <a:spLocks noGrp="1"/>
          </p:cNvSpPr>
          <p:nvPr>
            <p:ph idx="1"/>
          </p:nvPr>
        </p:nvSpPr>
        <p:spPr>
          <a:xfrm>
            <a:off x="557213" y="2015732"/>
            <a:ext cx="10844212" cy="4037749"/>
          </a:xfrm>
        </p:spPr>
        <p:txBody>
          <a:bodyPr>
            <a:noAutofit/>
          </a:bodyPr>
          <a:p>
            <a:pPr indent="0" marL="0">
              <a:buNone/>
            </a:pPr>
            <a:r>
              <a:rPr dirty="0" sz="3600" lang="en-US">
                <a:latin typeface="Gill Sans MT" panose="020B0502020104020203" pitchFamily="34" charset="0"/>
                <a:cs typeface="Times New Roman" panose="02020603050405020304" pitchFamily="18" charset="0"/>
              </a:rPr>
              <a:t>Urgent action is needed to address the escalating challenges posed by drought stress on our ecosystems, agriculture and water resources.</a:t>
            </a:r>
          </a:p>
          <a:p>
            <a:pPr indent="0" marL="0">
              <a:buNone/>
            </a:pPr>
            <a:r>
              <a:rPr dirty="0" sz="3600" lang="en-US">
                <a:latin typeface="Gill Sans MT" panose="020B0502020104020203" pitchFamily="34" charset="0"/>
                <a:cs typeface="Times New Roman" panose="02020603050405020304" pitchFamily="18" charset="0"/>
              </a:rPr>
              <a:t>Together, we can forge a path towards a more sustainable and resilient future in the face of increasing drought conditions.</a:t>
            </a:r>
          </a:p>
        </p:txBody>
      </p:sp>
      <p:sp>
        <p:nvSpPr>
          <p:cNvPr id="1048640" name="Slide Number Placeholder 4"/>
          <p:cNvSpPr>
            <a:spLocks noGrp="1"/>
          </p:cNvSpPr>
          <p:nvPr>
            <p:ph type="sldNum" sz="quarter" idx="12"/>
          </p:nvPr>
        </p:nvSpPr>
        <p:spPr>
          <a:xfrm>
            <a:off x="11161511" y="5376534"/>
            <a:ext cx="811019" cy="503578"/>
          </a:xfrm>
        </p:spPr>
        <p:txBody>
          <a:bodyPr/>
          <a:p>
            <a:fld id="{6D22F896-40B5-4ADD-8801-0D06FADFA095}" type="slidenum">
              <a:rPr lang="en-US" smtClean="0"/>
              <a:t>15</a:t>
            </a:fld>
            <a:endParaRPr dirty="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48" name=""/>
        <p:cNvGrpSpPr/>
        <p:nvPr/>
      </p:nvGrpSpPr>
      <p:grpSpPr>
        <a:xfrm>
          <a:off x="0" y="0"/>
          <a:ext cx="0" cy="0"/>
          <a:chOff x="0" y="0"/>
          <a:chExt cx="0" cy="0"/>
        </a:xfrm>
      </p:grpSpPr>
      <p:sp>
        <p:nvSpPr>
          <p:cNvPr id="1048641" name="Title 1"/>
          <p:cNvSpPr>
            <a:spLocks noGrp="1"/>
          </p:cNvSpPr>
          <p:nvPr>
            <p:ph type="title"/>
          </p:nvPr>
        </p:nvSpPr>
        <p:spPr/>
        <p:txBody>
          <a:bodyPr>
            <a:normAutofit/>
          </a:bodyPr>
          <a:p>
            <a:pPr algn="ctr"/>
            <a:r>
              <a:rPr b="1" dirty="0" sz="4800" lang="en-US"/>
              <a:t>references</a:t>
            </a:r>
          </a:p>
        </p:txBody>
      </p:sp>
      <p:sp>
        <p:nvSpPr>
          <p:cNvPr id="1048642" name="Content Placeholder 2"/>
          <p:cNvSpPr>
            <a:spLocks noGrp="1"/>
          </p:cNvSpPr>
          <p:nvPr>
            <p:ph idx="1"/>
          </p:nvPr>
        </p:nvSpPr>
        <p:spPr>
          <a:xfrm>
            <a:off x="480060" y="1853754"/>
            <a:ext cx="11235689" cy="4199727"/>
          </a:xfrm>
        </p:spPr>
        <p:txBody>
          <a:bodyPr>
            <a:noAutofit/>
          </a:bodyPr>
          <a:p>
            <a:r>
              <a:rPr dirty="0" lang="en-US"/>
              <a:t>Abbate PE, </a:t>
            </a:r>
            <a:r>
              <a:rPr dirty="0" lang="en-US" err="1"/>
              <a:t>Dardanellib</a:t>
            </a:r>
            <a:r>
              <a:rPr dirty="0" lang="en-US"/>
              <a:t> JL, </a:t>
            </a:r>
            <a:r>
              <a:rPr dirty="0" lang="en-US" err="1"/>
              <a:t>Cantareroc</a:t>
            </a:r>
            <a:r>
              <a:rPr dirty="0" lang="en-US"/>
              <a:t> MG, </a:t>
            </a:r>
            <a:r>
              <a:rPr dirty="0" lang="en-US" err="1"/>
              <a:t>Maturanoc</a:t>
            </a:r>
            <a:r>
              <a:rPr dirty="0" lang="en-US"/>
              <a:t> M, </a:t>
            </a:r>
            <a:r>
              <a:rPr dirty="0" lang="en-US" err="1"/>
              <a:t>Melchiorid</a:t>
            </a:r>
            <a:r>
              <a:rPr dirty="0" lang="en-US"/>
              <a:t> RJM, </a:t>
            </a:r>
            <a:r>
              <a:rPr dirty="0" lang="en-US" err="1"/>
              <a:t>Sueroa</a:t>
            </a:r>
            <a:r>
              <a:rPr dirty="0" lang="en-US"/>
              <a:t> EE (2004) Climatic and water availability effects on water-use efficiency in wheat. Crop Sci 44:474–483</a:t>
            </a:r>
          </a:p>
          <a:p>
            <a:r>
              <a:rPr dirty="0" lang="en-US"/>
              <a:t>Abebe T, </a:t>
            </a:r>
            <a:r>
              <a:rPr dirty="0" lang="en-US" err="1"/>
              <a:t>Guenzi</a:t>
            </a:r>
            <a:r>
              <a:rPr dirty="0" lang="en-US"/>
              <a:t> AC, Martin B, Cushman JC (2003) Tolerance of mannitol-accumulating transgenic wheat to water stress and salinity. Plant </a:t>
            </a:r>
            <a:r>
              <a:rPr dirty="0" lang="en-US" err="1"/>
              <a:t>Physiol</a:t>
            </a:r>
            <a:r>
              <a:rPr dirty="0" lang="en-US"/>
              <a:t> 131:1748–1755</a:t>
            </a:r>
          </a:p>
          <a:p>
            <a:r>
              <a:rPr dirty="0" lang="en-US"/>
              <a:t>Farooq M, Wahid A, Kobayashi N, Fujita D, Basra SMA (2009c) Plant drought stress: effects, mechanisms and management. </a:t>
            </a:r>
            <a:r>
              <a:rPr dirty="0" lang="en-US" err="1"/>
              <a:t>Agron</a:t>
            </a:r>
            <a:r>
              <a:rPr dirty="0" lang="en-US"/>
              <a:t> Sustain </a:t>
            </a:r>
            <a:r>
              <a:rPr dirty="0" lang="en-US" err="1"/>
              <a:t>Devel</a:t>
            </a:r>
            <a:r>
              <a:rPr dirty="0" lang="en-US"/>
              <a:t> 29:185–212</a:t>
            </a:r>
          </a:p>
          <a:p>
            <a:r>
              <a:rPr dirty="0" lang="en-US" err="1"/>
              <a:t>Flexas</a:t>
            </a:r>
            <a:r>
              <a:rPr dirty="0" lang="en-US"/>
              <a:t> J, Bota J, Loreto F, Comic G, Sharkey TD (2004) Diffusive and metabolic limitations to photosynthesis under drought and salinity in C3 plants. Plant Biol 6:269–279</a:t>
            </a:r>
          </a:p>
          <a:p>
            <a:r>
              <a:rPr dirty="0" lang="en-US"/>
              <a:t>Perez-Perez JG, Robles JM, Tovar JC, </a:t>
            </a:r>
            <a:r>
              <a:rPr dirty="0" lang="en-US" err="1"/>
              <a:t>Botia</a:t>
            </a:r>
            <a:r>
              <a:rPr dirty="0" lang="en-US"/>
              <a:t> P (2009) Response to drought and salt stress of lemon ‘Fino 49’ under field conditions: Water relations, osmotic adjustment and gas exchange. Sci </a:t>
            </a:r>
            <a:r>
              <a:rPr dirty="0" lang="en-US" err="1"/>
              <a:t>Hort</a:t>
            </a:r>
            <a:r>
              <a:rPr dirty="0" lang="en-US"/>
              <a:t> 122:83–90</a:t>
            </a:r>
          </a:p>
          <a:p>
            <a:endParaRPr dirty="0" lang="en-US"/>
          </a:p>
          <a:p>
            <a:endParaRPr dirty="0" lang="en-US"/>
          </a:p>
          <a:p>
            <a:endParaRPr dirty="0" lang="en-US"/>
          </a:p>
          <a:p>
            <a:endParaRPr dirty="0" lang="en-US"/>
          </a:p>
          <a:p>
            <a:endParaRPr dirty="0" lang="en-US"/>
          </a:p>
          <a:p>
            <a:endParaRPr dirty="0" lang="en-US"/>
          </a:p>
          <a:p>
            <a:endParaRPr dirty="0" lang="en-US"/>
          </a:p>
        </p:txBody>
      </p:sp>
      <p:sp>
        <p:nvSpPr>
          <p:cNvPr id="1048643" name="Slide Number Placeholder 3"/>
          <p:cNvSpPr>
            <a:spLocks noGrp="1"/>
          </p:cNvSpPr>
          <p:nvPr>
            <p:ph type="sldNum" sz="quarter" idx="12"/>
          </p:nvPr>
        </p:nvSpPr>
        <p:spPr>
          <a:xfrm>
            <a:off x="11306430" y="5549903"/>
            <a:ext cx="811019" cy="503578"/>
          </a:xfrm>
        </p:spPr>
        <p:txBody>
          <a:bodyPr/>
          <a:p>
            <a:fld id="{6D22F896-40B5-4ADD-8801-0D06FADFA095}" type="slidenum">
              <a:rPr lang="en-US" smtClean="0"/>
              <a:t>16</a:t>
            </a:fld>
            <a:endParaRPr dirty="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rotWithShape="1" dpi="0">
          <a:blip xmlns:r="http://schemas.openxmlformats.org/officeDocument/2006/relationships" r:embed="rId1">
            <a:lum/>
          </a:blip>
          <a:srcRect/>
          <a:stretch>
            <a:fillRect t="-17000" b="-17000"/>
          </a:stretch>
        </a:blipFill>
        <a:effectLst/>
      </p:bgPr>
    </p:bg>
    <p:spTree>
      <p:nvGrpSpPr>
        <p:cNvPr id="49" name=""/>
        <p:cNvGrpSpPr/>
        <p:nvPr/>
      </p:nvGrpSpPr>
      <p:grpSpPr>
        <a:xfrm>
          <a:off x="0" y="0"/>
          <a:ext cx="0" cy="0"/>
          <a:chOff x="0" y="0"/>
          <a:chExt cx="0" cy="0"/>
        </a:xfrm>
      </p:grpSpPr>
      <p:sp>
        <p:nvSpPr>
          <p:cNvPr id="1048644" name="Title 7"/>
          <p:cNvSpPr>
            <a:spLocks noGrp="1"/>
          </p:cNvSpPr>
          <p:nvPr>
            <p:ph type="ctrTitle"/>
          </p:nvPr>
        </p:nvSpPr>
        <p:spPr/>
        <p:txBody>
          <a:bodyPr/>
          <a:p>
            <a:endParaRPr dirty="0" lang="en-US"/>
          </a:p>
        </p:txBody>
      </p:sp>
      <p:sp>
        <p:nvSpPr>
          <p:cNvPr id="1048645" name="Slide Number Placeholder 3"/>
          <p:cNvSpPr>
            <a:spLocks noGrp="1"/>
          </p:cNvSpPr>
          <p:nvPr>
            <p:ph type="sldNum" sz="quarter" idx="12"/>
          </p:nvPr>
        </p:nvSpPr>
        <p:spPr>
          <a:xfrm>
            <a:off x="11224601" y="6199648"/>
            <a:ext cx="811019" cy="503578"/>
          </a:xfrm>
        </p:spPr>
        <p:txBody>
          <a:bodyPr/>
          <a:p>
            <a:fld id="{6D22F896-40B5-4ADD-8801-0D06FADFA095}" type="slidenum">
              <a:rPr lang="en-US" smtClean="0"/>
              <a:t>17</a:t>
            </a:fld>
            <a:endParaRPr dirty="0" lang="en-US"/>
          </a:p>
        </p:txBody>
      </p:sp>
    </p:spTree>
  </p:cSld>
  <p:clrMapOvr>
    <a:masterClrMapping/>
  </p:clrMapOvr>
</p:sld>
</file>

<file path=ppt/theme/theme1.xml><?xml version="1.0" encoding="utf-8"?>
<a:theme xmlns:a="http://schemas.openxmlformats.org/drawingml/2006/main" name="Gallery">
  <a:themeElements>
    <a:clrScheme name="Gallery">
      <a:dk1>
        <a:sysClr lastClr="000000" val="windowText"/>
      </a:dk1>
      <a:lt1>
        <a:sysClr lastClr="FFFFFF" val="window"/>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r="5400000" dist="50800" rotWithShape="0" sx="96000" sy="96000">
              <a:srgbClr val="000000">
                <a:alpha val="48000"/>
              </a:srgbClr>
            </a:outerShdw>
          </a:effectLst>
          <a:scene3d>
            <a:camera prst="orthographicFront">
              <a:rot lat="0" lon="0" rev="0"/>
            </a:camera>
            <a:lightRig dir="t" rig="balanced">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Drought stress in plants</dc:title>
  <dc:creator>Bismark Botchwey</dc:creator>
  <cp:lastModifiedBy>Yvette Ansah</cp:lastModifiedBy>
  <dcterms:created xsi:type="dcterms:W3CDTF">2023-07-26T08:46:05Z</dcterms:created>
  <dcterms:modified xsi:type="dcterms:W3CDTF">2023-07-27T12:38:42Z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68b1a19c83e24b07817742825aa04839</vt:lpwstr>
  </property>
</Properties>
</file>