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03E7-5000-FD49-A0D3-A72DE5989B6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fld id="{77CEBAAF-375B-6A43-A8B5-E4A7F0AA65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03E7-5000-FD49-A0D3-A72DE5989B6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EBAAF-375B-6A43-A8B5-E4A7F0AA65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03E7-5000-FD49-A0D3-A72DE5989B6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EBAAF-375B-6A43-A8B5-E4A7F0AA65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03E7-5000-FD49-A0D3-A72DE5989B6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EBAAF-375B-6A43-A8B5-E4A7F0AA65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03E7-5000-FD49-A0D3-A72DE5989B6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EBAAF-375B-6A43-A8B5-E4A7F0AA65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03E7-5000-FD49-A0D3-A72DE5989B6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EBAAF-375B-6A43-A8B5-E4A7F0AA65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03E7-5000-FD49-A0D3-A72DE5989B6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EBAAF-375B-6A43-A8B5-E4A7F0AA65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03E7-5000-FD49-A0D3-A72DE5989B6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EBAAF-375B-6A43-A8B5-E4A7F0AA65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03E7-5000-FD49-A0D3-A72DE5989B6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EBAAF-375B-6A43-A8B5-E4A7F0AA65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03E7-5000-FD49-A0D3-A72DE5989B6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EBAAF-375B-6A43-A8B5-E4A7F0AA65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03E7-5000-FD49-A0D3-A72DE5989B6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EBAAF-375B-6A43-A8B5-E4A7F0AA65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A03E7-5000-FD49-A0D3-A72DE5989B6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EBAAF-375B-6A43-A8B5-E4A7F0AA65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66138"/>
          </a:blip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28078"/>
            <a:ext cx="9144000" cy="2791096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PHYSIOLOGICAL EFFECTS OF ELEVATED CO2 ON PLANTS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4361" y="4724401"/>
            <a:ext cx="9144000" cy="2133599"/>
          </a:xfrm>
        </p:spPr>
        <p:txBody>
          <a:bodyPr>
            <a:normAutofit/>
          </a:bodyPr>
          <a:lstStyle/>
          <a:p>
            <a:r>
              <a:rPr lang="en-US" sz="3600" b="1" dirty="0"/>
              <a:t>GROUP 18</a:t>
            </a:r>
            <a:endParaRPr lang="en-US" sz="3600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7CEBAAF-375B-6A43-A8B5-E4A7F0AA65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20000"/>
          </a:blip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371" y="235084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371" y="1899871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 OF CO2 IN PLANTS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CAUSES OF ELEVATED CO2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EFFECTS OF ELEVATED CO2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EFFECTS OF ELEVATED CO2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7CEBAAF-375B-6A43-A8B5-E4A7F0AA65F9}" type="slidenum">
              <a:rPr lang="en-US" sz="4000" smtClean="0">
                <a:solidFill>
                  <a:schemeClr val="tx1"/>
                </a:solidFill>
              </a:rPr>
            </a:fld>
            <a:endParaRPr lang="en-US" sz="400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20000"/>
          </a:blip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605" y="437981"/>
            <a:ext cx="10515600" cy="766352"/>
          </a:xfrm>
        </p:spPr>
        <p:txBody>
          <a:bodyPr/>
          <a:lstStyle/>
          <a:p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Physiological effects refers to the changes or responses that occur in an organism as a result of external or internal influence.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changes can either be normal or essential to the organism or an indication of deviation in the normal functioning.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Elevation in the amounts of CO2 means its quantities have increased than usual.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7CEBAAF-375B-6A43-A8B5-E4A7F0AA65F9}" type="slidenum">
              <a:rPr lang="en-US" sz="4000" smtClean="0">
                <a:solidFill>
                  <a:schemeClr val="tx1"/>
                </a:solidFill>
              </a:rPr>
            </a:fld>
            <a:endParaRPr lang="en-US" sz="400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20000"/>
          </a:blip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65891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ROLES OF CO2 IN PLANTS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2615"/>
            <a:ext cx="10732429" cy="489538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Plants fix CO2 from the atmosphere during the process of photosynthesis.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of the carbon component is used for their growth and other metabolic processes.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Carbon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sequestration which helps to mitigate the rise of atmospheric CO2 and its potential contribution to global warming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7CEBAAF-375B-6A43-A8B5-E4A7F0AA65F9}" type="slidenum">
              <a:rPr lang="en-US" sz="4000" smtClean="0">
                <a:solidFill>
                  <a:schemeClr val="tx1"/>
                </a:solidFill>
              </a:rPr>
            </a:fld>
            <a:endParaRPr lang="en-US" sz="400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20000"/>
          </a:blip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090" y="446049"/>
            <a:ext cx="10528610" cy="1021614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CAUSES OF ELEVATED CO2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2615"/>
            <a:ext cx="10515600" cy="421434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Burning of fossil fuels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Deforestation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processes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Natural processes like decay of organic matter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7CEBAAF-375B-6A43-A8B5-E4A7F0AA65F9}" type="slidenum">
              <a:rPr lang="en-US" sz="4000" smtClean="0">
                <a:solidFill>
                  <a:schemeClr val="tx1"/>
                </a:solidFill>
              </a:rPr>
            </a:fld>
            <a:endParaRPr lang="en-US" sz="400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20000"/>
          </a:blip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370" y="388799"/>
            <a:ext cx="11570630" cy="860137"/>
          </a:xfrm>
        </p:spPr>
        <p:txBody>
          <a:bodyPr>
            <a:normAutofit fontScale="90000"/>
          </a:bodyPr>
          <a:lstStyle/>
          <a:p>
            <a:br>
              <a:rPr lang="en-GB" b="1" dirty="0">
                <a:effectLst/>
                <a:latin typeface=".AppleSystemUIFont"/>
              </a:rPr>
            </a:b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</a:t>
            </a:r>
            <a:r>
              <a:rPr lang="en-GB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TIVE EFFECTS OF </a:t>
            </a:r>
            <a:r>
              <a:rPr lang="en-GB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RISE IN CO2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370" y="1824503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photosynthesis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plant growth and productivity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Stomatal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conductance and water use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tolerance to stress like heat, cold and draught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 smtClean="0">
              <a:latin typeface="Söhne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dirty="0" smtClean="0">
              <a:latin typeface="Söhne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dirty="0" smtClean="0">
              <a:latin typeface="Söhne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latin typeface="Söhne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7CEBAAF-375B-6A43-A8B5-E4A7F0AA65F9}" type="slidenum">
              <a:rPr lang="en-US" sz="4000" smtClean="0">
                <a:solidFill>
                  <a:schemeClr val="tx1"/>
                </a:solidFill>
              </a:rPr>
            </a:fld>
            <a:endParaRPr lang="en-US" sz="400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20000"/>
          </a:blip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005" y="411782"/>
            <a:ext cx="10515600" cy="688046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EFFECTS OF RISE IN CO2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2683"/>
            <a:ext cx="10515600" cy="44295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Reduced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uptake of nutrient.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Oversaturation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carbon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in the leaf anatomy such as increase in leaf   thickness due to reduced stomata leading to thicker epidermal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layer.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susceptibility to pests and diseases due to the reduction in the production of defense compounds , making the plants more vulnerable.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7CEBAAF-375B-6A43-A8B5-E4A7F0AA65F9}" type="slidenum">
              <a:rPr lang="en-US" sz="4000" smtClean="0">
                <a:solidFill>
                  <a:schemeClr val="tx1"/>
                </a:solidFill>
              </a:rPr>
            </a:fld>
            <a:endParaRPr lang="en-US" sz="400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20000"/>
          </a:blip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44268"/>
            <a:ext cx="10515600" cy="839206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5706"/>
            <a:ext cx="10515600" cy="4146319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Carbon dioxide serves a very crucial role in the life of plants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in turn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affects all other living organisms. Although the elevation in the amount of CO2 in the atmosphere has a positive physiological effects on these plants, the negatives can not be overlooked.Hence, the release of CO2 must be in moderations as much as possible.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7CEBAAF-375B-6A43-A8B5-E4A7F0AA65F9}" type="slidenum">
              <a:rPr lang="en-US" sz="4000" smtClean="0">
                <a:solidFill>
                  <a:schemeClr val="tx1"/>
                </a:solidFill>
              </a:rPr>
            </a:fld>
            <a:endParaRPr lang="en-US" sz="400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20000"/>
          </a:blip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370" y="342822"/>
            <a:ext cx="10495156" cy="950719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926" y="166265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Taiz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Zeiger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E. (2010). Plant Physiology (5</a:t>
            </a:r>
            <a:r>
              <a:rPr lang="en-US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Edition).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Sinauer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Associates.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Ainsworth EA, Long SP. (2005)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Kasahara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Y, Koizumi H, Hirano H, Chiba Y. (2002).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Zavala, J. A., &amp; Field, C. B. (2013). Next-generation dynamic global vegetation models: learning from community ecology. New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Phytologist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198(3), 957-969.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7CEBAAF-375B-6A43-A8B5-E4A7F0AA65F9}" type="slidenum">
              <a:rPr lang="en-US" sz="4000" smtClean="0">
                <a:solidFill>
                  <a:schemeClr val="tx1"/>
                </a:solidFill>
              </a:rPr>
            </a:fld>
            <a:endParaRPr lang="en-US" sz="400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19000"/>
          </a:blip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2390"/>
            <a:ext cx="10515600" cy="40247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7CEBAAF-375B-6A43-A8B5-E4A7F0AA65F9}" type="slidenum">
              <a:rPr lang="en-US" sz="4000" smtClean="0">
                <a:solidFill>
                  <a:schemeClr val="tx1"/>
                </a:solidFill>
              </a:rPr>
            </a:fld>
            <a:endParaRPr lang="en-US" sz="400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2188</Words>
  <Application>WPS Presentation</Application>
  <PresentationFormat>Widescreen</PresentationFormat>
  <Paragraphs>97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.AppleSystemUIFont</vt:lpstr>
      <vt:lpstr>Segoe Print</vt:lpstr>
      <vt:lpstr>Söhne</vt:lpstr>
      <vt:lpstr>Calibri</vt:lpstr>
      <vt:lpstr>Microsoft YaHei</vt:lpstr>
      <vt:lpstr>Arial Unicode MS</vt:lpstr>
      <vt:lpstr>Calibri Light</vt:lpstr>
      <vt:lpstr>Office Theme</vt:lpstr>
      <vt:lpstr>PHYSIOLOGICAL EFFECTS OF ELEVATED CO2 ON PLANTS </vt:lpstr>
      <vt:lpstr>OUTLINE</vt:lpstr>
      <vt:lpstr>INTRODUCTION</vt:lpstr>
      <vt:lpstr>ROLES OF CO2 IN PLANTS</vt:lpstr>
      <vt:lpstr>CAUSES OF ELEVATED CO2</vt:lpstr>
      <vt:lpstr> POSITIVE EFFECTS OF  RISE IN CO2</vt:lpstr>
      <vt:lpstr>NEGATIVE EFFECTS OF RISE IN CO2</vt:lpstr>
      <vt:lpstr>CONCLUSION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jesse owusu</dc:creator>
  <cp:lastModifiedBy>HP</cp:lastModifiedBy>
  <cp:revision>30</cp:revision>
  <dcterms:created xsi:type="dcterms:W3CDTF">2023-07-25T10:14:00Z</dcterms:created>
  <dcterms:modified xsi:type="dcterms:W3CDTF">2023-07-27T13:03:34Z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9B1D4C2B2A7045F898B5CFACFC8DD3E1</vt:lpwstr>
  </property>
  <property fmtid="{D5CDD505-2E9C-101B-9397-08002B2CF9AE}" pid="3" name="KSOProductBuildVer">
    <vt:lpwstr>1033-11.2.0.11219</vt:lpwstr>
  </property>
</Properties>
</file>