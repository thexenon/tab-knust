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9" r:id="rId12"/>
    <p:sldId id="265" r:id="rId13"/>
    <p:sldId id="274" r:id="rId14"/>
    <p:sldId id="266" r:id="rId15"/>
    <p:sldId id="275" r:id="rId16"/>
    <p:sldId id="267" r:id="rId17"/>
    <p:sldId id="268" r:id="rId18"/>
    <p:sldId id="270" r:id="rId19"/>
    <p:sldId id="271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85" autoAdjust="0"/>
    <p:restoredTop sz="94660"/>
  </p:normalViewPr>
  <p:slideViewPr>
    <p:cSldViewPr snapToGrid="0">
      <p:cViewPr varScale="1">
        <p:scale>
          <a:sx n="61" d="100"/>
          <a:sy n="61" d="100"/>
        </p:scale>
        <p:origin x="55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1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77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35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94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17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55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72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1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08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551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29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9664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28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9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811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55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7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D3678C9-76D4-46E4-8E16-DF8AE754CB36}" type="datetimeFigureOut">
              <a:rPr lang="en-US" smtClean="0"/>
              <a:t>8/3/2023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ED4B0-CA59-41DD-9FED-E47B50A8D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73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fif"/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93375"/>
            <a:ext cx="9144000" cy="320040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OSMOREGULATION IN ANIMALS.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3776"/>
            <a:ext cx="9144000" cy="1264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29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43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42174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5048"/>
            <a:ext cx="10515600" cy="479191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Osmoregulation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Osmoregulation in Mammals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to terrestrial, marine, and desert environments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 of osmoregulation in Mammals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Osmoregulation in Fish: freshwater and seawater habitats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24615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91669"/>
            <a:ext cx="10515600" cy="1250577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9518"/>
            <a:ext cx="10515600" cy="455855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Osmoregulation is the process of maintaining salt and water balance (osmotic balance) within the body.</a:t>
            </a: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fluids inside and surrounding cells compose of water, electrolytes, and nonelectrolytes.</a:t>
            </a:r>
          </a:p>
          <a:p>
            <a:pPr>
              <a:lnSpc>
                <a:spcPct val="150000"/>
              </a:lnSpc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06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OSMOREGULATION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103312" y="1853248"/>
            <a:ext cx="4396339" cy="440309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major types: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Osmoregulators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is the beluga.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Osmoconformers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An example is the jellyfish.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143" y="4133460"/>
            <a:ext cx="4124939" cy="2217235"/>
          </a:xfr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143" y="1468498"/>
            <a:ext cx="4029691" cy="209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225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OSMOREGULATION IN MAMMALS.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5729"/>
            <a:ext cx="10515600" cy="471123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Osmoregulation is complex in mammals, and possess tightly regulated processes that ensure osmotic balance. Below are certain mechanisms: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KIDNEY MECHANISM.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Kidneys are primary organs in osmoregulation. They filter blood to remove waste products, excess ions, and water.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Blood is filtered through the glomerulus, and the filtrate which contains water, ions, and waste products enters the renal tubules.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622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471"/>
            <a:ext cx="10515600" cy="1556217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OSMOREGULATION IN MAMMALS CONT’D.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35" y="1586753"/>
            <a:ext cx="10515600" cy="467089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the filtrate passes through the renal tubules, glucose, amino acids, and most of the filtered water are reabsorbed into the bloodstream, maintaining a stable internal environment.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distal tubule and collecting duct, filtrate concentration is adjusted based on the body’s needs.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59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OSMOREGULATION IN MAMMALS CONT’D.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Hormones like ADH play a vital role in regulating the permeability of the collecting duct. Thus, influencing the amount of water reabsorbed, and consequently, urine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362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OSMOREGULATION IN MAMMALS CONT’D.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THIRST REGULATION.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Mammals detect their water intake through thirst.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decrease in water levels signals the brain, triggering the sensation of thirst, thus, prompting intake of water.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03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OSMOREGULATION IN MAMMALS CONT’D.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SWEATING.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body temperature rises, heat is dissipated through evaporative cooling.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water is lost in this process which is compensated by increased water intake.</a:t>
            </a:r>
          </a:p>
        </p:txBody>
      </p:sp>
    </p:spTree>
    <p:extLst>
      <p:ext uri="{BB962C8B-B14F-4D97-AF65-F5344CB8AC3E}">
        <p14:creationId xmlns:p14="http://schemas.microsoft.com/office/powerpoint/2010/main" val="4128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OSMOREGULATION IN MAMMALS CONT’D.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HORMONAL REGULATION.</a:t>
            </a:r>
          </a:p>
          <a:p>
            <a:pPr>
              <a:lnSpc>
                <a:spcPct val="150000"/>
              </a:lnSpc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Hormones such as aldosterone and renin-angiotensin-aldosterone system (RAAS) are involved in regulating electrolyte and water balance, in response to changes in blood pressure and volume.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89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OSMOREGULATION IN MAMMALS CONT’D.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39515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SALIVARY GLANDS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Kangaroos and koalas have specialized salivary glands that help in excreting excess salt.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GILLS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aquatic mammals like whales and dolphins, have specialized gills to extract oxygen from water and excrete excess salt.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797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TO TERRESTRIAL, MARINE, AND DESERT ENVIRONMENTS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60812"/>
            <a:ext cx="10515600" cy="37161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TERRESTRIAL MAMMALS.</a:t>
            </a:r>
          </a:p>
          <a:p>
            <a:pPr>
              <a:lnSpc>
                <a:spcPct val="150000"/>
              </a:lnSpc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Rodents and carnivores face challenges in conserving water due to their living conditions.</a:t>
            </a:r>
          </a:p>
        </p:txBody>
      </p:sp>
    </p:spTree>
    <p:extLst>
      <p:ext uri="{BB962C8B-B14F-4D97-AF65-F5344CB8AC3E}">
        <p14:creationId xmlns:p14="http://schemas.microsoft.com/office/powerpoint/2010/main" val="376928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TO TERRESTRIAL, MARINE, AND DESERT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ENVIRONMENTS CONT’D.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3079376"/>
            <a:ext cx="8946541" cy="31690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excrete nitrogenous waste as urea, reabsorb water with their kidneys to prevent excessive loss.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obtain water primarily from their diet and metabolic processes.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9029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TO TERRESTRIAL, MARINE, AND DESERT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ENVIRONMENTS CONT’D.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447365"/>
            <a:ext cx="8946541" cy="380103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MARINE MAMMALS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Seals, whales, and dolphins possess efficient kidneys for excretion of concentrated urine, thus, minimizing water loss.</a:t>
            </a:r>
          </a:p>
        </p:txBody>
      </p:sp>
    </p:spTree>
    <p:extLst>
      <p:ext uri="{BB962C8B-B14F-4D97-AF65-F5344CB8AC3E}">
        <p14:creationId xmlns:p14="http://schemas.microsoft.com/office/powerpoint/2010/main" val="3177704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TO TERRESTRIAL, MARINE, AND DESERT ENVIRONMENTS CONT’D.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904565"/>
            <a:ext cx="8946541" cy="334383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obtain water from their prey.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Possess specialized tissues and efficient electrolyte regulation, to tolerate high salt concentrations.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6446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TO TERRESTRIAL, MARINE, AND DESERT ENVIRONMENTS CONT’D.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380129"/>
            <a:ext cx="8946541" cy="386827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DESERT MAMMALS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Camels can tolerate significant dehydration by reducing water loss, through their urine and feces. 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Kangaroo rats produce highly concentrated urine, and can conserve water through metabolic adaptations.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057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 OF OSMOREGULATION IN  MAMMALS.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cellular function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to different environments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dehydration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waste products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739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 OF OSMOREGULATION IN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MAMMALS CONT’D.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218765"/>
            <a:ext cx="8946541" cy="402963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Energy expenditure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resources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629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1065"/>
          </a:xfrm>
        </p:spPr>
        <p:txBody>
          <a:bodyPr/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OSMOREGULATION IN FISH.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sz="half" idx="2"/>
          </p:nvPr>
        </p:nvSpPr>
        <p:spPr>
          <a:xfrm>
            <a:off x="1103312" y="1163783"/>
            <a:ext cx="4396339" cy="509255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Cells placed in a hypertonic environment tend to shrink due to loss of water. In a hypotonic environment, cells tend to swell due to the intake of water. The blood maintains an isotonic environment so that cells neither shrink nor swell. (Credit: Mariana Ruiz </a:t>
            </a:r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Villareal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Content Placeholder 19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674" y="1853248"/>
            <a:ext cx="6190961" cy="4187334"/>
          </a:xfrm>
        </p:spPr>
      </p:pic>
    </p:spTree>
    <p:extLst>
      <p:ext uri="{BB962C8B-B14F-4D97-AF65-F5344CB8AC3E}">
        <p14:creationId xmlns:p14="http://schemas.microsoft.com/office/powerpoint/2010/main" val="257619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Freshwater Fish And Marine Fish.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219201"/>
            <a:ext cx="4396338" cy="634047"/>
          </a:xfrm>
        </p:spPr>
        <p:txBody>
          <a:bodyPr/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Freshwater Fish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064326"/>
            <a:ext cx="4396339" cy="415867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Live in hypotonic conditions.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Possess specialized ion transport in in the gills, active reabsorption of ions in kidneys, and production of large volumes of dilute urine to remove excess water.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122219"/>
            <a:ext cx="4396339" cy="731029"/>
          </a:xfrm>
        </p:spPr>
        <p:txBody>
          <a:bodyPr/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Marine Fish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1967345"/>
            <a:ext cx="4396339" cy="464127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Live in hypertonic conditions.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drink seawater, actively absorb salts in the intestines, and excrete excess salts through their gills and kidneys.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of concentrated urine to conserve water.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54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1103312" y="1399310"/>
            <a:ext cx="8946541" cy="484909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Animals are constantly in contact with the environment, exchanging water and nutrients through food and water consumption, as well as excretion in the form of sweat, urine, and feces. 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breakdown in a mechanism may be fatal, indicating that, osmoregulation is an essential part of animal survival.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93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of Biology-1</a:t>
            </a:r>
            <a:r>
              <a:rPr lang="en-US" sz="3200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Canadian Edition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open textbook by Charles Molnar and Jane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Gair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(Chapter 11- Homeostasis and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Osmoreguation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62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468582"/>
            <a:ext cx="8946541" cy="47798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Harriet Appiah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Serwaa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Bonsu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- 9201319</a:t>
            </a:r>
          </a:p>
          <a:p>
            <a:pPr>
              <a:lnSpc>
                <a:spcPct val="150000"/>
              </a:lnSpc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Mahama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Abdul-Hakim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Borenyi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- 9212019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Perpetual Nana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Osei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- 9216019</a:t>
            </a:r>
          </a:p>
          <a:p>
            <a:pPr>
              <a:lnSpc>
                <a:spcPct val="150000"/>
              </a:lnSpc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Koomson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Kingsley- 9211119</a:t>
            </a:r>
          </a:p>
          <a:p>
            <a:pPr>
              <a:lnSpc>
                <a:spcPct val="150000"/>
              </a:lnSpc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Sackey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Gideon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Ansah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- 9218319</a:t>
            </a:r>
          </a:p>
          <a:p>
            <a:pPr>
              <a:lnSpc>
                <a:spcPct val="150000"/>
              </a:lnSpc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Amissah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Firdaus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- 9198519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072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2189020"/>
            <a:ext cx="7694613" cy="14962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US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241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327</TotalTime>
  <Words>876</Words>
  <Application>Microsoft Office PowerPoint</Application>
  <PresentationFormat>Widescreen</PresentationFormat>
  <Paragraphs>95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Century Gothic</vt:lpstr>
      <vt:lpstr>Times New Roman</vt:lpstr>
      <vt:lpstr>Wingdings</vt:lpstr>
      <vt:lpstr>Wingdings 3</vt:lpstr>
      <vt:lpstr>Ion</vt:lpstr>
      <vt:lpstr>OVERVIEW OF OSMOREGULATION IN ANIMALS.</vt:lpstr>
      <vt:lpstr>OUTLINE</vt:lpstr>
      <vt:lpstr>INTRODUCTION</vt:lpstr>
      <vt:lpstr>TYPES OF OSMOREGULATION</vt:lpstr>
      <vt:lpstr>OSMOREGULATION IN MAMMALS.</vt:lpstr>
      <vt:lpstr>OSMOREGULATION IN MAMMALS CONT’D.</vt:lpstr>
      <vt:lpstr>OSMOREGULATION IN MAMMALS CONT’D.</vt:lpstr>
      <vt:lpstr>OSMOREGULATION IN MAMMALS CONT’D.</vt:lpstr>
      <vt:lpstr>OSMOREGULATION IN MAMMALS CONT’D.</vt:lpstr>
      <vt:lpstr>OSMOREGULATION IN MAMMALS CONT’D.</vt:lpstr>
      <vt:lpstr>OSMOREGULATION IN MAMMALS CONT’D.</vt:lpstr>
      <vt:lpstr>ADAPTATION TO TERRESTRIAL, MARINE, AND DESERT ENVIRONMENTS </vt:lpstr>
      <vt:lpstr>ADAPTATION TO TERRESTRIAL, MARINE, AND DESERT ENVIRONMENTS CONT’D. </vt:lpstr>
      <vt:lpstr>ADAPTATION TO TERRESTRIAL, MARINE, AND DESERT ENVIRONMENTS CONT’D.</vt:lpstr>
      <vt:lpstr>ADAPTATION TO TERRESTRIAL, MARINE, AND DESERT ENVIRONMENTS CONT’D.</vt:lpstr>
      <vt:lpstr>ADAPTATION TO TERRESTRIAL, MARINE, AND DESERT ENVIRONMENTS CONT’D.</vt:lpstr>
      <vt:lpstr>ADVANTAGES AND DISADVANTAGES OF OSMOREGULATION IN  MAMMALS.</vt:lpstr>
      <vt:lpstr>ADVANTAGES AND DISADVANTAGES OF OSMOREGULATION IN  MAMMALS CONT’D.</vt:lpstr>
      <vt:lpstr>OSMOREGULATION IN FISH.</vt:lpstr>
      <vt:lpstr>Freshwater Fish And Marine Fish.</vt:lpstr>
      <vt:lpstr>CONCLUSION.</vt:lpstr>
      <vt:lpstr>REFERENCE.</vt:lpstr>
      <vt:lpstr>GROUP MEMBERS.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OSMOREGULATION IN ANIMALS.</dc:title>
  <dc:creator>Junia Godzo</dc:creator>
  <cp:lastModifiedBy>Junia Godzo</cp:lastModifiedBy>
  <cp:revision>30</cp:revision>
  <dcterms:created xsi:type="dcterms:W3CDTF">2023-08-01T20:31:08Z</dcterms:created>
  <dcterms:modified xsi:type="dcterms:W3CDTF">2023-08-03T10:39:25Z</dcterms:modified>
</cp:coreProperties>
</file>