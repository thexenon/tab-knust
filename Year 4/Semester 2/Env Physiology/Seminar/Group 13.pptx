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5" r:id="rId3"/>
    <p:sldId id="264" r:id="rId4"/>
    <p:sldId id="265" r:id="rId5"/>
    <p:sldId id="266" r:id="rId6"/>
    <p:sldId id="267" r:id="rId7"/>
    <p:sldId id="279" r:id="rId8"/>
    <p:sldId id="280" r:id="rId9"/>
    <p:sldId id="281" r:id="rId10"/>
    <p:sldId id="269" r:id="rId11"/>
    <p:sldId id="270" r:id="rId12"/>
    <p:sldId id="271" r:id="rId13"/>
    <p:sldId id="272" r:id="rId14"/>
    <p:sldId id="273" r:id="rId15"/>
    <p:sldId id="282" r:id="rId16"/>
    <p:sldId id="278" r:id="rId17"/>
    <p:sldId id="284" r:id="rId18"/>
    <p:sldId id="285" r:id="rId19"/>
    <p:sldId id="286" r:id="rId20"/>
    <p:sldId id="283" r:id="rId21"/>
    <p:sldId id="274" r:id="rId22"/>
    <p:sldId id="276" r:id="rId23"/>
    <p:sldId id="26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90C6"/>
    <a:srgbClr val="B4E2F6"/>
    <a:srgbClr val="147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lma Annan-Bonny" userId="c52a5d55c9020026" providerId="LiveId" clId="{4F990E8B-76EC-4A31-B614-19F2FC224EAE}"/>
    <pc:docChg chg="undo custSel addSld delSld modSld sldOrd">
      <pc:chgData name="Thelma Annan-Bonny" userId="c52a5d55c9020026" providerId="LiveId" clId="{4F990E8B-76EC-4A31-B614-19F2FC224EAE}" dt="2023-07-26T00:17:36.339" v="5222" actId="1076"/>
      <pc:docMkLst>
        <pc:docMk/>
      </pc:docMkLst>
      <pc:sldChg chg="addSp modSp mod">
        <pc:chgData name="Thelma Annan-Bonny" userId="c52a5d55c9020026" providerId="LiveId" clId="{4F990E8B-76EC-4A31-B614-19F2FC224EAE}" dt="2023-07-26T00:17:36.339" v="5222" actId="1076"/>
        <pc:sldMkLst>
          <pc:docMk/>
          <pc:sldMk cId="3581143531" sldId="256"/>
        </pc:sldMkLst>
        <pc:spChg chg="mod">
          <ac:chgData name="Thelma Annan-Bonny" userId="c52a5d55c9020026" providerId="LiveId" clId="{4F990E8B-76EC-4A31-B614-19F2FC224EAE}" dt="2023-07-25T20:19:12.899" v="1975" actId="20577"/>
          <ac:spMkLst>
            <pc:docMk/>
            <pc:sldMk cId="3581143531" sldId="256"/>
            <ac:spMk id="2" creationId="{A8B81781-9932-2CED-2082-8EC4E3227215}"/>
          </ac:spMkLst>
        </pc:spChg>
        <pc:spChg chg="mod">
          <ac:chgData name="Thelma Annan-Bonny" userId="c52a5d55c9020026" providerId="LiveId" clId="{4F990E8B-76EC-4A31-B614-19F2FC224EAE}" dt="2023-07-25T20:15:20.723" v="1939" actId="207"/>
          <ac:spMkLst>
            <pc:docMk/>
            <pc:sldMk cId="3581143531" sldId="256"/>
            <ac:spMk id="3" creationId="{41ED26FF-548B-246C-BDE1-B1632104D21B}"/>
          </ac:spMkLst>
        </pc:spChg>
        <pc:spChg chg="add mod">
          <ac:chgData name="Thelma Annan-Bonny" userId="c52a5d55c9020026" providerId="LiveId" clId="{4F990E8B-76EC-4A31-B614-19F2FC224EAE}" dt="2023-07-26T00:17:36.339" v="5222" actId="1076"/>
          <ac:spMkLst>
            <pc:docMk/>
            <pc:sldMk cId="3581143531" sldId="256"/>
            <ac:spMk id="4" creationId="{0BC81198-8C06-06A1-5905-EBEE2E2A9C0C}"/>
          </ac:spMkLst>
        </pc:spChg>
      </pc:sldChg>
      <pc:sldChg chg="addSp modSp mod ord">
        <pc:chgData name="Thelma Annan-Bonny" userId="c52a5d55c9020026" providerId="LiveId" clId="{4F990E8B-76EC-4A31-B614-19F2FC224EAE}" dt="2023-07-25T20:19:39.426" v="1976" actId="1076"/>
        <pc:sldMkLst>
          <pc:docMk/>
          <pc:sldMk cId="3187549096" sldId="263"/>
        </pc:sldMkLst>
        <pc:spChg chg="add mod">
          <ac:chgData name="Thelma Annan-Bonny" userId="c52a5d55c9020026" providerId="LiveId" clId="{4F990E8B-76EC-4A31-B614-19F2FC224EAE}" dt="2023-07-25T20:19:39.426" v="1976" actId="1076"/>
          <ac:spMkLst>
            <pc:docMk/>
            <pc:sldMk cId="3187549096" sldId="263"/>
            <ac:spMk id="2" creationId="{9B48E925-514F-9308-8951-91A56A5D46DF}"/>
          </ac:spMkLst>
        </pc:spChg>
        <pc:spChg chg="mod">
          <ac:chgData name="Thelma Annan-Bonny" userId="c52a5d55c9020026" providerId="LiveId" clId="{4F990E8B-76EC-4A31-B614-19F2FC224EAE}" dt="2023-07-25T20:18:46.056" v="1971" actId="207"/>
          <ac:spMkLst>
            <pc:docMk/>
            <pc:sldMk cId="3187549096" sldId="263"/>
            <ac:spMk id="3" creationId="{08F8AFD5-3382-062D-5BB3-B3631B39053F}"/>
          </ac:spMkLst>
        </pc:spChg>
      </pc:sldChg>
      <pc:sldChg chg="modSp mod">
        <pc:chgData name="Thelma Annan-Bonny" userId="c52a5d55c9020026" providerId="LiveId" clId="{4F990E8B-76EC-4A31-B614-19F2FC224EAE}" dt="2023-07-26T00:02:22.049" v="5129" actId="313"/>
        <pc:sldMkLst>
          <pc:docMk/>
          <pc:sldMk cId="1604068074" sldId="264"/>
        </pc:sldMkLst>
        <pc:spChg chg="mod">
          <ac:chgData name="Thelma Annan-Bonny" userId="c52a5d55c9020026" providerId="LiveId" clId="{4F990E8B-76EC-4A31-B614-19F2FC224EAE}" dt="2023-07-25T20:15:44.699" v="1943" actId="207"/>
          <ac:spMkLst>
            <pc:docMk/>
            <pc:sldMk cId="1604068074" sldId="264"/>
            <ac:spMk id="2" creationId="{345EA390-BE29-4AEF-E5CF-85C94DACC6EA}"/>
          </ac:spMkLst>
        </pc:spChg>
        <pc:spChg chg="mod">
          <ac:chgData name="Thelma Annan-Bonny" userId="c52a5d55c9020026" providerId="LiveId" clId="{4F990E8B-76EC-4A31-B614-19F2FC224EAE}" dt="2023-07-26T00:02:22.049" v="5129" actId="313"/>
          <ac:spMkLst>
            <pc:docMk/>
            <pc:sldMk cId="1604068074" sldId="264"/>
            <ac:spMk id="3" creationId="{717472D2-FE64-0E6C-1294-37553B25982C}"/>
          </ac:spMkLst>
        </pc:spChg>
      </pc:sldChg>
      <pc:sldChg chg="modSp mod">
        <pc:chgData name="Thelma Annan-Bonny" userId="c52a5d55c9020026" providerId="LiveId" clId="{4F990E8B-76EC-4A31-B614-19F2FC224EAE}" dt="2023-07-25T20:16:01.353" v="1945" actId="207"/>
        <pc:sldMkLst>
          <pc:docMk/>
          <pc:sldMk cId="1872807803" sldId="265"/>
        </pc:sldMkLst>
        <pc:spChg chg="mod">
          <ac:chgData name="Thelma Annan-Bonny" userId="c52a5d55c9020026" providerId="LiveId" clId="{4F990E8B-76EC-4A31-B614-19F2FC224EAE}" dt="2023-07-25T20:16:01.353" v="1945" actId="207"/>
          <ac:spMkLst>
            <pc:docMk/>
            <pc:sldMk cId="1872807803" sldId="265"/>
            <ac:spMk id="3" creationId="{18A01133-7058-8E84-AD2E-251D9E5BF336}"/>
          </ac:spMkLst>
        </pc:spChg>
      </pc:sldChg>
      <pc:sldChg chg="modSp mod">
        <pc:chgData name="Thelma Annan-Bonny" userId="c52a5d55c9020026" providerId="LiveId" clId="{4F990E8B-76EC-4A31-B614-19F2FC224EAE}" dt="2023-07-25T20:16:13.087" v="1947" actId="207"/>
        <pc:sldMkLst>
          <pc:docMk/>
          <pc:sldMk cId="702789065" sldId="266"/>
        </pc:sldMkLst>
        <pc:spChg chg="mod">
          <ac:chgData name="Thelma Annan-Bonny" userId="c52a5d55c9020026" providerId="LiveId" clId="{4F990E8B-76EC-4A31-B614-19F2FC224EAE}" dt="2023-07-25T20:16:13.087" v="1947" actId="207"/>
          <ac:spMkLst>
            <pc:docMk/>
            <pc:sldMk cId="702789065" sldId="266"/>
            <ac:spMk id="3" creationId="{6CA9228F-FE35-93DE-EF0E-1E3D6C136291}"/>
          </ac:spMkLst>
        </pc:spChg>
      </pc:sldChg>
      <pc:sldChg chg="modSp mod">
        <pc:chgData name="Thelma Annan-Bonny" userId="c52a5d55c9020026" providerId="LiveId" clId="{4F990E8B-76EC-4A31-B614-19F2FC224EAE}" dt="2023-07-26T00:13:52.886" v="5140" actId="20577"/>
        <pc:sldMkLst>
          <pc:docMk/>
          <pc:sldMk cId="1577615297" sldId="267"/>
        </pc:sldMkLst>
        <pc:spChg chg="mod">
          <ac:chgData name="Thelma Annan-Bonny" userId="c52a5d55c9020026" providerId="LiveId" clId="{4F990E8B-76EC-4A31-B614-19F2FC224EAE}" dt="2023-07-26T00:13:52.886" v="5140" actId="20577"/>
          <ac:spMkLst>
            <pc:docMk/>
            <pc:sldMk cId="1577615297" sldId="267"/>
            <ac:spMk id="3" creationId="{BB0E2790-31D7-F656-F682-66CD69BA0CF9}"/>
          </ac:spMkLst>
        </pc:spChg>
        <pc:spChg chg="mod">
          <ac:chgData name="Thelma Annan-Bonny" userId="c52a5d55c9020026" providerId="LiveId" clId="{4F990E8B-76EC-4A31-B614-19F2FC224EAE}" dt="2023-07-25T20:16:27.937" v="1949" actId="255"/>
          <ac:spMkLst>
            <pc:docMk/>
            <pc:sldMk cId="1577615297" sldId="267"/>
            <ac:spMk id="4" creationId="{DEDE3973-45F3-7979-C226-7DF50B0EED15}"/>
          </ac:spMkLst>
        </pc:spChg>
      </pc:sldChg>
      <pc:sldChg chg="modSp del mod">
        <pc:chgData name="Thelma Annan-Bonny" userId="c52a5d55c9020026" providerId="LiveId" clId="{4F990E8B-76EC-4A31-B614-19F2FC224EAE}" dt="2023-07-25T22:30:21.147" v="2793" actId="47"/>
        <pc:sldMkLst>
          <pc:docMk/>
          <pc:sldMk cId="2460492697" sldId="268"/>
        </pc:sldMkLst>
        <pc:spChg chg="mod">
          <ac:chgData name="Thelma Annan-Bonny" userId="c52a5d55c9020026" providerId="LiveId" clId="{4F990E8B-76EC-4A31-B614-19F2FC224EAE}" dt="2023-07-25T20:16:40.579" v="1951" actId="207"/>
          <ac:spMkLst>
            <pc:docMk/>
            <pc:sldMk cId="2460492697" sldId="268"/>
            <ac:spMk id="2" creationId="{C0583260-D585-20D4-80DA-B9EB5BF8EE60}"/>
          </ac:spMkLst>
        </pc:spChg>
      </pc:sldChg>
      <pc:sldChg chg="addSp modSp mod">
        <pc:chgData name="Thelma Annan-Bonny" userId="c52a5d55c9020026" providerId="LiveId" clId="{4F990E8B-76EC-4A31-B614-19F2FC224EAE}" dt="2023-07-25T21:26:25.884" v="2027" actId="20577"/>
        <pc:sldMkLst>
          <pc:docMk/>
          <pc:sldMk cId="1533386385" sldId="269"/>
        </pc:sldMkLst>
        <pc:spChg chg="add mod">
          <ac:chgData name="Thelma Annan-Bonny" userId="c52a5d55c9020026" providerId="LiveId" clId="{4F990E8B-76EC-4A31-B614-19F2FC224EAE}" dt="2023-07-25T21:26:25.884" v="2027" actId="20577"/>
          <ac:spMkLst>
            <pc:docMk/>
            <pc:sldMk cId="1533386385" sldId="269"/>
            <ac:spMk id="2" creationId="{91EC8038-FAA9-5707-6154-E34E540A0F76}"/>
          </ac:spMkLst>
        </pc:spChg>
        <pc:spChg chg="add mod">
          <ac:chgData name="Thelma Annan-Bonny" userId="c52a5d55c9020026" providerId="LiveId" clId="{4F990E8B-76EC-4A31-B614-19F2FC224EAE}" dt="2023-07-25T20:02:02.624" v="1697" actId="20577"/>
          <ac:spMkLst>
            <pc:docMk/>
            <pc:sldMk cId="1533386385" sldId="269"/>
            <ac:spMk id="3" creationId="{106F7EC7-5966-1585-DB68-99A47C9C8DFD}"/>
          </ac:spMkLst>
        </pc:spChg>
        <pc:spChg chg="mod">
          <ac:chgData name="Thelma Annan-Bonny" userId="c52a5d55c9020026" providerId="LiveId" clId="{4F990E8B-76EC-4A31-B614-19F2FC224EAE}" dt="2023-07-25T20:16:55.795" v="1953" actId="207"/>
          <ac:spMkLst>
            <pc:docMk/>
            <pc:sldMk cId="1533386385" sldId="269"/>
            <ac:spMk id="4" creationId="{54FEC32B-BF2C-FE4D-D070-DB1A5423AF06}"/>
          </ac:spMkLst>
        </pc:spChg>
      </pc:sldChg>
      <pc:sldChg chg="addSp delSp modSp mod ord">
        <pc:chgData name="Thelma Annan-Bonny" userId="c52a5d55c9020026" providerId="LiveId" clId="{4F990E8B-76EC-4A31-B614-19F2FC224EAE}" dt="2023-07-25T23:23:15.935" v="3928" actId="255"/>
        <pc:sldMkLst>
          <pc:docMk/>
          <pc:sldMk cId="3773300637" sldId="270"/>
        </pc:sldMkLst>
        <pc:spChg chg="add mod">
          <ac:chgData name="Thelma Annan-Bonny" userId="c52a5d55c9020026" providerId="LiveId" clId="{4F990E8B-76EC-4A31-B614-19F2FC224EAE}" dt="2023-07-25T23:23:15.935" v="3928" actId="255"/>
          <ac:spMkLst>
            <pc:docMk/>
            <pc:sldMk cId="3773300637" sldId="270"/>
            <ac:spMk id="2" creationId="{79536F4A-2A94-1983-AA74-2B61F61067CF}"/>
          </ac:spMkLst>
        </pc:spChg>
        <pc:spChg chg="add del mod">
          <ac:chgData name="Thelma Annan-Bonny" userId="c52a5d55c9020026" providerId="LiveId" clId="{4F990E8B-76EC-4A31-B614-19F2FC224EAE}" dt="2023-07-25T18:57:38.065" v="471"/>
          <ac:spMkLst>
            <pc:docMk/>
            <pc:sldMk cId="3773300637" sldId="270"/>
            <ac:spMk id="3" creationId="{8183938F-7857-1F72-F6F2-9E2BA93890FD}"/>
          </ac:spMkLst>
        </pc:spChg>
        <pc:spChg chg="add mod">
          <ac:chgData name="Thelma Annan-Bonny" userId="c52a5d55c9020026" providerId="LiveId" clId="{4F990E8B-76EC-4A31-B614-19F2FC224EAE}" dt="2023-07-25T19:03:37.348" v="534" actId="20577"/>
          <ac:spMkLst>
            <pc:docMk/>
            <pc:sldMk cId="3773300637" sldId="270"/>
            <ac:spMk id="4" creationId="{4D00462D-4CE2-6DDD-2B83-F16218BFCD0A}"/>
          </ac:spMkLst>
        </pc:spChg>
        <pc:spChg chg="mod">
          <ac:chgData name="Thelma Annan-Bonny" userId="c52a5d55c9020026" providerId="LiveId" clId="{4F990E8B-76EC-4A31-B614-19F2FC224EAE}" dt="2023-07-25T20:17:07.558" v="1955" actId="255"/>
          <ac:spMkLst>
            <pc:docMk/>
            <pc:sldMk cId="3773300637" sldId="270"/>
            <ac:spMk id="5" creationId="{66480199-3B54-F7D2-0499-D8D027310468}"/>
          </ac:spMkLst>
        </pc:spChg>
      </pc:sldChg>
      <pc:sldChg chg="addSp modSp add mod ord">
        <pc:chgData name="Thelma Annan-Bonny" userId="c52a5d55c9020026" providerId="LiveId" clId="{4F990E8B-76EC-4A31-B614-19F2FC224EAE}" dt="2023-07-25T20:17:20.023" v="1957" actId="207"/>
        <pc:sldMkLst>
          <pc:docMk/>
          <pc:sldMk cId="575097113" sldId="271"/>
        </pc:sldMkLst>
        <pc:spChg chg="add mod">
          <ac:chgData name="Thelma Annan-Bonny" userId="c52a5d55c9020026" providerId="LiveId" clId="{4F990E8B-76EC-4A31-B614-19F2FC224EAE}" dt="2023-07-25T19:15:50.905" v="786" actId="20577"/>
          <ac:spMkLst>
            <pc:docMk/>
            <pc:sldMk cId="575097113" sldId="271"/>
            <ac:spMk id="2" creationId="{DC9CFA30-29FA-8349-74CB-6AFB36786EED}"/>
          </ac:spMkLst>
        </pc:spChg>
        <pc:spChg chg="mod">
          <ac:chgData name="Thelma Annan-Bonny" userId="c52a5d55c9020026" providerId="LiveId" clId="{4F990E8B-76EC-4A31-B614-19F2FC224EAE}" dt="2023-07-25T20:17:20.023" v="1957" actId="207"/>
          <ac:spMkLst>
            <pc:docMk/>
            <pc:sldMk cId="575097113" sldId="271"/>
            <ac:spMk id="3" creationId="{8877E1FE-55E3-3AFA-F894-030FBE730E39}"/>
          </ac:spMkLst>
        </pc:spChg>
      </pc:sldChg>
      <pc:sldChg chg="addSp modSp add mod">
        <pc:chgData name="Thelma Annan-Bonny" userId="c52a5d55c9020026" providerId="LiveId" clId="{4F990E8B-76EC-4A31-B614-19F2FC224EAE}" dt="2023-07-25T23:24:53.910" v="3929" actId="255"/>
        <pc:sldMkLst>
          <pc:docMk/>
          <pc:sldMk cId="423438101" sldId="272"/>
        </pc:sldMkLst>
        <pc:spChg chg="add mod">
          <ac:chgData name="Thelma Annan-Bonny" userId="c52a5d55c9020026" providerId="LiveId" clId="{4F990E8B-76EC-4A31-B614-19F2FC224EAE}" dt="2023-07-25T23:24:53.910" v="3929" actId="255"/>
          <ac:spMkLst>
            <pc:docMk/>
            <pc:sldMk cId="423438101" sldId="272"/>
            <ac:spMk id="2" creationId="{08C997BF-0A8E-6157-2A7A-2C0D7B16A8F2}"/>
          </ac:spMkLst>
        </pc:spChg>
        <pc:spChg chg="add mod">
          <ac:chgData name="Thelma Annan-Bonny" userId="c52a5d55c9020026" providerId="LiveId" clId="{4F990E8B-76EC-4A31-B614-19F2FC224EAE}" dt="2023-07-25T19:35:46.632" v="1165" actId="20577"/>
          <ac:spMkLst>
            <pc:docMk/>
            <pc:sldMk cId="423438101" sldId="272"/>
            <ac:spMk id="3" creationId="{DBCD1803-307C-3CE5-717B-5A77D12CC1FF}"/>
          </ac:spMkLst>
        </pc:spChg>
        <pc:spChg chg="mod">
          <ac:chgData name="Thelma Annan-Bonny" userId="c52a5d55c9020026" providerId="LiveId" clId="{4F990E8B-76EC-4A31-B614-19F2FC224EAE}" dt="2023-07-25T20:17:36.650" v="1959" actId="207"/>
          <ac:spMkLst>
            <pc:docMk/>
            <pc:sldMk cId="423438101" sldId="272"/>
            <ac:spMk id="4" creationId="{072B43AF-D2F9-1776-8707-FD6C43EB0C38}"/>
          </ac:spMkLst>
        </pc:spChg>
      </pc:sldChg>
      <pc:sldChg chg="addSp modSp add mod">
        <pc:chgData name="Thelma Annan-Bonny" userId="c52a5d55c9020026" providerId="LiveId" clId="{4F990E8B-76EC-4A31-B614-19F2FC224EAE}" dt="2023-07-26T00:14:20.272" v="5167" actId="20577"/>
        <pc:sldMkLst>
          <pc:docMk/>
          <pc:sldMk cId="1795710646" sldId="273"/>
        </pc:sldMkLst>
        <pc:spChg chg="mod">
          <ac:chgData name="Thelma Annan-Bonny" userId="c52a5d55c9020026" providerId="LiveId" clId="{4F990E8B-76EC-4A31-B614-19F2FC224EAE}" dt="2023-07-25T20:17:50.141" v="1961" actId="255"/>
          <ac:spMkLst>
            <pc:docMk/>
            <pc:sldMk cId="1795710646" sldId="273"/>
            <ac:spMk id="3" creationId="{BF44BB2E-EA37-BF18-3E47-96C9A4F990BE}"/>
          </ac:spMkLst>
        </pc:spChg>
        <pc:graphicFrameChg chg="add mod modGraphic">
          <ac:chgData name="Thelma Annan-Bonny" userId="c52a5d55c9020026" providerId="LiveId" clId="{4F990E8B-76EC-4A31-B614-19F2FC224EAE}" dt="2023-07-26T00:14:20.272" v="5167" actId="20577"/>
          <ac:graphicFrameMkLst>
            <pc:docMk/>
            <pc:sldMk cId="1795710646" sldId="273"/>
            <ac:graphicFrameMk id="2" creationId="{3848A948-F102-E47F-2E65-47523D2FBABD}"/>
          </ac:graphicFrameMkLst>
        </pc:graphicFrameChg>
      </pc:sldChg>
      <pc:sldChg chg="addSp delSp modSp add mod ord">
        <pc:chgData name="Thelma Annan-Bonny" userId="c52a5d55c9020026" providerId="LiveId" clId="{4F990E8B-76EC-4A31-B614-19F2FC224EAE}" dt="2023-07-25T23:57:18.205" v="5126" actId="255"/>
        <pc:sldMkLst>
          <pc:docMk/>
          <pc:sldMk cId="3915994108" sldId="274"/>
        </pc:sldMkLst>
        <pc:spChg chg="add mod">
          <ac:chgData name="Thelma Annan-Bonny" userId="c52a5d55c9020026" providerId="LiveId" clId="{4F990E8B-76EC-4A31-B614-19F2FC224EAE}" dt="2023-07-25T19:46:16.261" v="1241" actId="1076"/>
          <ac:spMkLst>
            <pc:docMk/>
            <pc:sldMk cId="3915994108" sldId="274"/>
            <ac:spMk id="2" creationId="{33DD580D-0BF6-F252-7445-9BAEA5156CA0}"/>
          </ac:spMkLst>
        </pc:spChg>
        <pc:spChg chg="add del mod">
          <ac:chgData name="Thelma Annan-Bonny" userId="c52a5d55c9020026" providerId="LiveId" clId="{4F990E8B-76EC-4A31-B614-19F2FC224EAE}" dt="2023-07-25T19:46:18.525" v="1244"/>
          <ac:spMkLst>
            <pc:docMk/>
            <pc:sldMk cId="3915994108" sldId="274"/>
            <ac:spMk id="3" creationId="{52C5A9A3-5D98-EC25-9CFE-242E49F4B12C}"/>
          </ac:spMkLst>
        </pc:spChg>
        <pc:spChg chg="add del mod">
          <ac:chgData name="Thelma Annan-Bonny" userId="c52a5d55c9020026" providerId="LiveId" clId="{4F990E8B-76EC-4A31-B614-19F2FC224EAE}" dt="2023-07-25T23:53:52.277" v="5107"/>
          <ac:spMkLst>
            <pc:docMk/>
            <pc:sldMk cId="3915994108" sldId="274"/>
            <ac:spMk id="3" creationId="{7BDEFD64-14D5-FC46-418E-0ED39611738E}"/>
          </ac:spMkLst>
        </pc:spChg>
        <pc:spChg chg="add mod">
          <ac:chgData name="Thelma Annan-Bonny" userId="c52a5d55c9020026" providerId="LiveId" clId="{4F990E8B-76EC-4A31-B614-19F2FC224EAE}" dt="2023-07-25T23:57:18.205" v="5126" actId="255"/>
          <ac:spMkLst>
            <pc:docMk/>
            <pc:sldMk cId="3915994108" sldId="274"/>
            <ac:spMk id="4" creationId="{00ABB7A3-A882-AD26-259C-5613A07641EB}"/>
          </ac:spMkLst>
        </pc:spChg>
        <pc:spChg chg="mod">
          <ac:chgData name="Thelma Annan-Bonny" userId="c52a5d55c9020026" providerId="LiveId" clId="{4F990E8B-76EC-4A31-B614-19F2FC224EAE}" dt="2023-07-25T20:18:25.828" v="1967" actId="255"/>
          <ac:spMkLst>
            <pc:docMk/>
            <pc:sldMk cId="3915994108" sldId="274"/>
            <ac:spMk id="5" creationId="{9E77F07E-A674-B1C5-DE77-7A89427A466F}"/>
          </ac:spMkLst>
        </pc:spChg>
      </pc:sldChg>
      <pc:sldChg chg="addSp modSp add mod">
        <pc:chgData name="Thelma Annan-Bonny" userId="c52a5d55c9020026" providerId="LiveId" clId="{4F990E8B-76EC-4A31-B614-19F2FC224EAE}" dt="2023-07-26T00:15:28.999" v="5206" actId="1076"/>
        <pc:sldMkLst>
          <pc:docMk/>
          <pc:sldMk cId="1384231290" sldId="275"/>
        </pc:sldMkLst>
        <pc:spChg chg="add mod">
          <ac:chgData name="Thelma Annan-Bonny" userId="c52a5d55c9020026" providerId="LiveId" clId="{4F990E8B-76EC-4A31-B614-19F2FC224EAE}" dt="2023-07-25T19:57:18.915" v="1461" actId="122"/>
          <ac:spMkLst>
            <pc:docMk/>
            <pc:sldMk cId="1384231290" sldId="275"/>
            <ac:spMk id="2" creationId="{A7A73F36-21AF-E2B7-04C4-DCB0167FFC60}"/>
          </ac:spMkLst>
        </pc:spChg>
        <pc:spChg chg="add mod">
          <ac:chgData name="Thelma Annan-Bonny" userId="c52a5d55c9020026" providerId="LiveId" clId="{4F990E8B-76EC-4A31-B614-19F2FC224EAE}" dt="2023-07-26T00:15:28.999" v="5206" actId="1076"/>
          <ac:spMkLst>
            <pc:docMk/>
            <pc:sldMk cId="1384231290" sldId="275"/>
            <ac:spMk id="3" creationId="{BDC13639-5846-8A23-3DD3-FFD316AA371B}"/>
          </ac:spMkLst>
        </pc:spChg>
        <pc:spChg chg="mod">
          <ac:chgData name="Thelma Annan-Bonny" userId="c52a5d55c9020026" providerId="LiveId" clId="{4F990E8B-76EC-4A31-B614-19F2FC224EAE}" dt="2023-07-25T20:15:33.887" v="1941" actId="207"/>
          <ac:spMkLst>
            <pc:docMk/>
            <pc:sldMk cId="1384231290" sldId="275"/>
            <ac:spMk id="4" creationId="{E63FCBAB-4E0A-B8F9-65B4-ACB36BDB35C9}"/>
          </ac:spMkLst>
        </pc:spChg>
      </pc:sldChg>
      <pc:sldChg chg="addSp modSp add mod ord">
        <pc:chgData name="Thelma Annan-Bonny" userId="c52a5d55c9020026" providerId="LiveId" clId="{4F990E8B-76EC-4A31-B614-19F2FC224EAE}" dt="2023-07-25T23:57:34.422" v="5127" actId="255"/>
        <pc:sldMkLst>
          <pc:docMk/>
          <pc:sldMk cId="665630203" sldId="276"/>
        </pc:sldMkLst>
        <pc:spChg chg="add mod">
          <ac:chgData name="Thelma Annan-Bonny" userId="c52a5d55c9020026" providerId="LiveId" clId="{4F990E8B-76EC-4A31-B614-19F2FC224EAE}" dt="2023-07-25T19:51:49.670" v="1267" actId="255"/>
          <ac:spMkLst>
            <pc:docMk/>
            <pc:sldMk cId="665630203" sldId="276"/>
            <ac:spMk id="2" creationId="{DED2F1CA-4D39-CF14-5B1B-3F8F70B197E7}"/>
          </ac:spMkLst>
        </pc:spChg>
        <pc:spChg chg="add mod">
          <ac:chgData name="Thelma Annan-Bonny" userId="c52a5d55c9020026" providerId="LiveId" clId="{4F990E8B-76EC-4A31-B614-19F2FC224EAE}" dt="2023-07-25T23:57:34.422" v="5127" actId="255"/>
          <ac:spMkLst>
            <pc:docMk/>
            <pc:sldMk cId="665630203" sldId="276"/>
            <ac:spMk id="3" creationId="{FDAA676E-FA5B-4146-494C-92FD275814C8}"/>
          </ac:spMkLst>
        </pc:spChg>
        <pc:spChg chg="mod">
          <ac:chgData name="Thelma Annan-Bonny" userId="c52a5d55c9020026" providerId="LiveId" clId="{4F990E8B-76EC-4A31-B614-19F2FC224EAE}" dt="2023-07-25T20:18:36.418" v="1969" actId="207"/>
          <ac:spMkLst>
            <pc:docMk/>
            <pc:sldMk cId="665630203" sldId="276"/>
            <ac:spMk id="4" creationId="{D33C4D5E-0DC3-4667-F2CE-830D45C1FCB3}"/>
          </ac:spMkLst>
        </pc:spChg>
      </pc:sldChg>
      <pc:sldChg chg="addSp delSp modSp add del mod ord">
        <pc:chgData name="Thelma Annan-Bonny" userId="c52a5d55c9020026" providerId="LiveId" clId="{4F990E8B-76EC-4A31-B614-19F2FC224EAE}" dt="2023-07-25T22:29:56.155" v="2792" actId="47"/>
        <pc:sldMkLst>
          <pc:docMk/>
          <pc:sldMk cId="348904890" sldId="277"/>
        </pc:sldMkLst>
        <pc:spChg chg="add del mod">
          <ac:chgData name="Thelma Annan-Bonny" userId="c52a5d55c9020026" providerId="LiveId" clId="{4F990E8B-76EC-4A31-B614-19F2FC224EAE}" dt="2023-07-25T20:10:37.992" v="1762"/>
          <ac:spMkLst>
            <pc:docMk/>
            <pc:sldMk cId="348904890" sldId="277"/>
            <ac:spMk id="2" creationId="{74E0A088-138C-DFB3-7032-A1F522742A47}"/>
          </ac:spMkLst>
        </pc:spChg>
        <pc:spChg chg="mod">
          <ac:chgData name="Thelma Annan-Bonny" userId="c52a5d55c9020026" providerId="LiveId" clId="{4F990E8B-76EC-4A31-B614-19F2FC224EAE}" dt="2023-07-25T20:09:03.216" v="1758" actId="122"/>
          <ac:spMkLst>
            <pc:docMk/>
            <pc:sldMk cId="348904890" sldId="277"/>
            <ac:spMk id="3" creationId="{83697A80-6AA0-E169-2E85-37CBC85418B7}"/>
          </ac:spMkLst>
        </pc:spChg>
        <pc:spChg chg="add mod">
          <ac:chgData name="Thelma Annan-Bonny" userId="c52a5d55c9020026" providerId="LiveId" clId="{4F990E8B-76EC-4A31-B614-19F2FC224EAE}" dt="2023-07-25T20:12:58.561" v="1909" actId="14100"/>
          <ac:spMkLst>
            <pc:docMk/>
            <pc:sldMk cId="348904890" sldId="277"/>
            <ac:spMk id="4" creationId="{947B972E-014C-83EA-0105-D5AA45A27287}"/>
          </ac:spMkLst>
        </pc:spChg>
        <pc:spChg chg="mod">
          <ac:chgData name="Thelma Annan-Bonny" userId="c52a5d55c9020026" providerId="LiveId" clId="{4F990E8B-76EC-4A31-B614-19F2FC224EAE}" dt="2023-07-25T20:17:59.032" v="1963" actId="207"/>
          <ac:spMkLst>
            <pc:docMk/>
            <pc:sldMk cId="348904890" sldId="277"/>
            <ac:spMk id="5" creationId="{1DB83D91-ED3D-5665-588C-D7B8A19F8240}"/>
          </ac:spMkLst>
        </pc:spChg>
      </pc:sldChg>
      <pc:sldChg chg="addSp delSp modSp add mod ord">
        <pc:chgData name="Thelma Annan-Bonny" userId="c52a5d55c9020026" providerId="LiveId" clId="{4F990E8B-76EC-4A31-B614-19F2FC224EAE}" dt="2023-07-25T23:01:53.052" v="3469" actId="113"/>
        <pc:sldMkLst>
          <pc:docMk/>
          <pc:sldMk cId="3121764054" sldId="278"/>
        </pc:sldMkLst>
        <pc:spChg chg="del mod">
          <ac:chgData name="Thelma Annan-Bonny" userId="c52a5d55c9020026" providerId="LiveId" clId="{4F990E8B-76EC-4A31-B614-19F2FC224EAE}" dt="2023-07-25T22:57:20.533" v="3185" actId="478"/>
          <ac:spMkLst>
            <pc:docMk/>
            <pc:sldMk cId="3121764054" sldId="278"/>
            <ac:spMk id="2" creationId="{33DD580D-0BF6-F252-7445-9BAEA5156CA0}"/>
          </ac:spMkLst>
        </pc:spChg>
        <pc:spChg chg="mod">
          <ac:chgData name="Thelma Annan-Bonny" userId="c52a5d55c9020026" providerId="LiveId" clId="{4F990E8B-76EC-4A31-B614-19F2FC224EAE}" dt="2023-07-25T20:18:14.184" v="1965" actId="255"/>
          <ac:spMkLst>
            <pc:docMk/>
            <pc:sldMk cId="3121764054" sldId="278"/>
            <ac:spMk id="3" creationId="{3A4A212D-B668-B6A8-82E2-CEFEE9EE49BE}"/>
          </ac:spMkLst>
        </pc:spChg>
        <pc:spChg chg="add mod">
          <ac:chgData name="Thelma Annan-Bonny" userId="c52a5d55c9020026" providerId="LiveId" clId="{4F990E8B-76EC-4A31-B614-19F2FC224EAE}" dt="2023-07-25T23:01:53.052" v="3469" actId="113"/>
          <ac:spMkLst>
            <pc:docMk/>
            <pc:sldMk cId="3121764054" sldId="278"/>
            <ac:spMk id="4" creationId="{66CEBB53-E7DA-6F22-1B24-DA77755627B2}"/>
          </ac:spMkLst>
        </pc:spChg>
      </pc:sldChg>
      <pc:sldChg chg="addSp delSp modSp add mod ord">
        <pc:chgData name="Thelma Annan-Bonny" userId="c52a5d55c9020026" providerId="LiveId" clId="{4F990E8B-76EC-4A31-B614-19F2FC224EAE}" dt="2023-07-26T00:13:30.163" v="5136" actId="113"/>
        <pc:sldMkLst>
          <pc:docMk/>
          <pc:sldMk cId="1384589502" sldId="279"/>
        </pc:sldMkLst>
        <pc:spChg chg="del mod">
          <ac:chgData name="Thelma Annan-Bonny" userId="c52a5d55c9020026" providerId="LiveId" clId="{4F990E8B-76EC-4A31-B614-19F2FC224EAE}" dt="2023-07-25T22:07:27.073" v="2042"/>
          <ac:spMkLst>
            <pc:docMk/>
            <pc:sldMk cId="1384589502" sldId="279"/>
            <ac:spMk id="2" creationId="{33DD580D-0BF6-F252-7445-9BAEA5156CA0}"/>
          </ac:spMkLst>
        </pc:spChg>
        <pc:spChg chg="add mod">
          <ac:chgData name="Thelma Annan-Bonny" userId="c52a5d55c9020026" providerId="LiveId" clId="{4F990E8B-76EC-4A31-B614-19F2FC224EAE}" dt="2023-07-25T22:14:46.647" v="2144" actId="1076"/>
          <ac:spMkLst>
            <pc:docMk/>
            <pc:sldMk cId="1384589502" sldId="279"/>
            <ac:spMk id="4" creationId="{AEC29ABC-390D-7429-0222-DBA7557F8C23}"/>
          </ac:spMkLst>
        </pc:spChg>
        <pc:spChg chg="add mod">
          <ac:chgData name="Thelma Annan-Bonny" userId="c52a5d55c9020026" providerId="LiveId" clId="{4F990E8B-76EC-4A31-B614-19F2FC224EAE}" dt="2023-07-26T00:13:30.163" v="5136" actId="113"/>
          <ac:spMkLst>
            <pc:docMk/>
            <pc:sldMk cId="1384589502" sldId="279"/>
            <ac:spMk id="5" creationId="{E6246B8E-345F-B25A-484A-A330C1BDE286}"/>
          </ac:spMkLst>
        </pc:spChg>
      </pc:sldChg>
      <pc:sldChg chg="modSp add mod ord">
        <pc:chgData name="Thelma Annan-Bonny" userId="c52a5d55c9020026" providerId="LiveId" clId="{4F990E8B-76EC-4A31-B614-19F2FC224EAE}" dt="2023-07-25T23:22:42.213" v="3926" actId="20577"/>
        <pc:sldMkLst>
          <pc:docMk/>
          <pc:sldMk cId="1094753372" sldId="280"/>
        </pc:sldMkLst>
        <pc:spChg chg="mod">
          <ac:chgData name="Thelma Annan-Bonny" userId="c52a5d55c9020026" providerId="LiveId" clId="{4F990E8B-76EC-4A31-B614-19F2FC224EAE}" dt="2023-07-25T23:22:42.213" v="3926" actId="20577"/>
          <ac:spMkLst>
            <pc:docMk/>
            <pc:sldMk cId="1094753372" sldId="280"/>
            <ac:spMk id="3" creationId="{83697A80-6AA0-E169-2E85-37CBC85418B7}"/>
          </ac:spMkLst>
        </pc:spChg>
      </pc:sldChg>
      <pc:sldChg chg="addSp delSp modSp add mod ord">
        <pc:chgData name="Thelma Annan-Bonny" userId="c52a5d55c9020026" providerId="LiveId" clId="{4F990E8B-76EC-4A31-B614-19F2FC224EAE}" dt="2023-07-26T00:14:07.010" v="5141" actId="20577"/>
        <pc:sldMkLst>
          <pc:docMk/>
          <pc:sldMk cId="3654711138" sldId="281"/>
        </pc:sldMkLst>
        <pc:spChg chg="del mod">
          <ac:chgData name="Thelma Annan-Bonny" userId="c52a5d55c9020026" providerId="LiveId" clId="{4F990E8B-76EC-4A31-B614-19F2FC224EAE}" dt="2023-07-25T22:39:35.802" v="2804" actId="478"/>
          <ac:spMkLst>
            <pc:docMk/>
            <pc:sldMk cId="3654711138" sldId="281"/>
            <ac:spMk id="2" creationId="{33DD580D-0BF6-F252-7445-9BAEA5156CA0}"/>
          </ac:spMkLst>
        </pc:spChg>
        <pc:spChg chg="add mod">
          <ac:chgData name="Thelma Annan-Bonny" userId="c52a5d55c9020026" providerId="LiveId" clId="{4F990E8B-76EC-4A31-B614-19F2FC224EAE}" dt="2023-07-26T00:14:07.010" v="5141" actId="20577"/>
          <ac:spMkLst>
            <pc:docMk/>
            <pc:sldMk cId="3654711138" sldId="281"/>
            <ac:spMk id="6" creationId="{BEA65417-58E2-22C4-85EE-D03A5B7FEB17}"/>
          </ac:spMkLst>
        </pc:spChg>
        <pc:picChg chg="add mod">
          <ac:chgData name="Thelma Annan-Bonny" userId="c52a5d55c9020026" providerId="LiveId" clId="{4F990E8B-76EC-4A31-B614-19F2FC224EAE}" dt="2023-07-25T22:41:03.476" v="2814" actId="1076"/>
          <ac:picMkLst>
            <pc:docMk/>
            <pc:sldMk cId="3654711138" sldId="281"/>
            <ac:picMk id="5" creationId="{8BA396F7-5BFF-B2C8-46D2-388E9383B555}"/>
          </ac:picMkLst>
        </pc:picChg>
      </pc:sldChg>
      <pc:sldChg chg="addSp modSp add mod ord">
        <pc:chgData name="Thelma Annan-Bonny" userId="c52a5d55c9020026" providerId="LiveId" clId="{4F990E8B-76EC-4A31-B614-19F2FC224EAE}" dt="2023-07-25T22:55:42.184" v="3173" actId="14100"/>
        <pc:sldMkLst>
          <pc:docMk/>
          <pc:sldMk cId="4162936107" sldId="282"/>
        </pc:sldMkLst>
        <pc:spChg chg="mod">
          <ac:chgData name="Thelma Annan-Bonny" userId="c52a5d55c9020026" providerId="LiveId" clId="{4F990E8B-76EC-4A31-B614-19F2FC224EAE}" dt="2023-07-25T22:43:51.797" v="2866" actId="1076"/>
          <ac:spMkLst>
            <pc:docMk/>
            <pc:sldMk cId="4162936107" sldId="282"/>
            <ac:spMk id="2" creationId="{33DD580D-0BF6-F252-7445-9BAEA5156CA0}"/>
          </ac:spMkLst>
        </pc:spChg>
        <pc:spChg chg="add mod">
          <ac:chgData name="Thelma Annan-Bonny" userId="c52a5d55c9020026" providerId="LiveId" clId="{4F990E8B-76EC-4A31-B614-19F2FC224EAE}" dt="2023-07-25T22:55:42.184" v="3173" actId="14100"/>
          <ac:spMkLst>
            <pc:docMk/>
            <pc:sldMk cId="4162936107" sldId="282"/>
            <ac:spMk id="4" creationId="{E8040273-8578-8E00-2D7F-C643E16D6422}"/>
          </ac:spMkLst>
        </pc:spChg>
        <pc:spChg chg="add mod">
          <ac:chgData name="Thelma Annan-Bonny" userId="c52a5d55c9020026" providerId="LiveId" clId="{4F990E8B-76EC-4A31-B614-19F2FC224EAE}" dt="2023-07-25T22:55:31.798" v="3172" actId="1076"/>
          <ac:spMkLst>
            <pc:docMk/>
            <pc:sldMk cId="4162936107" sldId="282"/>
            <ac:spMk id="7" creationId="{DDBE01FE-E6C5-51E9-E1B6-EBDF072B3D47}"/>
          </ac:spMkLst>
        </pc:spChg>
        <pc:picChg chg="add mod">
          <ac:chgData name="Thelma Annan-Bonny" userId="c52a5d55c9020026" providerId="LiveId" clId="{4F990E8B-76EC-4A31-B614-19F2FC224EAE}" dt="2023-07-25T22:55:05.096" v="3169" actId="1076"/>
          <ac:picMkLst>
            <pc:docMk/>
            <pc:sldMk cId="4162936107" sldId="282"/>
            <ac:picMk id="6" creationId="{E92F23FE-33E5-A894-9958-5316ABF3FCAA}"/>
          </ac:picMkLst>
        </pc:picChg>
      </pc:sldChg>
      <pc:sldChg chg="addSp modSp add mod">
        <pc:chgData name="Thelma Annan-Bonny" userId="c52a5d55c9020026" providerId="LiveId" clId="{4F990E8B-76EC-4A31-B614-19F2FC224EAE}" dt="2023-07-26T00:04:12.114" v="5132" actId="14100"/>
        <pc:sldMkLst>
          <pc:docMk/>
          <pc:sldMk cId="592042394" sldId="283"/>
        </pc:sldMkLst>
        <pc:spChg chg="add mod">
          <ac:chgData name="Thelma Annan-Bonny" userId="c52a5d55c9020026" providerId="LiveId" clId="{4F990E8B-76EC-4A31-B614-19F2FC224EAE}" dt="2023-07-26T00:04:12.114" v="5132" actId="14100"/>
          <ac:spMkLst>
            <pc:docMk/>
            <pc:sldMk cId="592042394" sldId="283"/>
            <ac:spMk id="4" creationId="{1CA4F466-9EEA-748F-757B-81FEA59896D2}"/>
          </ac:spMkLst>
        </pc:spChg>
      </pc:sldChg>
      <pc:sldChg chg="addSp delSp modSp add mod ord">
        <pc:chgData name="Thelma Annan-Bonny" userId="c52a5d55c9020026" providerId="LiveId" clId="{4F990E8B-76EC-4A31-B614-19F2FC224EAE}" dt="2023-07-25T23:21:10.671" v="3923" actId="14100"/>
        <pc:sldMkLst>
          <pc:docMk/>
          <pc:sldMk cId="3271318473" sldId="284"/>
        </pc:sldMkLst>
        <pc:spChg chg="del mod">
          <ac:chgData name="Thelma Annan-Bonny" userId="c52a5d55c9020026" providerId="LiveId" clId="{4F990E8B-76EC-4A31-B614-19F2FC224EAE}" dt="2023-07-25T23:05:18.533" v="3471" actId="478"/>
          <ac:spMkLst>
            <pc:docMk/>
            <pc:sldMk cId="3271318473" sldId="284"/>
            <ac:spMk id="2" creationId="{33DD580D-0BF6-F252-7445-9BAEA5156CA0}"/>
          </ac:spMkLst>
        </pc:spChg>
        <pc:spChg chg="add del mod">
          <ac:chgData name="Thelma Annan-Bonny" userId="c52a5d55c9020026" providerId="LiveId" clId="{4F990E8B-76EC-4A31-B614-19F2FC224EAE}" dt="2023-07-25T23:06:39.260" v="3477"/>
          <ac:spMkLst>
            <pc:docMk/>
            <pc:sldMk cId="3271318473" sldId="284"/>
            <ac:spMk id="4" creationId="{743AF65E-1D69-1AAB-062F-06EB5D664403}"/>
          </ac:spMkLst>
        </pc:spChg>
        <pc:spChg chg="add mod">
          <ac:chgData name="Thelma Annan-Bonny" userId="c52a5d55c9020026" providerId="LiveId" clId="{4F990E8B-76EC-4A31-B614-19F2FC224EAE}" dt="2023-07-25T23:08:31.873" v="3561" actId="114"/>
          <ac:spMkLst>
            <pc:docMk/>
            <pc:sldMk cId="3271318473" sldId="284"/>
            <ac:spMk id="5" creationId="{17B306B5-9A28-17A9-9E1D-62279F95DA1A}"/>
          </ac:spMkLst>
        </pc:spChg>
        <pc:spChg chg="add del mod">
          <ac:chgData name="Thelma Annan-Bonny" userId="c52a5d55c9020026" providerId="LiveId" clId="{4F990E8B-76EC-4A31-B614-19F2FC224EAE}" dt="2023-07-25T23:10:21.942" v="3565"/>
          <ac:spMkLst>
            <pc:docMk/>
            <pc:sldMk cId="3271318473" sldId="284"/>
            <ac:spMk id="6" creationId="{8F167C09-3AE0-A589-F41E-7F72A0A0A333}"/>
          </ac:spMkLst>
        </pc:spChg>
        <pc:spChg chg="add mod">
          <ac:chgData name="Thelma Annan-Bonny" userId="c52a5d55c9020026" providerId="LiveId" clId="{4F990E8B-76EC-4A31-B614-19F2FC224EAE}" dt="2023-07-25T23:21:06.658" v="3922" actId="1076"/>
          <ac:spMkLst>
            <pc:docMk/>
            <pc:sldMk cId="3271318473" sldId="284"/>
            <ac:spMk id="7" creationId="{DEAE0D44-F8B4-BBE3-D27C-8B255FB01A69}"/>
          </ac:spMkLst>
        </pc:spChg>
        <pc:picChg chg="add mod">
          <ac:chgData name="Thelma Annan-Bonny" userId="c52a5d55c9020026" providerId="LiveId" clId="{4F990E8B-76EC-4A31-B614-19F2FC224EAE}" dt="2023-07-25T23:21:10.671" v="3923" actId="14100"/>
          <ac:picMkLst>
            <pc:docMk/>
            <pc:sldMk cId="3271318473" sldId="284"/>
            <ac:picMk id="9" creationId="{2E18BC0B-199B-0444-641B-344FD121E6A5}"/>
          </ac:picMkLst>
        </pc:picChg>
      </pc:sldChg>
      <pc:sldChg chg="addSp modSp add mod">
        <pc:chgData name="Thelma Annan-Bonny" userId="c52a5d55c9020026" providerId="LiveId" clId="{4F990E8B-76EC-4A31-B614-19F2FC224EAE}" dt="2023-07-25T23:43:16.673" v="4502" actId="1076"/>
        <pc:sldMkLst>
          <pc:docMk/>
          <pc:sldMk cId="4238928346" sldId="285"/>
        </pc:sldMkLst>
        <pc:spChg chg="add mod">
          <ac:chgData name="Thelma Annan-Bonny" userId="c52a5d55c9020026" providerId="LiveId" clId="{4F990E8B-76EC-4A31-B614-19F2FC224EAE}" dt="2023-07-25T23:31:16.700" v="3945" actId="1076"/>
          <ac:spMkLst>
            <pc:docMk/>
            <pc:sldMk cId="4238928346" sldId="285"/>
            <ac:spMk id="2" creationId="{CCBDC5B8-FCFA-6ACF-A4E6-4CF20343A3F5}"/>
          </ac:spMkLst>
        </pc:spChg>
        <pc:spChg chg="add mod">
          <ac:chgData name="Thelma Annan-Bonny" userId="c52a5d55c9020026" providerId="LiveId" clId="{4F990E8B-76EC-4A31-B614-19F2FC224EAE}" dt="2023-07-25T23:41:58.807" v="4491" actId="1076"/>
          <ac:spMkLst>
            <pc:docMk/>
            <pc:sldMk cId="4238928346" sldId="285"/>
            <ac:spMk id="4" creationId="{AEC7AE24-FDB0-BAB9-E8CA-674798622301}"/>
          </ac:spMkLst>
        </pc:spChg>
        <pc:spChg chg="add mod">
          <ac:chgData name="Thelma Annan-Bonny" userId="c52a5d55c9020026" providerId="LiveId" clId="{4F990E8B-76EC-4A31-B614-19F2FC224EAE}" dt="2023-07-25T23:43:16.673" v="4502" actId="1076"/>
          <ac:spMkLst>
            <pc:docMk/>
            <pc:sldMk cId="4238928346" sldId="285"/>
            <ac:spMk id="7" creationId="{279BD9AC-0615-398B-8492-58B054BE55A7}"/>
          </ac:spMkLst>
        </pc:spChg>
        <pc:picChg chg="add mod">
          <ac:chgData name="Thelma Annan-Bonny" userId="c52a5d55c9020026" providerId="LiveId" clId="{4F990E8B-76EC-4A31-B614-19F2FC224EAE}" dt="2023-07-25T23:42:08.296" v="4492" actId="1076"/>
          <ac:picMkLst>
            <pc:docMk/>
            <pc:sldMk cId="4238928346" sldId="285"/>
            <ac:picMk id="6" creationId="{2C348FD9-4C24-BC29-76E0-1274A92A4A98}"/>
          </ac:picMkLst>
        </pc:picChg>
      </pc:sldChg>
      <pc:sldChg chg="addSp delSp modSp add mod">
        <pc:chgData name="Thelma Annan-Bonny" userId="c52a5d55c9020026" providerId="LiveId" clId="{4F990E8B-76EC-4A31-B614-19F2FC224EAE}" dt="2023-07-25T23:40:09.674" v="4486" actId="20577"/>
        <pc:sldMkLst>
          <pc:docMk/>
          <pc:sldMk cId="75020190" sldId="286"/>
        </pc:sldMkLst>
        <pc:spChg chg="add del mod">
          <ac:chgData name="Thelma Annan-Bonny" userId="c52a5d55c9020026" providerId="LiveId" clId="{4F990E8B-76EC-4A31-B614-19F2FC224EAE}" dt="2023-07-25T23:36:39.855" v="4250"/>
          <ac:spMkLst>
            <pc:docMk/>
            <pc:sldMk cId="75020190" sldId="286"/>
            <ac:spMk id="2" creationId="{12C345A1-240F-E5BB-B059-CDC143473654}"/>
          </ac:spMkLst>
        </pc:spChg>
        <pc:spChg chg="add mod">
          <ac:chgData name="Thelma Annan-Bonny" userId="c52a5d55c9020026" providerId="LiveId" clId="{4F990E8B-76EC-4A31-B614-19F2FC224EAE}" dt="2023-07-25T23:40:09.674" v="4486" actId="20577"/>
          <ac:spMkLst>
            <pc:docMk/>
            <pc:sldMk cId="75020190" sldId="286"/>
            <ac:spMk id="4" creationId="{01A084B1-30F8-16F2-3FC5-4C926CC1D8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33CFC-F0F1-40F5-BA26-0778C66636C6}" type="datetimeFigureOut">
              <a:rPr lang="en-US" smtClean="0"/>
              <a:t>7/27/2023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12A03-6C96-4DB8-B33B-3F716554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9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C8300-395F-CE16-24D4-14ED9723C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958AB-0308-AC9F-11FA-1A6A79038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6F358-AE54-81B8-4D53-128FBCAB4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C307-C885-49DC-A848-CF5E85A162CC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098F3-9311-F313-F3D9-52FFE670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3EBAB-8369-91B3-2EF1-8D843803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8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04986-94B8-32FC-068C-E35C30DC7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D709B-89BA-F4BC-9FE4-A629CF90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E3A5-160D-1D57-B417-CDE4D7FE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9FD34-FC74-4365-9E45-B784814ABDD9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12439-56EB-BEB7-10C9-10C30234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A72E6-93AE-2AAE-4412-89089FB5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A256-7A9D-BE17-74CF-78EE351C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360B7-F673-96F1-C16C-B4FD8954E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A92DE-5162-1044-22E7-6395035C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33C7-8828-4273-85E7-C83F3870289A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E6D71-C337-7788-B680-7883D843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AF0CB-9C9F-50D4-6F2D-2BCF318C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0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C819-3AE1-085B-3FB9-B76EA0C6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011A0-4DA3-CB4F-6FDE-28009C30D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A7FED-490F-5E29-3D1C-D18B6A392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A9870-D2CC-28D4-8B3E-25B8DD8BA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AED2-92BF-4F24-B219-BC7CFF4E2E34}" type="datetime1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E77E4-240A-EDC7-38AD-3DFB2F9F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0BFA7-EFCA-1521-722D-9CD94539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2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C2401-14E4-2C0C-2FAF-8DC8F3D1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A3E36-E7CB-E76E-350E-BB5F82A92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41B98-5481-AF8B-8DC8-96C1D9458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05CADB-2C7E-96E6-3355-F5448BDF8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4113C-9DBD-FED1-1F16-6E7E6A97D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7804D3-D9F3-9EEA-3E9B-64C8C406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F5F2F-4F9C-4438-B9A0-C35BC48DF2B6}" type="datetime1">
              <a:rPr lang="en-US" smtClean="0"/>
              <a:t>7/27/2023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34549-E37C-1DAE-938C-A2E93003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1B71B9-22B6-50AB-6C55-09F3639F8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77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BA8B-27C3-BA1E-D6AD-E66BA71B9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27760-8082-FC74-E824-7AE53198D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CC8C-8420-4013-826E-20DA86D73807}" type="datetime1">
              <a:rPr lang="en-US" smtClean="0"/>
              <a:t>7/27/2023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7B2B9-4DCF-EBDA-8244-B0AF838F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298FE-904F-7F9C-759B-C26719B1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8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E4C9E-F4AB-625D-729E-01CC47FE0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DF9A5-0573-4906-964E-00DE9F6C8564}" type="datetime1">
              <a:rPr lang="en-US" smtClean="0"/>
              <a:t>7/27/2023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0CD3EF-1CF9-2F47-5CD6-589AC2D8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79AB6-287A-FB87-C42B-12C93C9B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5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2D4A-681D-863C-8442-484A996B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E9AAA-4788-EC15-430B-3F5670591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4DB31-740D-BAE4-01B0-6D18579DF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3617A-B7D3-098D-0EA7-BE5F4980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A842-C5C8-4A70-9E99-43D5D491A881}" type="datetime1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FB3E4-E3C0-3FA2-F96A-052874A40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B10E8-67EF-71DD-3F2B-6C365C3C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8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51EA7-E358-83A6-A458-B256E62DC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0A27E-269E-4B13-9E29-C81986CAD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376FF-BE98-6759-A20A-52AA2B8AC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111DB-257E-D1B9-8345-6459A5696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CD74-DA37-4452-97A8-8C45409AB1CE}" type="datetime1">
              <a:rPr lang="en-US" smtClean="0"/>
              <a:t>7/27/2023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BEDB8-B622-21EF-6B95-8139DA90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461FF-CDFA-FBFB-6D41-0D8AF422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8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736CB-5882-E031-1441-047673AC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977EB-E7DA-62D7-6B4D-8965B3502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49C6D-25B3-23CD-FD69-EE69E4349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8224-0BAE-4131-8C19-C90BC2A15B35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AC925-BB72-C9FC-BFA6-34AAE7B8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B0B30-D66F-7BC5-549C-2347FC0DE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2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0EC9E-E47E-7984-5E54-531712D0B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67A0E-5F8C-46F8-E35D-D2EF56921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12FC4-D51A-7499-58CB-DFAA8EB9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398F0-34B5-483E-9238-FF61206BC5AE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A3816-14BC-A31A-06AE-D087D81B0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841F1-8DCB-1228-5A98-229D6477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51634-47BD-E556-186E-247688DDB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E3045-23BA-E389-00AE-8CA8B30A1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B28D9-05A3-A1B7-29CE-28193B3E2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4B876-938B-4BDF-86A1-6B802142DDB6}" type="datetime1">
              <a:rPr lang="en-US" smtClean="0"/>
              <a:t>7/27/2023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7BF12-0469-2A3F-F417-BC1B822E1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401D-8F61-CFD6-2CDB-8A76B812F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7073B-B2BA-4B27-8D45-449E11644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9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B81781-9932-2CED-2082-8EC4E3227215}"/>
              </a:ext>
            </a:extLst>
          </p:cNvPr>
          <p:cNvSpPr txBox="1"/>
          <p:nvPr/>
        </p:nvSpPr>
        <p:spPr>
          <a:xfrm>
            <a:off x="1158240" y="4592320"/>
            <a:ext cx="10281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150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COLD HARDINESS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150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ECTOTHERMS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ED26FF-548B-246C-BDE1-B1632104D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81198-8C06-06A1-5905-EBEE2E2A9C0C}"/>
              </a:ext>
            </a:extLst>
          </p:cNvPr>
          <p:cNvSpPr txBox="1"/>
          <p:nvPr/>
        </p:nvSpPr>
        <p:spPr>
          <a:xfrm>
            <a:off x="282805" y="6259810"/>
            <a:ext cx="2564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13</a:t>
            </a:r>
          </a:p>
        </p:txBody>
      </p:sp>
    </p:spTree>
    <p:extLst>
      <p:ext uri="{BB962C8B-B14F-4D97-AF65-F5344CB8AC3E}">
        <p14:creationId xmlns:p14="http://schemas.microsoft.com/office/powerpoint/2010/main" val="3581143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A73F36-21AF-E2B7-04C4-DCB0167FFC60}"/>
              </a:ext>
            </a:extLst>
          </p:cNvPr>
          <p:cNvSpPr txBox="1"/>
          <p:nvPr/>
        </p:nvSpPr>
        <p:spPr>
          <a:xfrm>
            <a:off x="1593130" y="268664"/>
            <a:ext cx="76639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13639-5846-8A23-3DD3-FFD316AA371B}"/>
              </a:ext>
            </a:extLst>
          </p:cNvPr>
          <p:cNvSpPr txBox="1"/>
          <p:nvPr/>
        </p:nvSpPr>
        <p:spPr>
          <a:xfrm>
            <a:off x="527900" y="1574275"/>
            <a:ext cx="1034120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terms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Hardiness Mechanisms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cold hardy organisms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FCBAB-4E0A-B8F9-65B4-ACB36BDB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23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472D2-FE64-0E6C-1294-37553B25982C}"/>
              </a:ext>
            </a:extLst>
          </p:cNvPr>
          <p:cNvSpPr txBox="1"/>
          <p:nvPr/>
        </p:nvSpPr>
        <p:spPr>
          <a:xfrm>
            <a:off x="711200" y="1977369"/>
            <a:ext cx="11480800" cy="2896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live on an environmentally diverse planet.</a:t>
            </a:r>
          </a:p>
          <a:p>
            <a:pPr marL="571500" indent="-5715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Temperatures on Earth can range from 56.7˚ C in Death Valley, USA to -89.4˚C in Vostok, Antarctica.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AB6E9-783B-BEFB-A952-DACF9523CC2E}"/>
              </a:ext>
            </a:extLst>
          </p:cNvPr>
          <p:cNvSpPr txBox="1"/>
          <p:nvPr/>
        </p:nvSpPr>
        <p:spPr>
          <a:xfrm>
            <a:off x="2722880" y="30809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150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5EA390-BE29-4AEF-E5CF-85C94DAC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6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46D079-66EB-2B24-0B80-CDC984C70AC2}"/>
              </a:ext>
            </a:extLst>
          </p:cNvPr>
          <p:cNvSpPr txBox="1"/>
          <p:nvPr/>
        </p:nvSpPr>
        <p:spPr>
          <a:xfrm>
            <a:off x="2519680" y="345440"/>
            <a:ext cx="7152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cont’d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CE8B87-C085-BA93-FE67-9A0F4215B7CD}"/>
              </a:ext>
            </a:extLst>
          </p:cNvPr>
          <p:cNvSpPr txBox="1"/>
          <p:nvPr/>
        </p:nvSpPr>
        <p:spPr>
          <a:xfrm>
            <a:off x="508000" y="1114881"/>
            <a:ext cx="11684000" cy="4876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focus will be on the colder regions.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 where conditions are described as “hostile” or “extreme” due to low temperatures.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select group of species do reside in these environments, nonetheless.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A01133-7058-8E84-AD2E-251D9E5B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80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1D949A-5A89-4AAE-432A-B7CC5AA2C7C2}"/>
              </a:ext>
            </a:extLst>
          </p:cNvPr>
          <p:cNvSpPr txBox="1"/>
          <p:nvPr/>
        </p:nvSpPr>
        <p:spPr>
          <a:xfrm>
            <a:off x="2509520" y="365759"/>
            <a:ext cx="83210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cont’d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50985-8C96-B99A-493A-C25E3A822A1E}"/>
              </a:ext>
            </a:extLst>
          </p:cNvPr>
          <p:cNvSpPr txBox="1"/>
          <p:nvPr/>
        </p:nvSpPr>
        <p:spPr>
          <a:xfrm>
            <a:off x="629920" y="1980526"/>
            <a:ext cx="10200640" cy="2896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these species able to thrive in an environment where others would most certainly perish?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answer lies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9228F-FE35-93DE-EF0E-1E3D6C136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5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78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3EC936-433F-8714-C05A-DD2D42EE2089}"/>
              </a:ext>
            </a:extLst>
          </p:cNvPr>
          <p:cNvSpPr txBox="1"/>
          <p:nvPr/>
        </p:nvSpPr>
        <p:spPr>
          <a:xfrm>
            <a:off x="1412240" y="548640"/>
            <a:ext cx="9357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TERMS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E2790-31D7-F656-F682-66CD69BA0CF9}"/>
              </a:ext>
            </a:extLst>
          </p:cNvPr>
          <p:cNvSpPr txBox="1"/>
          <p:nvPr/>
        </p:nvSpPr>
        <p:spPr>
          <a:xfrm>
            <a:off x="579120" y="1686560"/>
            <a:ext cx="104952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Ectotherms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animals that rely on external sources of heat to regulate their body temperature.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Subzero temperatures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temperatures that are below zero degrees a scale, usually Fahrenheit or Celsius.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hardy organisms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typically an ectotherm that has evolved specific adaptations enabling it to survive and thrive in subzero temperatures.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E3973-45F3-7979-C226-7DF50B0E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615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A212D-B668-B6A8-82E2-CEFEE9EE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29ABC-390D-7429-0222-DBA7557F8C23}"/>
              </a:ext>
            </a:extLst>
          </p:cNvPr>
          <p:cNvSpPr txBox="1"/>
          <p:nvPr/>
        </p:nvSpPr>
        <p:spPr>
          <a:xfrm>
            <a:off x="509048" y="367646"/>
            <a:ext cx="109201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ENVIRONMENTS OF COLD HARDY ECTOTHERMS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46B8E-345F-B25A-484A-A330C1BDE286}"/>
              </a:ext>
            </a:extLst>
          </p:cNvPr>
          <p:cNvSpPr txBox="1"/>
          <p:nvPr/>
        </p:nvSpPr>
        <p:spPr>
          <a:xfrm>
            <a:off x="716438" y="1828800"/>
            <a:ext cx="1112362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Avoidance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is an animal’s primary means to protection from extreme environments</a:t>
            </a:r>
            <a:r>
              <a:rPr lang="en-US" dirty="0"/>
              <a:t>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warmer climate is not an option, survival may depend on finding 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overwintering site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hibernaculum.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589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697A80-6AA0-E169-2E85-37CBC85418B7}"/>
              </a:ext>
            </a:extLst>
          </p:cNvPr>
          <p:cNvSpPr txBox="1"/>
          <p:nvPr/>
        </p:nvSpPr>
        <p:spPr>
          <a:xfrm>
            <a:off x="538480" y="508000"/>
            <a:ext cx="1165352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toads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terrestrial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turtles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descend into the soil column and overwinter below the reach of frost.</a:t>
            </a:r>
          </a:p>
          <a:p>
            <a:pPr marL="571500" indent="-5715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being a thermally buffered site, an ideal hibernaculum;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conceals its occupant from potential predators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permits gas exchange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excessive desiccation           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583260-D585-20D4-80DA-B9EB5BF8E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8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753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A212D-B668-B6A8-82E2-CEFEE9EE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9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396F7-5BFF-B2C8-46D2-388E9383B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128" y="714376"/>
            <a:ext cx="7924114" cy="48987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A65417-58E2-22C4-85EE-D03A5B7FEB17}"/>
              </a:ext>
            </a:extLst>
          </p:cNvPr>
          <p:cNvSpPr txBox="1"/>
          <p:nvPr/>
        </p:nvSpPr>
        <p:spPr>
          <a:xfrm>
            <a:off x="2435945" y="5613149"/>
            <a:ext cx="8046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Garter snakes (</a:t>
            </a:r>
            <a:r>
              <a:rPr lang="en-US" b="1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Thamnophis </a:t>
            </a:r>
            <a:r>
              <a:rPr lang="en-US" b="1" i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sirtalis</a:t>
            </a:r>
            <a:r>
              <a:rPr 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emerging from a subterranean hibernaculum in late February.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711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EC8038-FAA9-5707-6154-E34E540A0F76}"/>
              </a:ext>
            </a:extLst>
          </p:cNvPr>
          <p:cNvSpPr txBox="1"/>
          <p:nvPr/>
        </p:nvSpPr>
        <p:spPr>
          <a:xfrm>
            <a:off x="1120586" y="419833"/>
            <a:ext cx="93412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HARDINESS MECHANISMS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F7EC7-5966-1585-DB68-99A47C9C8DFD}"/>
              </a:ext>
            </a:extLst>
          </p:cNvPr>
          <p:cNvSpPr txBox="1"/>
          <p:nvPr/>
        </p:nvSpPr>
        <p:spPr>
          <a:xfrm>
            <a:off x="878540" y="1289394"/>
            <a:ext cx="9825317" cy="4866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related to internal body processes, these adaptations are essential for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an organism’s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survival. The strategies employed here are ;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arenR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Freezing Avoidance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arenR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Freezing Tolerance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EC32B-BF2C-FE4D-D070-DB1A5423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10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386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536F4A-2A94-1983-AA74-2B61F61067CF}"/>
              </a:ext>
            </a:extLst>
          </p:cNvPr>
          <p:cNvSpPr txBox="1"/>
          <p:nvPr/>
        </p:nvSpPr>
        <p:spPr>
          <a:xfrm>
            <a:off x="2169460" y="512107"/>
            <a:ext cx="7306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Freeze Avoidance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0462D-4CE2-6DDD-2B83-F16218BFCD0A}"/>
              </a:ext>
            </a:extLst>
          </p:cNvPr>
          <p:cNvSpPr txBox="1"/>
          <p:nvPr/>
        </p:nvSpPr>
        <p:spPr>
          <a:xfrm>
            <a:off x="914400" y="1479176"/>
            <a:ext cx="10040471" cy="4866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strategy used to prevent ice formation and harmful effects of freezing temperatures on the tissues and cells of certain organisms.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Supercooling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main mechanism for freezing avoidance.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80199-3B54-F7D2-0499-D8D02731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11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300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9CFA30-29FA-8349-74CB-6AFB36786EED}"/>
              </a:ext>
            </a:extLst>
          </p:cNvPr>
          <p:cNvSpPr txBox="1"/>
          <p:nvPr/>
        </p:nvSpPr>
        <p:spPr>
          <a:xfrm>
            <a:off x="815788" y="528918"/>
            <a:ext cx="1065903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when an organism’s body fluids remain in liquid state below the freezing point.</a:t>
            </a:r>
          </a:p>
          <a:p>
            <a:pPr marL="457200" indent="-4572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achieved by;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minimizing ice nucleation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antifreeze proteins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cryoprotectants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L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77E1FE-55E3-3AFA-F894-030FBE730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12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097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C997BF-0A8E-6157-2A7A-2C0D7B16A8F2}"/>
              </a:ext>
            </a:extLst>
          </p:cNvPr>
          <p:cNvSpPr txBox="1"/>
          <p:nvPr/>
        </p:nvSpPr>
        <p:spPr>
          <a:xfrm>
            <a:off x="1640541" y="394447"/>
            <a:ext cx="8525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Freeze Tolerance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D1803-307C-3CE5-717B-5A77D12CC1FF}"/>
              </a:ext>
            </a:extLst>
          </p:cNvPr>
          <p:cNvSpPr txBox="1"/>
          <p:nvPr/>
        </p:nvSpPr>
        <p:spPr>
          <a:xfrm>
            <a:off x="549343" y="845547"/>
            <a:ext cx="10381129" cy="683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strategy used to endure freezing temperatures by allowing their body fluids to freeze, while having specific adaptations to survive. Achieved through;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nucleation and growth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cryoprotectants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L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cellular dehydration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LcPeriod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B43AF-D2F9-1776-8707-FD6C43EB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13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38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48A948-F102-E47F-2E65-47523D2FB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793931"/>
              </p:ext>
            </p:extLst>
          </p:nvPr>
        </p:nvGraphicFramePr>
        <p:xfrm>
          <a:off x="762785" y="1029494"/>
          <a:ext cx="10515600" cy="4815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0855640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310581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52855429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Known From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36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Carbohydrates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polyhydric alcohols (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glycerol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sorbitol, ethylene glycol); sugars (glucose, trehalose); cyclitols (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myo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-Inositol)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bacteria, marine and terrestrial invertebrates, amphibians, reptiles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80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Amino acids &amp; </a:t>
                      </a:r>
                      <a:r>
                        <a:rPr 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derivatives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taurine, glycine, proline, alanine, asparagine, glutamic acid, lysine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bacteria, marine and terrestrial invertebrates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81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Methylamines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glycine betaine,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glycerophosphorylcholine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trimethylamine oxide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bacteria, marine invertebrates, beetles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453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Terrestrial gastropods, amphibians, reptiles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833614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Cryoprotectants used in animal freeze-avoidance and freeze-tolerance.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58999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44BB2E-EA37-BF18-3E47-96C9A4F9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14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710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D580D-0BF6-F252-7445-9BAEA5156CA0}"/>
              </a:ext>
            </a:extLst>
          </p:cNvPr>
          <p:cNvSpPr txBox="1"/>
          <p:nvPr/>
        </p:nvSpPr>
        <p:spPr>
          <a:xfrm>
            <a:off x="1819372" y="136525"/>
            <a:ext cx="79656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Wood frog (</a:t>
            </a:r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Rana sylvatica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A212D-B668-B6A8-82E2-CEFEE9EE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15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40273-8578-8E00-2D7F-C643E16D6422}"/>
              </a:ext>
            </a:extLst>
          </p:cNvPr>
          <p:cNvSpPr txBox="1"/>
          <p:nvPr/>
        </p:nvSpPr>
        <p:spPr>
          <a:xfrm>
            <a:off x="688158" y="1291472"/>
            <a:ext cx="6278250" cy="443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winter, as temperatures drop, the wood frog undergoes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cryopreservation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significant portion of its body freezes solid, including the brain, eyes, muscles and organs.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2F23FE-33E5-A894-9958-5316ABF3F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516" y="1779568"/>
            <a:ext cx="4612849" cy="34596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BE01FE-E6C5-51E9-E1B6-EBDF072B3D47}"/>
              </a:ext>
            </a:extLst>
          </p:cNvPr>
          <p:cNvSpPr txBox="1"/>
          <p:nvPr/>
        </p:nvSpPr>
        <p:spPr>
          <a:xfrm>
            <a:off x="7997858" y="5289946"/>
            <a:ext cx="3968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Wood frog (a freeze-tolerant organism)</a:t>
            </a:r>
          </a:p>
        </p:txBody>
      </p:sp>
    </p:spTree>
    <p:extLst>
      <p:ext uri="{BB962C8B-B14F-4D97-AF65-F5344CB8AC3E}">
        <p14:creationId xmlns:p14="http://schemas.microsoft.com/office/powerpoint/2010/main" val="4162936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A212D-B668-B6A8-82E2-CEFEE9EE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16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EBB53-E7DA-6F22-1B24-DA77755627B2}"/>
              </a:ext>
            </a:extLst>
          </p:cNvPr>
          <p:cNvSpPr txBox="1"/>
          <p:nvPr/>
        </p:nvSpPr>
        <p:spPr>
          <a:xfrm>
            <a:off x="688157" y="725864"/>
            <a:ext cx="10133814" cy="4866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synthesizes and accumulates high concentrations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glucose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urea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acting as a natural cryoprotectant in its tissues.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cryoprotectants lower the freezing point of the wood frog’s bodily fluids, allowing it to supercool.</a:t>
            </a:r>
          </a:p>
        </p:txBody>
      </p:sp>
    </p:spTree>
    <p:extLst>
      <p:ext uri="{BB962C8B-B14F-4D97-AF65-F5344CB8AC3E}">
        <p14:creationId xmlns:p14="http://schemas.microsoft.com/office/powerpoint/2010/main" val="312176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A212D-B668-B6A8-82E2-CEFEE9EE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17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306B5-9A28-17A9-9E1D-62279F95DA1A}"/>
              </a:ext>
            </a:extLst>
          </p:cNvPr>
          <p:cNvSpPr txBox="1"/>
          <p:nvPr/>
        </p:nvSpPr>
        <p:spPr>
          <a:xfrm>
            <a:off x="490194" y="329939"/>
            <a:ext cx="105972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Alaskan Tundra Beetle (</a:t>
            </a:r>
            <a:r>
              <a:rPr lang="en-US" sz="4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Upis</a:t>
            </a:r>
            <a:r>
              <a:rPr lang="en-US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ceramboides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E0D44-F8B4-BBE3-D27C-8B255FB01A69}"/>
              </a:ext>
            </a:extLst>
          </p:cNvPr>
          <p:cNvSpPr txBox="1"/>
          <p:nvPr/>
        </p:nvSpPr>
        <p:spPr>
          <a:xfrm>
            <a:off x="602530" y="1318022"/>
            <a:ext cx="6674178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strategy used by this organism is the accumulation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glycerol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its body as it begins to freeze.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Glycerol along with other cryoprotectants act as natural antifreeze agents that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the freezing point</a:t>
            </a:r>
            <a:r>
              <a:rPr lang="en-US" sz="3200" b="1" dirty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18BC0B-199B-0444-641B-344FD121E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478" y="2045616"/>
            <a:ext cx="4743928" cy="338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18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A212D-B668-B6A8-82E2-CEFEE9EE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18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BDC5B8-FCFA-6ACF-A4E6-4CF20343A3F5}"/>
              </a:ext>
            </a:extLst>
          </p:cNvPr>
          <p:cNvSpPr txBox="1"/>
          <p:nvPr/>
        </p:nvSpPr>
        <p:spPr>
          <a:xfrm>
            <a:off x="1898715" y="320511"/>
            <a:ext cx="94550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Icefish (</a:t>
            </a:r>
            <a:r>
              <a:rPr 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Trematomus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borchgrevinki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7AE24-FDB0-BAB9-E8CA-674798622301}"/>
              </a:ext>
            </a:extLst>
          </p:cNvPr>
          <p:cNvSpPr txBox="1"/>
          <p:nvPr/>
        </p:nvSpPr>
        <p:spPr>
          <a:xfrm>
            <a:off x="367644" y="1181857"/>
            <a:ext cx="7154945" cy="5174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its notable adaptations is the production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antifreeze proteins.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bind to ice crystals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inhibit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prevents the formation of large ice crystals that could be harmful to cells and tissues.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348FD9-4C24-BC29-76E0-1274A92A4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493" y="2123608"/>
            <a:ext cx="4698378" cy="26107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9BD9AC-0615-398B-8492-58B054BE55A7}"/>
              </a:ext>
            </a:extLst>
          </p:cNvPr>
          <p:cNvSpPr txBox="1"/>
          <p:nvPr/>
        </p:nvSpPr>
        <p:spPr>
          <a:xfrm>
            <a:off x="7616857" y="4734391"/>
            <a:ext cx="4264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 i="1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Trematomus</a:t>
            </a:r>
            <a:r>
              <a:rPr lang="en-US" sz="16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1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borchgrevinki,a</a:t>
            </a:r>
            <a:r>
              <a:rPr lang="en-US" sz="16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fish from a cryo-pelagic community. © Olivier REY, ICOTA-IPEV</a:t>
            </a:r>
          </a:p>
        </p:txBody>
      </p:sp>
    </p:spTree>
    <p:extLst>
      <p:ext uri="{BB962C8B-B14F-4D97-AF65-F5344CB8AC3E}">
        <p14:creationId xmlns:p14="http://schemas.microsoft.com/office/powerpoint/2010/main" val="4238928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A212D-B668-B6A8-82E2-CEFEE9EE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19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084B1-30F8-16F2-3FC5-4C926CC1D8C6}"/>
              </a:ext>
            </a:extLst>
          </p:cNvPr>
          <p:cNvSpPr txBox="1"/>
          <p:nvPr/>
        </p:nvSpPr>
        <p:spPr>
          <a:xfrm>
            <a:off x="575035" y="1274564"/>
            <a:ext cx="1084475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adaptations include its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metabolic rate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allows the fish to conserve energy.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ample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 reserves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energy source during periods of reduced food availability</a:t>
            </a:r>
            <a:r>
              <a:rPr lang="en-US" dirty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20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D580D-0BF6-F252-7445-9BAEA5156CA0}"/>
              </a:ext>
            </a:extLst>
          </p:cNvPr>
          <p:cNvSpPr txBox="1"/>
          <p:nvPr/>
        </p:nvSpPr>
        <p:spPr>
          <a:xfrm>
            <a:off x="2573518" y="254524"/>
            <a:ext cx="59577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4A212D-B668-B6A8-82E2-CEFEE9EE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4F466-9EEA-748F-757B-81FEA59896D2}"/>
              </a:ext>
            </a:extLst>
          </p:cNvPr>
          <p:cNvSpPr txBox="1"/>
          <p:nvPr/>
        </p:nvSpPr>
        <p:spPr>
          <a:xfrm>
            <a:off x="169682" y="966937"/>
            <a:ext cx="11840067" cy="5571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cold hardiness in ectotherms is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remarkable adaptation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creatures in some of the harshest environments on Earth.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Freezing avoidance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freezing tolerance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provides valuable insights for scientific research and potential applications in various fields.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incredible resilience of these cold blooded organisms and their role in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the delicate balance of ecosystems in extreme climate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appreciated.</a:t>
            </a:r>
          </a:p>
        </p:txBody>
      </p:sp>
    </p:spTree>
    <p:extLst>
      <p:ext uri="{BB962C8B-B14F-4D97-AF65-F5344CB8AC3E}">
        <p14:creationId xmlns:p14="http://schemas.microsoft.com/office/powerpoint/2010/main" val="592042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D580D-0BF6-F252-7445-9BAEA5156CA0}"/>
              </a:ext>
            </a:extLst>
          </p:cNvPr>
          <p:cNvSpPr txBox="1"/>
          <p:nvPr/>
        </p:nvSpPr>
        <p:spPr>
          <a:xfrm>
            <a:off x="2573518" y="254524"/>
            <a:ext cx="59577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BB7A3-A882-AD26-259C-5613A07641EB}"/>
              </a:ext>
            </a:extLst>
          </p:cNvPr>
          <p:cNvSpPr txBox="1"/>
          <p:nvPr/>
        </p:nvSpPr>
        <p:spPr>
          <a:xfrm>
            <a:off x="999241" y="1621410"/>
            <a:ext cx="103789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“Extreme Cold Hardiness in Ectotherms | Learn Science at </a:t>
            </a:r>
            <a:r>
              <a:rPr lang="en-US" sz="2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Scitable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.” </a:t>
            </a:r>
            <a:r>
              <a:rPr lang="en-US" sz="28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Www.nature.com</a:t>
            </a:r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www.nature.com/scitable/knowledge/library/extreme-cold-hardiness-in-ectotherms-24286275/.</a:t>
            </a:r>
            <a:endParaRPr lang="en-US" sz="2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7F07E-A674-B1C5-DE77-7A89427A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21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994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D2F1CA-4D39-CF14-5B1B-3F8F70B197E7}"/>
              </a:ext>
            </a:extLst>
          </p:cNvPr>
          <p:cNvSpPr txBox="1"/>
          <p:nvPr/>
        </p:nvSpPr>
        <p:spPr>
          <a:xfrm>
            <a:off x="1875934" y="367644"/>
            <a:ext cx="74188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A676E-FA5B-4146-494C-92FD275814C8}"/>
              </a:ext>
            </a:extLst>
          </p:cNvPr>
          <p:cNvSpPr txBox="1"/>
          <p:nvPr/>
        </p:nvSpPr>
        <p:spPr>
          <a:xfrm>
            <a:off x="735290" y="1315863"/>
            <a:ext cx="11051357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OPPONG, Ernest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OWUSU, Edward Peprah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OSEI-SARPONG Desmond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KESSE-BAAH, Enoch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AGBESINYALE, Emmanuella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ANNAN-BONNY, Thelma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ADJEI, GLADYS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C4D5E-0DC3-4667-F2CE-830D45C1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22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630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8E925-514F-9308-8951-91A56A5D46DF}"/>
              </a:ext>
            </a:extLst>
          </p:cNvPr>
          <p:cNvSpPr txBox="1"/>
          <p:nvPr/>
        </p:nvSpPr>
        <p:spPr>
          <a:xfrm>
            <a:off x="1404594" y="2616284"/>
            <a:ext cx="89366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F8AFD5-3382-062D-5BB3-B3631B39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7073B-B2BA-4B27-8D45-449E116441B7}" type="slidenum">
              <a:rPr lang="en-US" sz="20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23</a:t>
            </a:fld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549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858</Words>
  <Application>Microsoft Office PowerPoint</Application>
  <PresentationFormat>Widescreen</PresentationFormat>
  <Paragraphs>124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Thelma Annan-Bonny</dc:creator>
  <cp:lastModifiedBy>Thelma Annan-Bonny</cp:lastModifiedBy>
  <cp:revision>4</cp:revision>
  <dcterms:created xsi:type="dcterms:W3CDTF">2023-07-25T09:35:10Z</dcterms:created>
  <dcterms:modified xsi:type="dcterms:W3CDTF">2023-07-27T11:07:27Z</dcterms:modified>
</cp:coreProperties>
</file>