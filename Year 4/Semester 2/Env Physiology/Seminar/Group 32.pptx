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7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7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8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0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7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3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3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1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2760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36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6324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85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68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9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CC25C-9200-46B5-9E1C-83E573B3CEDE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3A4EC1-A077-42DF-8075-54459DC7A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5E83-DDA0-4269-B821-1BE80044E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HOW AQUATIC ANIMALS SURVIVE IN HIGH AMMONIA ENVIRONMENT 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8A917-731A-4F45-A59F-A22AAE6C45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32 </a:t>
            </a:r>
          </a:p>
        </p:txBody>
      </p:sp>
    </p:spTree>
    <p:extLst>
      <p:ext uri="{BB962C8B-B14F-4D97-AF65-F5344CB8AC3E}">
        <p14:creationId xmlns:p14="http://schemas.microsoft.com/office/powerpoint/2010/main" val="1999175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00DA-A036-409A-9ED7-BA499215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C6F4-01AC-41EB-964A-87C1F2C9B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2297"/>
            <a:ext cx="8596668" cy="4446104"/>
          </a:xfrm>
        </p:spPr>
        <p:txBody>
          <a:bodyPr>
            <a:noAutofit/>
          </a:bodyPr>
          <a:lstStyle/>
          <a:p>
            <a:r>
              <a:rPr lang="en-US" sz="2400" dirty="0"/>
              <a:t>INTRODUCTION</a:t>
            </a:r>
          </a:p>
          <a:p>
            <a:r>
              <a:rPr lang="en-US" sz="2400" dirty="0"/>
              <a:t>SOURCES OF AMMONIA IN AQUATIC ENVIRONMENTS</a:t>
            </a:r>
          </a:p>
          <a:p>
            <a:r>
              <a:rPr lang="en-US" sz="2400" dirty="0"/>
              <a:t>EFFECTS OF HIGH AMMONIA CONCENTRATIONS ON AQUATIC ORGANISMS</a:t>
            </a:r>
          </a:p>
          <a:p>
            <a:r>
              <a:rPr lang="en-US" sz="2400" dirty="0"/>
              <a:t>ADAPTATIONS OF AQAUTIC ORGANISMS TO HIGH AMMONIA ENVIRONMENTS</a:t>
            </a:r>
          </a:p>
          <a:p>
            <a:r>
              <a:rPr lang="en-US" sz="2400" dirty="0"/>
              <a:t>CASE STUDIES OF AQUATIC ORGANISMS THAT SURVIVE  IN HIGH AMMONIA ENVIRONMNETS</a:t>
            </a:r>
          </a:p>
          <a:p>
            <a:r>
              <a:rPr lang="en-US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2607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27BD-0D62-4700-90BD-B4CBD33F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D56B7-C540-45A9-B73D-80A066D8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Aquatic organisms live in environments with varying concentrations of ammonia.</a:t>
            </a:r>
          </a:p>
          <a:p>
            <a:r>
              <a:rPr lang="en-US" sz="2400" dirty="0"/>
              <a:t>High ammonia concentrations can be toxic to aquatic organisms, causing physiological stress and even death.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042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BFF1D-7022-4FFD-81D6-47B91264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AMMONIA IN AQUATIC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CB592-86EB-47CB-BCFD-DAD94D391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NATURAL SOURCES</a:t>
            </a:r>
          </a:p>
          <a:p>
            <a:r>
              <a:rPr lang="en-US" sz="2400" dirty="0"/>
              <a:t>ARTIFICIAL SOUCES</a:t>
            </a:r>
          </a:p>
          <a:p>
            <a:endParaRPr lang="en-US" sz="2400" dirty="0"/>
          </a:p>
          <a:p>
            <a:r>
              <a:rPr lang="en-US" sz="2400" dirty="0"/>
              <a:t>NB: The concentration of ammonia in the aquatic environment can vary depending on the sources and the time of day.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771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0271-90BD-4EB1-8E1E-97EF6F27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AMMONIA IN AQUATIC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5147-B7CD-4831-B487-D990F08E7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r>
              <a:rPr lang="en-US" sz="2400" dirty="0"/>
              <a:t>Reduced growth rates</a:t>
            </a:r>
          </a:p>
          <a:p>
            <a:r>
              <a:rPr lang="en-US" sz="2400" dirty="0"/>
              <a:t>Impaired immune function</a:t>
            </a:r>
          </a:p>
          <a:p>
            <a:r>
              <a:rPr lang="en-US" sz="2400" dirty="0"/>
              <a:t>Death</a:t>
            </a:r>
          </a:p>
          <a:p>
            <a:pPr marL="0" indent="0">
              <a:buNone/>
            </a:pPr>
            <a:r>
              <a:rPr lang="en-US" sz="2400" dirty="0"/>
              <a:t>Fish are particularly sensitive to high ammonia concentrations and exposure can cause </a:t>
            </a:r>
          </a:p>
          <a:p>
            <a:r>
              <a:rPr lang="en-US" sz="2400" dirty="0"/>
              <a:t>Gill damage</a:t>
            </a:r>
          </a:p>
          <a:p>
            <a:r>
              <a:rPr lang="en-US" sz="2400" dirty="0"/>
              <a:t>Respiratory distress</a:t>
            </a:r>
          </a:p>
          <a:p>
            <a:r>
              <a:rPr lang="en-US" sz="2400" dirty="0"/>
              <a:t>Impaired osmoregulation</a:t>
            </a:r>
          </a:p>
        </p:txBody>
      </p:sp>
    </p:spTree>
    <p:extLst>
      <p:ext uri="{BB962C8B-B14F-4D97-AF65-F5344CB8AC3E}">
        <p14:creationId xmlns:p14="http://schemas.microsoft.com/office/powerpoint/2010/main" val="288313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3016-C3C3-4D1F-99AE-82E02FC8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ADAPTATIONS OF AQUATIC ORGANISMS TO HIGH AMMONIA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C781C-68AD-4E8E-A2D1-22DC5642F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Excretion of excess ammonia through their gills</a:t>
            </a:r>
          </a:p>
          <a:p>
            <a:r>
              <a:rPr lang="en-US" sz="2800" dirty="0"/>
              <a:t>Conversion of ammonia into less toxic forms like urea or uric acid</a:t>
            </a:r>
          </a:p>
          <a:p>
            <a:r>
              <a:rPr lang="en-US" sz="2800" dirty="0"/>
              <a:t>Some organisms have also developed mechanisms to detoxify ammonia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023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7E3F-96CF-4970-8F40-D902A165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CASE STUDIES OF AQAUTIC ORGANISMS THAT SURVIVE IN HIGH AMMONIA CONCENTRATION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59322-AA3F-494C-B160-64703C9D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27583"/>
            <a:ext cx="8596668" cy="4678017"/>
          </a:xfrm>
        </p:spPr>
        <p:txBody>
          <a:bodyPr>
            <a:noAutofit/>
          </a:bodyPr>
          <a:lstStyle/>
          <a:p>
            <a:r>
              <a:rPr lang="en-US" sz="2400" dirty="0"/>
              <a:t>Some examples of aquatic organisms that survive in high ammonia environments include certain species of fishes, crustaceans, and bacteria.</a:t>
            </a:r>
          </a:p>
          <a:p>
            <a:r>
              <a:rPr lang="en-US" sz="2400" dirty="0"/>
              <a:t>For instance the amazon catfish can tolerate ammonia concentration up to 20 times higher than what is lethal for other fish species</a:t>
            </a:r>
          </a:p>
          <a:p>
            <a:r>
              <a:rPr lang="en-US" sz="2400" dirty="0"/>
              <a:t>Another example is the brine shrimp, which can convert ammonia into urea and release it into the environment.</a:t>
            </a:r>
          </a:p>
          <a:p>
            <a:r>
              <a:rPr lang="en-US" sz="2400" dirty="0"/>
              <a:t>Bacteria like Nitrosomonas and Nitrobacter are also capable of oxidizing ammonia into nitrite and nitrate respectively.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980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812D-5797-4856-9545-67BE98681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ability of aquatic organisms to survive in high ammonia environments is a testament to the diversity and resilience of life on earth.</a:t>
            </a:r>
          </a:p>
          <a:p>
            <a:r>
              <a:rPr lang="en-US" sz="2400" dirty="0"/>
              <a:t>By studying these organisms and their </a:t>
            </a:r>
            <a:r>
              <a:rPr lang="en-US" sz="2400" dirty="0" err="1"/>
              <a:t>adaptaions</a:t>
            </a:r>
            <a:r>
              <a:rPr lang="en-US" sz="2400" dirty="0"/>
              <a:t>, we can gain a better understanding of how life has evolved to cope with environmental stressors.</a:t>
            </a:r>
          </a:p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9E4C08-085F-4BC2-91DE-B551D8DA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8166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C7C6-3341-4658-B760-D9A9F88A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9E91-8AD1-4798-B55A-DBD5DFB37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Autofit/>
          </a:bodyPr>
          <a:lstStyle/>
          <a:p>
            <a:r>
              <a:rPr lang="en-US" sz="2400" dirty="0"/>
              <a:t>1. Smith, C., &amp; Wright, P. (Eds.). (2020). Ammonia: Its role in the environment and its impact on humans and other organisms. CRC Press.</a:t>
            </a:r>
          </a:p>
          <a:p>
            <a:r>
              <a:rPr lang="en-US" sz="2400" dirty="0"/>
              <a:t>2. Jobling, M. (2013). The adaptive significance of ammoniotelic excretion in fish. Comparative Biochemistry and Physiology Part A: Molecular &amp; Integrative Physiology, 164(2), 295-303.</a:t>
            </a:r>
          </a:p>
          <a:p>
            <a:r>
              <a:rPr lang="en-US" sz="2400" dirty="0"/>
              <a:t>3. Wright, P. A. (2021). Nitrogen excretion: three end products, many physiological roles. The Journal of Experimental Biology, 224(14), jeb229179.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305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9737-B199-4E0F-A7F2-0F56E895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0933D-0117-4166-99CE-768315483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53063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485</TotalTime>
  <Words>424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HOW AQUATIC ANIMALS SURVIVE IN HIGH AMMONIA ENVIRONMENT  </vt:lpstr>
      <vt:lpstr>TABLE OF CONTENT </vt:lpstr>
      <vt:lpstr>INTRODUCTION </vt:lpstr>
      <vt:lpstr>SOURCES OF AMMONIA IN AQUATIC ENVIRONMENTS</vt:lpstr>
      <vt:lpstr>SOURCES OF AMMONIA IN AQUATIC ENVIRONMENTS</vt:lpstr>
      <vt:lpstr>ADAPTATIONS OF AQUATIC ORGANISMS TO HIGH AMMONIA ENVIRONMENT</vt:lpstr>
      <vt:lpstr>CASE STUDIES OF AQAUTIC ORGANISMS THAT SURVIVE IN HIGH AMMONIA CONCENTRATION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AQUATIC ANIMALS SURVIVE IN HIGH AMMONIA ENVIRONMENT  </dc:title>
  <dc:creator>PC</dc:creator>
  <cp:lastModifiedBy>PC</cp:lastModifiedBy>
  <cp:revision>8</cp:revision>
  <dcterms:created xsi:type="dcterms:W3CDTF">2023-08-02T16:59:51Z</dcterms:created>
  <dcterms:modified xsi:type="dcterms:W3CDTF">2023-08-03T18:24:30Z</dcterms:modified>
</cp:coreProperties>
</file>