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2" r:id="rId9"/>
    <p:sldId id="267" r:id="rId10"/>
    <p:sldId id="263" r:id="rId11"/>
    <p:sldId id="265" r:id="rId12"/>
    <p:sldId id="266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F6EB0B-BC80-4B5D-B505-AEDA0082926A}" type="datetimeFigureOut">
              <a:rPr lang="en-GB" smtClean="0"/>
              <a:t>24/07/2023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8094C7-CBC9-465F-89D6-588C4936CF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5163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4B76316-9B26-4A62-8A6F-105F1610658E}" type="datetime1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0011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7DF7-788C-4654-AFBD-BBA19EE1DDCA}" type="datetime1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39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B825D-508B-4B67-AE1F-7C44A332AAFF}" type="datetime1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1786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339D-B8B1-49CC-9C60-B882AA55C6F3}" type="datetime1">
              <a:rPr lang="en-GB" smtClean="0"/>
              <a:t>24/07/2023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22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A4284-8772-43F3-B013-0DFB2FD5C0C3}" type="datetime1">
              <a:rPr lang="en-GB" smtClean="0"/>
              <a:t>24/07/2023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2472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C4EED-2BBE-43E1-B11C-9C27547B390B}" type="datetime1">
              <a:rPr lang="en-GB" smtClean="0"/>
              <a:t>24/07/2023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044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69E10-1AF3-4CC6-A3D9-99C5F45779F7}" type="datetime1">
              <a:rPr lang="en-GB" smtClean="0"/>
              <a:t>24/07/2023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8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6FB2F-99A2-4AE9-B57E-58BDB7E9709D}" type="datetime1">
              <a:rPr lang="en-GB" smtClean="0"/>
              <a:t>24/07/2023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286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3CAA8-A7D4-4DAF-AF6F-BC204C7CE3AC}" type="datetime1">
              <a:rPr lang="en-GB" smtClean="0"/>
              <a:t>24/07/2023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884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749C3-BF2E-4EF2-8CC2-96BD996ABA4F}" type="datetime1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229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F2493-22EC-42CD-AE25-0C88100B9B18}" type="datetime1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712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EEAC897-5341-409F-843A-A1716DC9F6DE}" type="datetime1">
              <a:rPr lang="en-GB" smtClean="0"/>
              <a:t>24/07/2023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587FC79-6B25-4432-9254-DC4615524C5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802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o.org/faolex/results/details/en/c/LEX-FAOC215484/" TargetMode="External"/><Relationship Id="rId2" Type="http://schemas.openxmlformats.org/officeDocument/2006/relationships/hyperlink" Target="https://www.researchgate.net/publication/5960649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orest Conservation Program Slideshow on Vime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1" y="0"/>
            <a:ext cx="1217636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8512" y="1215025"/>
            <a:ext cx="9117513" cy="3356975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INTEGRATING CONSERVATION WITH DEVELOPMENT</a:t>
            </a:r>
            <a:b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4800" b="1" dirty="0">
                <a:solidFill>
                  <a:schemeClr val="bg1"/>
                </a:solidFill>
              </a:rPr>
            </a:br>
            <a:r>
              <a:rPr lang="en-GB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16 (TOPIC 18)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742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77652"/>
            <a:ext cx="10340236" cy="700872"/>
          </a:xfrm>
        </p:spPr>
        <p:txBody>
          <a:bodyPr>
            <a:normAutofit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79517" y="1227015"/>
            <a:ext cx="8923866" cy="525333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EXEGESIS ON SUBJECT MATTER; CONSERVATION AND DEVELOPMENT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STRATEGIES IMPLICATED IN INTEGRATING CONSERVATION WITH DEVELOPMENT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BENEFITS OF INTEGRATING CONSERVATION WITH DEVELOPMENT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RELEVANT CASE STUDY ON SUBJECT MATTER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 </a:t>
            </a: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v"/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REFERENCES </a:t>
            </a:r>
          </a:p>
          <a:p>
            <a:pPr marL="0" indent="0">
              <a:lnSpc>
                <a:spcPct val="300000"/>
              </a:lnSpc>
              <a:buNone/>
            </a:pP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300000"/>
              </a:lnSpc>
              <a:buFont typeface="Wingdings" panose="05000000000000000000" pitchFamily="2" charset="2"/>
              <a:buChar char="v"/>
            </a:pPr>
            <a:endParaRPr lang="en-GB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1400" dirty="0"/>
          </a:p>
          <a:p>
            <a:endParaRPr lang="en-GB" sz="1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617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718" y="1844675"/>
            <a:ext cx="8596668" cy="4110962"/>
          </a:xfrm>
        </p:spPr>
        <p:txBody>
          <a:bodyPr/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CONSERVATION</a:t>
            </a: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protection, preservation and management of natural resources</a:t>
            </a:r>
            <a:r>
              <a:rPr 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GB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process of improving human well-being through economic growth and social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5955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IMPLICATED IN INTEGRATING CONSERVATION WITH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451" y="2144683"/>
            <a:ext cx="10863349" cy="4488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ENGAGEMENT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 local communities, indigenous groups, and other stakeholders in decision-making processes.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 their knowledge and perspectives to ensure effective conservation and development strategies.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AND AWARENESS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Raise awareness about the importance of conservation and sustainable development among the public.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environmental education programs to build a culture of conservation.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314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31895"/>
            <a:ext cx="10058400" cy="1450757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 IMPLICATED IN INTEGRATING CONSERVATION WITH DEVELOPMENT CONT’D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25" y="2324100"/>
            <a:ext cx="10515600" cy="4343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 AND GOVERNANCE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and enforce regulations that integrate conservation considerations into development projects.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protected areas, wildlife sanctuaries, and sustainable development guidelines.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LAND AND RESOURCE MANAGEMENT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responsible land-use planning to balance economic activities with environmental protection.</a:t>
            </a: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sustainable farming practices, reforestation, and watershed management to conserve natural resources.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0949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INTEGRATING CONSERVATION WITH DEVELOPMENT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ECONOMIC BENEFITS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BENEFITS </a:t>
            </a:r>
          </a:p>
          <a:p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BENEFITS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01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69BE7-11D5-46E4-950C-D7F785F8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911BA-285E-4C9B-B8EF-110BD187F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Fig.1: Benefits of integrating conservation with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8651C-88BD-4305-9747-7D522CEDB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70C58B-96DD-409B-9B54-6E63020E2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70" y="170708"/>
            <a:ext cx="10595570" cy="512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61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COSTA RICA'S PAYMENT FOR ECOSYSTEM SERVICES (PES)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Costa Rica implemented a PES program to reward landowners for conserving forests and natural resources.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has successfully increased forest cover, protected watersheds, and enhanced biodiversity.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also attracted eco-tourists, generating revenue and economic benefits for local communities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507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D4C4B-629D-44F5-A6D0-455E2218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75743-5654-43B1-8B93-DDF673C07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133036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Fig.2: Costa Rica’s 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E8A64-9812-4F3F-ADCA-D46F94FB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89983-95FD-46B0-8930-8E0C45603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64123"/>
            <a:ext cx="10058400" cy="445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813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499" y="412750"/>
            <a:ext cx="10429875" cy="1325563"/>
          </a:xfrm>
        </p:spPr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931704"/>
            <a:ext cx="10058400" cy="4023360"/>
          </a:xfrm>
        </p:spPr>
        <p:txBody>
          <a:bodyPr/>
          <a:lstStyle/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conservation with development is essential for a sustainable future.</a:t>
            </a:r>
          </a:p>
          <a:p>
            <a:pPr marL="0" indent="0">
              <a:buNone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balancing economic growth with environmental stewardship, we can achieve long-term prosperity and preserve the planet for future generations.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932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https://www.researchgate.net/publication/5960649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CostaRica's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Payment for Environmental Services Program Intention Implementation and Impact</a:t>
            </a:r>
          </a:p>
          <a:p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Dalal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-clayton et al, 1994 sustainable development strategies</a:t>
            </a: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https://www.fao.org/faolex/results/details/en/c/LEX-FAOC215484/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https://www.greenfacts.org/en/biodiversity/l-3/6-conserve-biodiversity.htm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5217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988E5-4DD8-4701-9B66-96A00D65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CCE23-C38F-4F8E-BB03-6BE70B760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255044"/>
            <a:ext cx="7076142" cy="491715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OWUSU EDWARD PEPRAH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HUKPORTIE VINCENT MENSAH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BUAH TYRA NANA SOWAH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GYAMFI KWAME FRIMPONG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BONSU DANIELLA ABENA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DJONOR AUDREY ANTHONIA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ADDO LAWRENCIA AHEMAA LARTEY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AFRIFAH BONSU RODDICK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SARKODIE EVANS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KUSI YEBOAH ANDY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GYIMAH THOMAS ABU NANA KWESI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42CC5-8513-4BDA-8E9D-48B1D31D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419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7FC79-6B25-4432-9254-DC4615524C51}" type="slidenum">
              <a:rPr lang="en-GB" sz="1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GB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0CB3C9-094F-40A7-BB02-DA4A66641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292840" cy="630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0088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199</TotalTime>
  <Words>455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View</vt:lpstr>
      <vt:lpstr>INTEGRATING CONSERVATION WITH DEVELOPMENT   GROUP 16 (TOPIC 18)</vt:lpstr>
      <vt:lpstr>OUTLINE</vt:lpstr>
      <vt:lpstr>DEFINITION OF TERMS</vt:lpstr>
      <vt:lpstr>STRATEGIES IMPLICATED IN INTEGRATING CONSERVATION WITH DEVELOPMENT</vt:lpstr>
      <vt:lpstr>STRATEGIES IMPLICATED IN INTEGRATING CONSERVATION WITH DEVELOPMENT CONT’D</vt:lpstr>
      <vt:lpstr>BENEFITS OF INTEGRATING CONSERVATION WITH DEVELOPMENT</vt:lpstr>
      <vt:lpstr>PowerPoint Presentation</vt:lpstr>
      <vt:lpstr>CASE STUDY: COSTA RICA'S PAYMENT FOR ECOSYSTEM SERVICES (PES) PROGRAM</vt:lpstr>
      <vt:lpstr>PowerPoint Presentation</vt:lpstr>
      <vt:lpstr>CONCLUSION</vt:lpstr>
      <vt:lpstr>REFERENCES</vt:lpstr>
      <vt:lpstr>GROUP MEMBERS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INTEGRATING CONSERVATION WITH DEVELOPMENT</dc:title>
  <dc:creator>ITLAB_L10</dc:creator>
  <cp:lastModifiedBy>Andy Yeboah</cp:lastModifiedBy>
  <cp:revision>22</cp:revision>
  <dcterms:created xsi:type="dcterms:W3CDTF">2023-07-20T10:24:23Z</dcterms:created>
  <dcterms:modified xsi:type="dcterms:W3CDTF">2023-07-24T08:33:15Z</dcterms:modified>
</cp:coreProperties>
</file>