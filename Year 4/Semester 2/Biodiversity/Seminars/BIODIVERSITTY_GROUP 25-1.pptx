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8"/>
  </p:notesMasterIdLst>
  <p:sldIdLst>
    <p:sldId id="256" r:id="rId2"/>
    <p:sldId id="269" r:id="rId3"/>
    <p:sldId id="275" r:id="rId4"/>
    <p:sldId id="258" r:id="rId5"/>
    <p:sldId id="259" r:id="rId6"/>
    <p:sldId id="271" r:id="rId7"/>
    <p:sldId id="270" r:id="rId8"/>
    <p:sldId id="272" r:id="rId9"/>
    <p:sldId id="273" r:id="rId10"/>
    <p:sldId id="274" r:id="rId11"/>
    <p:sldId id="277" r:id="rId12"/>
    <p:sldId id="276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1" autoAdjust="0"/>
    <p:restoredTop sz="94660"/>
  </p:normalViewPr>
  <p:slideViewPr>
    <p:cSldViewPr snapToGrid="0">
      <p:cViewPr varScale="1">
        <p:scale>
          <a:sx n="78" d="100"/>
          <a:sy n="78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8FF9B-9E49-45C6-9EE1-4E74C1022B69}" type="datetimeFigureOut">
              <a:rPr lang="aa-ET" smtClean="0"/>
              <a:t>07/26/2023</a:t>
            </a:fld>
            <a:endParaRPr lang="aa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a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EBDF3-8394-4B81-8BF3-A2A4B188DE18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538283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FAF8-A047-4CC5-954E-0D8A7713C196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04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B31A-9788-4D4D-9FE1-984258F6A913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7714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E138-0B4D-48B8-9C22-D0CB2594ADE3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75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EFD8-78BF-4157-B67D-7E44CCD63961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00304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CAD7-D3C5-4E6A-B02C-6AEB9DF298FF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84859887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24EB-5690-4A06-B092-B1F239BFD1D1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342579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EB85-4F27-41E1-98E1-E50E09559D0A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aa-E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46020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789D718-C315-4B3B-AE03-47D884FF3035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79372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D29F-661B-4A09-B64D-BB0F6157FE34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25117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84ED-B9D1-44EF-B29F-08F9D9555797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67324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222-35B5-4177-8F25-85C7B31FEC76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817870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1FCCAD7-D3C5-4E6A-B02C-6AEB9DF298FF}" type="datetime8">
              <a:rPr lang="aa-ET" smtClean="0"/>
              <a:t>07/26/2023 10:59</a:t>
            </a:fld>
            <a:endParaRPr lang="aa-E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aa-E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CF3ECBC-028A-4692-9D6E-79653CA9646F}" type="slidenum">
              <a:rPr lang="aa-ET" smtClean="0"/>
              <a:t>‹#›</a:t>
            </a:fld>
            <a:endParaRPr lang="aa-E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3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FEA7-4F51-630B-9D7F-94F4E353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70103"/>
            <a:ext cx="10058400" cy="356616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CONSERVATION INITIATIVES (GCIs)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BBE4C-551D-F292-14C9-94F0125F5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 452: GROUP 25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F710C-8EB1-5230-6BA7-8152264F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1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40378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8552-8D77-0CAE-C508-7A0C09CB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F8C67-E0B5-14B4-BB14-D981E5783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GCIs?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BY GCIs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US" dirty="0"/>
          </a:p>
          <a:p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5438C-561D-04C3-E6B1-D60F4358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2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89762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014AB-7CDC-463C-CFD0-2229AEFC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9FAA3-2953-51E3-B4EA-3F7093B98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Conservation Initiative is a plan or program that aims at solving biodiversity loss.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loss is a global problem.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problems require global approaches.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Hence the need for Global Conservation Initiatives.</a:t>
            </a:r>
          </a:p>
          <a:p>
            <a:endParaRPr lang="aa-ET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87768-9781-102B-607F-36EA352A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3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21330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B8CB-BAEB-B0B0-6328-6245B82A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GCIs?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C5688-82DB-F7ED-2B99-7EA75D4AB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distribution does not respect social and political boundaries.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Telecoupling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Conservation is a cross-sectoral activity.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funding and technological expertise.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is a global problem; Even if you do not have a major stake in the problem, you are not excluded from the repercussions.</a:t>
            </a:r>
          </a:p>
          <a:p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/>
          </a:p>
          <a:p>
            <a:endParaRPr lang="aa-ET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5F021-CBEB-D349-5355-78AD21CD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4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03092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8E59-BB47-D811-2D17-9FFDFA59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506F-6B89-FF4C-BFC3-AD81078D8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such initiatives.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vary in their focuses and contribution to biodiversity conservation.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such as the Aichi Biodiversity Targets and the UN Sustainable Development Goals (SDGs) were already touched 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B577F-CE2E-6FFC-154A-2059BE66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5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770137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1D93-EAAB-C232-CC2D-69289E87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0EF43E-455B-E119-9BCC-F334CD493C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31" y="1825625"/>
            <a:ext cx="3841183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B1517-906B-D997-48ED-B13D70859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2021" y="1825625"/>
            <a:ext cx="602177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 on Biological Diversity (CBD):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treaty established in Rio de Janeiro, Brazil.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three main objectives: conservation of biodiversity, sustainable use of its components and fair and equitable sharing of benefits arising from genetic resources.</a:t>
            </a:r>
            <a:endParaRPr lang="aa-E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a-ET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C6AF6-D6FA-B4D7-674B-203ED6FF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90831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8E93-F034-1CBD-D0F2-911447DA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078EA0-EA99-C696-CE24-35F68843AC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73777" y="2249683"/>
            <a:ext cx="4619501" cy="35032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D60CE-4F56-6491-25A9-A6C90C6B6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9538" y="1825625"/>
            <a:ext cx="5404262" cy="4351338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Intergovernmental Science-Policy Platform on Biodiversity and Ecosystem Services (IPBES): 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in 2012 and it aims to enhance the interface between science and policy and promote better decision-making for biodiversity conservation.</a:t>
            </a:r>
          </a:p>
          <a:p>
            <a:endParaRPr lang="aa-ET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8B44B-FEBB-8F2C-81BB-28B3074B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7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35108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8378-3CC2-B448-A4D6-ED396664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41C9A5-1018-FFA6-61E2-52D4BF36BB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85507"/>
            <a:ext cx="4778829" cy="1431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C644D-54F4-9AB6-3D02-6B5DC529B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2031" y="1825625"/>
            <a:ext cx="5641769" cy="4351338"/>
          </a:xfrm>
        </p:spPr>
        <p:txBody>
          <a:bodyPr>
            <a:normAutofit/>
          </a:bodyPr>
          <a:lstStyle/>
          <a:p>
            <a:endParaRPr lang="en-US" sz="28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Emissions from Deforestation and Forest Degradation (REDD+)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global initiative that aims to reduce greenhouse gas emissions from deforestation and forest degradation in developing countries.</a:t>
            </a:r>
            <a:endParaRPr lang="aa-E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a-ET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DBD17-9426-069C-9744-0AD5F96B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8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42758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8220-A49F-2B03-49B9-BDA7697CB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B87B58-AED3-78E8-450B-E2374E8325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211388"/>
            <a:ext cx="4938712" cy="3292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828ED-76A3-D560-9788-648D76CEFB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Intergovernmental Panel on Climate Change (IPCC):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by WMO and UNEP in 1998 to advance scientific knowledge about climate change.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is basically a community of research scientists.</a:t>
            </a:r>
            <a:endParaRPr lang="aa-E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a-ET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C2975-920A-74D5-B995-4B8231B5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9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569049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BFCC-3145-C735-BF74-1685C740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A9C464-8F29-7582-4D3B-7FAB12A3F2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35" y="2524538"/>
            <a:ext cx="4386943" cy="29535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B9183-0109-C9C0-EEB2-5B0AFC6AC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25143" y="1825625"/>
            <a:ext cx="612865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Environment Facility (GEF):</a:t>
            </a:r>
          </a:p>
          <a:p>
            <a:pPr marL="0" indent="0">
              <a:buNone/>
            </a:pP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Multilateral financial mechanism that provides grants to support projects and programs in developing countries to address environmental issues, including biodiversity conservation.</a:t>
            </a:r>
            <a:endParaRPr lang="aa-ET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a-ET" sz="3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C0A20-E0A5-C718-CC51-976B2C33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10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270673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A7C0-690E-3B01-3460-1E178378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D91FDF-8C70-400C-1662-6C1C2D7721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096963" y="2437608"/>
            <a:ext cx="4938712" cy="284003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2D733-12F3-523E-2119-69ED28D7ED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Ocean Biodiversity Initiative (GOBI)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Contributes expertise, knowledge and data to support the CBD’s effort to identify Ecologically and Biologically Significant Marine Areas (EBSAs)</a:t>
            </a:r>
            <a:endParaRPr lang="aa-ET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5D330-A8C5-E3E8-CAE0-6E1343F6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11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085993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D8E0-5E0E-2554-F4DB-DB7BE8E4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B0B60E-88DC-7644-0FD5-45892B324E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956" y="1846263"/>
            <a:ext cx="4022725" cy="4022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75681-BF52-6217-166A-9C12B77382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Soil Biodiversity Initiative (GSBI)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Announced 12</a:t>
            </a:r>
            <a:r>
              <a:rPr lang="en-US" sz="32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July 2023 by FAO and CBD.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increasing concern by scientists, policy makers and the public over the status of the world’s soils.</a:t>
            </a:r>
            <a:endParaRPr lang="aa-ET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D4B00-6D15-BBB2-1BA9-0A8D0A33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12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30558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227D-1277-3EA3-47A9-586F7C93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CHALENGES FACED BY GCIs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3889E-4436-5924-3A65-4C1AACA12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Inadequate Funding.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Political Will and Commitment.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and Lack of Coordination.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 Wildlife Trade.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Deficiency and Monitoring Gaps.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Conflicting Interests.</a:t>
            </a:r>
          </a:p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D97A-69C3-20F6-2C46-E32755BD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13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435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9D23-9D57-17FF-4966-963BCB04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B53E-6627-85E2-5AE3-6F16A98DC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Despite these challenges, global conservation initiatives remain critical in the fight against biodiversity loss.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these issues require collaboration, innovative solutions and continued dedication from governments, communities and individuals worldwide.</a:t>
            </a:r>
            <a:endParaRPr lang="aa-ET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945CD-29BF-3844-72E7-6BBAD662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14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377107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C787-1CE1-14B1-E190-ACC7B934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9233D-6A55-B09B-B18D-27E437C2C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326750"/>
            <a:ext cx="10058400" cy="4023360"/>
          </a:xfrm>
        </p:spPr>
        <p:txBody>
          <a:bodyPr>
            <a:normAutofit/>
          </a:bodyPr>
          <a:lstStyle/>
          <a:p>
            <a:endParaRPr lang="en-US" sz="5400" dirty="0"/>
          </a:p>
          <a:p>
            <a:pPr marL="1828800" lvl="4" indent="0">
              <a:buNone/>
            </a:pPr>
            <a:endParaRPr lang="en-US" sz="5400" dirty="0"/>
          </a:p>
          <a:p>
            <a:pPr marL="1828800" lvl="4" indent="0">
              <a:buNone/>
            </a:pPr>
            <a:r>
              <a:rPr lang="en-US" sz="5400" dirty="0"/>
              <a:t>	  </a:t>
            </a:r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aa-ET"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FD404-3C00-0D79-FC35-3A03EF7D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15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563231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40A4-E162-B46B-4083-818923D93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aa-E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A734-B492-3D3A-5559-D02FB097B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" sz="2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" sz="20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"How the Convention on Biological Diversity promotes nature and human well-being" . Secretariat of the Convention on Biological Diversity. 2000. Archived from the original on 22 June 2020. Retrieved 15 July 2020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" sz="20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"EBSA – The Global Ocean Biodiversity Initiative". Retrieved 10 July 2022.</a:t>
            </a:r>
            <a:endParaRPr lang="en" sz="2000" kern="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" sz="20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"About the IPCC". Intergovernmental Panel on Climate Change. Retrieved 22 February 2019.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" sz="20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Díaz, Sandra; Demissew, Sebsebe (June 2015). "The IPBES Conceptual Framework — connecting nature and people". Current Opinion in Environmental Sustainability. 14: 1–16. doi:10.1016/j.cosust.2014.11.002. ISSN 1877-3435.</a:t>
            </a:r>
            <a:endParaRPr lang="aa-ET" sz="20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" sz="20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"GEF Assembly Background Note: Circular Economy". Global Environment Facility. June 20, 2018.</a:t>
            </a:r>
            <a:endParaRPr lang="aa-ET" sz="20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" sz="2000" kern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Myers, Erin C. (December 2007). "Policies to Reduce Emissions from Deforestation and Degradation (REDD) in Tropical Forests". Resources Magazine: 7. Archived from the original (PDF) on 10 November 2009. Retrieved 24 November 2009.</a:t>
            </a:r>
            <a:endParaRPr lang="aa-ET" sz="20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a-ET" sz="20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a-ET" sz="20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a-ET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01BB5-B313-D3FD-0DF1-6A43F78B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CBC-028A-4692-9D6E-79653CA9646F}" type="slidenum">
              <a:rPr lang="aa-ET" smtClean="0"/>
              <a:t>16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556655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362</TotalTime>
  <Words>683</Words>
  <Application>Microsoft Office PowerPoint</Application>
  <PresentationFormat>Widescreen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Times New Roman</vt:lpstr>
      <vt:lpstr>Wingdings</vt:lpstr>
      <vt:lpstr>Retrospect</vt:lpstr>
      <vt:lpstr>GLOBAL CONSERVATION INITIATIVES (GCIs)</vt:lpstr>
      <vt:lpstr>OUTLINE</vt:lpstr>
      <vt:lpstr>INTRODUCTION</vt:lpstr>
      <vt:lpstr>WHY GCIs?</vt:lpstr>
      <vt:lpstr>EXAMPLES OF GCIs</vt:lpstr>
      <vt:lpstr>EXAMPLES OF GCIs</vt:lpstr>
      <vt:lpstr>EXAMPLES OF GCIs</vt:lpstr>
      <vt:lpstr>EXAMPLES OF GCIs</vt:lpstr>
      <vt:lpstr>EXAMPLES OF GCIs</vt:lpstr>
      <vt:lpstr>EXAMPLES OF GCIs</vt:lpstr>
      <vt:lpstr>EXAMPLES OF GCIs</vt:lpstr>
      <vt:lpstr>EXAMPLES OF GCIs</vt:lpstr>
      <vt:lpstr>CHALENGES FACED BY GCIs</vt:lpstr>
      <vt:lpstr>CONCLUSION</vt:lpstr>
      <vt:lpstr>  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BIODIVERSITY INITIATIVES</dc:title>
  <dc:creator>Samuel Agyapong Antwi</dc:creator>
  <cp:lastModifiedBy>Eva Anyemi</cp:lastModifiedBy>
  <cp:revision>28</cp:revision>
  <dcterms:created xsi:type="dcterms:W3CDTF">2023-07-25T20:59:03Z</dcterms:created>
  <dcterms:modified xsi:type="dcterms:W3CDTF">2023-07-26T12:52:03Z</dcterms:modified>
</cp:coreProperties>
</file>