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60" r:id="rId5"/>
    <p:sldId id="259" r:id="rId6"/>
    <p:sldId id="261" r:id="rId7"/>
    <p:sldId id="262" r:id="rId8"/>
    <p:sldId id="265" r:id="rId9"/>
    <p:sldId id="267" r:id="rId10"/>
    <p:sldId id="266" r:id="rId11"/>
    <p:sldId id="268" r:id="rId12"/>
    <p:sldId id="269" r:id="rId13"/>
    <p:sldId id="271" r:id="rId14"/>
    <p:sldId id="2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6" d="100"/>
          <a:sy n="66" d="100"/>
        </p:scale>
        <p:origin x="668"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lvin Amponsah" userId="e87231856d3ef5f6" providerId="LiveId" clId="{6456097E-74B1-4AE6-9C20-62FE5E572A8B}"/>
    <pc:docChg chg="custSel modSld sldOrd">
      <pc:chgData name="Kelvin Amponsah" userId="e87231856d3ef5f6" providerId="LiveId" clId="{6456097E-74B1-4AE6-9C20-62FE5E572A8B}" dt="2023-07-26T13:27:11.670" v="567"/>
      <pc:docMkLst>
        <pc:docMk/>
      </pc:docMkLst>
      <pc:sldChg chg="modSp mod">
        <pc:chgData name="Kelvin Amponsah" userId="e87231856d3ef5f6" providerId="LiveId" clId="{6456097E-74B1-4AE6-9C20-62FE5E572A8B}" dt="2023-07-26T02:53:24.261" v="89" actId="20577"/>
        <pc:sldMkLst>
          <pc:docMk/>
          <pc:sldMk cId="3442737642" sldId="257"/>
        </pc:sldMkLst>
        <pc:spChg chg="mod">
          <ac:chgData name="Kelvin Amponsah" userId="e87231856d3ef5f6" providerId="LiveId" clId="{6456097E-74B1-4AE6-9C20-62FE5E572A8B}" dt="2023-07-26T02:53:24.261" v="89" actId="20577"/>
          <ac:spMkLst>
            <pc:docMk/>
            <pc:sldMk cId="3442737642" sldId="257"/>
            <ac:spMk id="3" creationId="{31DE7812-F3D6-47C4-AF90-54BFD6B2A5C9}"/>
          </ac:spMkLst>
        </pc:spChg>
      </pc:sldChg>
      <pc:sldChg chg="modSp mod">
        <pc:chgData name="Kelvin Amponsah" userId="e87231856d3ef5f6" providerId="LiveId" clId="{6456097E-74B1-4AE6-9C20-62FE5E572A8B}" dt="2023-07-24T10:19:33.344" v="23" actId="20577"/>
        <pc:sldMkLst>
          <pc:docMk/>
          <pc:sldMk cId="173580439" sldId="258"/>
        </pc:sldMkLst>
        <pc:spChg chg="mod">
          <ac:chgData name="Kelvin Amponsah" userId="e87231856d3ef5f6" providerId="LiveId" clId="{6456097E-74B1-4AE6-9C20-62FE5E572A8B}" dt="2023-07-24T10:19:33.344" v="23" actId="20577"/>
          <ac:spMkLst>
            <pc:docMk/>
            <pc:sldMk cId="173580439" sldId="258"/>
            <ac:spMk id="3" creationId="{7DAD92D9-E973-42F8-9AA7-157CC05D2DFB}"/>
          </ac:spMkLst>
        </pc:spChg>
      </pc:sldChg>
      <pc:sldChg chg="ord">
        <pc:chgData name="Kelvin Amponsah" userId="e87231856d3ef5f6" providerId="LiveId" clId="{6456097E-74B1-4AE6-9C20-62FE5E572A8B}" dt="2023-07-26T02:55:13.342" v="106"/>
        <pc:sldMkLst>
          <pc:docMk/>
          <pc:sldMk cId="590458605" sldId="259"/>
        </pc:sldMkLst>
      </pc:sldChg>
      <pc:sldChg chg="modSp mod">
        <pc:chgData name="Kelvin Amponsah" userId="e87231856d3ef5f6" providerId="LiveId" clId="{6456097E-74B1-4AE6-9C20-62FE5E572A8B}" dt="2023-07-26T02:54:34.497" v="104" actId="20577"/>
        <pc:sldMkLst>
          <pc:docMk/>
          <pc:sldMk cId="3916683512" sldId="261"/>
        </pc:sldMkLst>
        <pc:spChg chg="mod">
          <ac:chgData name="Kelvin Amponsah" userId="e87231856d3ef5f6" providerId="LiveId" clId="{6456097E-74B1-4AE6-9C20-62FE5E572A8B}" dt="2023-07-26T02:54:34.497" v="104" actId="20577"/>
          <ac:spMkLst>
            <pc:docMk/>
            <pc:sldMk cId="3916683512" sldId="261"/>
            <ac:spMk id="2" creationId="{F789C02B-A96F-454F-97A4-105FA4C1C91A}"/>
          </ac:spMkLst>
        </pc:spChg>
      </pc:sldChg>
      <pc:sldChg chg="modSp mod">
        <pc:chgData name="Kelvin Amponsah" userId="e87231856d3ef5f6" providerId="LiveId" clId="{6456097E-74B1-4AE6-9C20-62FE5E572A8B}" dt="2023-07-26T03:03:00.924" v="330" actId="20577"/>
        <pc:sldMkLst>
          <pc:docMk/>
          <pc:sldMk cId="3753634776" sldId="262"/>
        </pc:sldMkLst>
        <pc:spChg chg="mod">
          <ac:chgData name="Kelvin Amponsah" userId="e87231856d3ef5f6" providerId="LiveId" clId="{6456097E-74B1-4AE6-9C20-62FE5E572A8B}" dt="2023-07-26T03:01:26.818" v="196" actId="20577"/>
          <ac:spMkLst>
            <pc:docMk/>
            <pc:sldMk cId="3753634776" sldId="262"/>
            <ac:spMk id="2" creationId="{37B362EC-6B85-4899-B70B-A2AE04AD17D9}"/>
          </ac:spMkLst>
        </pc:spChg>
        <pc:spChg chg="mod">
          <ac:chgData name="Kelvin Amponsah" userId="e87231856d3ef5f6" providerId="LiveId" clId="{6456097E-74B1-4AE6-9C20-62FE5E572A8B}" dt="2023-07-26T03:03:00.924" v="330" actId="20577"/>
          <ac:spMkLst>
            <pc:docMk/>
            <pc:sldMk cId="3753634776" sldId="262"/>
            <ac:spMk id="3" creationId="{12C0E396-C867-4977-A481-2E4D1973EF9E}"/>
          </ac:spMkLst>
        </pc:spChg>
      </pc:sldChg>
      <pc:sldChg chg="modSp mod ord">
        <pc:chgData name="Kelvin Amponsah" userId="e87231856d3ef5f6" providerId="LiveId" clId="{6456097E-74B1-4AE6-9C20-62FE5E572A8B}" dt="2023-07-26T13:27:11.670" v="567"/>
        <pc:sldMkLst>
          <pc:docMk/>
          <pc:sldMk cId="3358193323" sldId="265"/>
        </pc:sldMkLst>
        <pc:spChg chg="mod">
          <ac:chgData name="Kelvin Amponsah" userId="e87231856d3ef5f6" providerId="LiveId" clId="{6456097E-74B1-4AE6-9C20-62FE5E572A8B}" dt="2023-07-24T10:28:06.182" v="28" actId="207"/>
          <ac:spMkLst>
            <pc:docMk/>
            <pc:sldMk cId="3358193323" sldId="265"/>
            <ac:spMk id="5" creationId="{575930DC-5048-4A89-AD53-8F2416C9A6F7}"/>
          </ac:spMkLst>
        </pc:spChg>
        <pc:spChg chg="mod">
          <ac:chgData name="Kelvin Amponsah" userId="e87231856d3ef5f6" providerId="LiveId" clId="{6456097E-74B1-4AE6-9C20-62FE5E572A8B}" dt="2023-07-24T10:27:35.043" v="24" actId="207"/>
          <ac:spMkLst>
            <pc:docMk/>
            <pc:sldMk cId="3358193323" sldId="265"/>
            <ac:spMk id="6" creationId="{B2293CEC-06C6-4D24-A0D2-C8B6FF869818}"/>
          </ac:spMkLst>
        </pc:spChg>
        <pc:spChg chg="mod">
          <ac:chgData name="Kelvin Amponsah" userId="e87231856d3ef5f6" providerId="LiveId" clId="{6456097E-74B1-4AE6-9C20-62FE5E572A8B}" dt="2023-07-24T10:27:40.623" v="25" actId="207"/>
          <ac:spMkLst>
            <pc:docMk/>
            <pc:sldMk cId="3358193323" sldId="265"/>
            <ac:spMk id="7" creationId="{262A4F98-4F1F-44A0-A348-F09D12FC4199}"/>
          </ac:spMkLst>
        </pc:spChg>
        <pc:spChg chg="mod">
          <ac:chgData name="Kelvin Amponsah" userId="e87231856d3ef5f6" providerId="LiveId" clId="{6456097E-74B1-4AE6-9C20-62FE5E572A8B}" dt="2023-07-24T10:28:12.153" v="29" actId="207"/>
          <ac:spMkLst>
            <pc:docMk/>
            <pc:sldMk cId="3358193323" sldId="265"/>
            <ac:spMk id="8" creationId="{76A15FAE-0CC0-4C59-A250-A000842BAEDF}"/>
          </ac:spMkLst>
        </pc:spChg>
        <pc:spChg chg="mod">
          <ac:chgData name="Kelvin Amponsah" userId="e87231856d3ef5f6" providerId="LiveId" clId="{6456097E-74B1-4AE6-9C20-62FE5E572A8B}" dt="2023-07-24T10:28:00.223" v="27" actId="207"/>
          <ac:spMkLst>
            <pc:docMk/>
            <pc:sldMk cId="3358193323" sldId="265"/>
            <ac:spMk id="9" creationId="{E0873FA1-AF2C-4A76-AE3C-4ACA3CA46AB0}"/>
          </ac:spMkLst>
        </pc:spChg>
        <pc:spChg chg="mod">
          <ac:chgData name="Kelvin Amponsah" userId="e87231856d3ef5f6" providerId="LiveId" clId="{6456097E-74B1-4AE6-9C20-62FE5E572A8B}" dt="2023-07-24T10:28:28.121" v="31" actId="207"/>
          <ac:spMkLst>
            <pc:docMk/>
            <pc:sldMk cId="3358193323" sldId="265"/>
            <ac:spMk id="10" creationId="{97C28EE5-3B9A-405C-B1A6-5211968BEB3E}"/>
          </ac:spMkLst>
        </pc:spChg>
      </pc:sldChg>
      <pc:sldChg chg="modSp mod">
        <pc:chgData name="Kelvin Amponsah" userId="e87231856d3ef5f6" providerId="LiveId" clId="{6456097E-74B1-4AE6-9C20-62FE5E572A8B}" dt="2023-07-26T03:23:19.668" v="563" actId="20577"/>
        <pc:sldMkLst>
          <pc:docMk/>
          <pc:sldMk cId="1058008712" sldId="266"/>
        </pc:sldMkLst>
        <pc:spChg chg="mod">
          <ac:chgData name="Kelvin Amponsah" userId="e87231856d3ef5f6" providerId="LiveId" clId="{6456097E-74B1-4AE6-9C20-62FE5E572A8B}" dt="2023-07-26T03:23:19.668" v="563" actId="20577"/>
          <ac:spMkLst>
            <pc:docMk/>
            <pc:sldMk cId="1058008712" sldId="266"/>
            <ac:spMk id="3" creationId="{9774C6E5-AF44-43A5-9233-2A7F5CF44BB1}"/>
          </ac:spMkLst>
        </pc:spChg>
      </pc:sldChg>
      <pc:sldChg chg="modSp mod ord">
        <pc:chgData name="Kelvin Amponsah" userId="e87231856d3ef5f6" providerId="LiveId" clId="{6456097E-74B1-4AE6-9C20-62FE5E572A8B}" dt="2023-07-26T03:25:06.843" v="565"/>
        <pc:sldMkLst>
          <pc:docMk/>
          <pc:sldMk cId="3505284894" sldId="267"/>
        </pc:sldMkLst>
        <pc:spChg chg="mod">
          <ac:chgData name="Kelvin Amponsah" userId="e87231856d3ef5f6" providerId="LiveId" clId="{6456097E-74B1-4AE6-9C20-62FE5E572A8B}" dt="2023-07-26T03:16:05.938" v="429" actId="20577"/>
          <ac:spMkLst>
            <pc:docMk/>
            <pc:sldMk cId="3505284894" sldId="267"/>
            <ac:spMk id="3" creationId="{BC15BB2D-B43D-4AE5-9B97-E114C71D34A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5E4626-8227-4169-9F9B-8405295D968D}" type="datetimeFigureOut">
              <a:rPr lang="en-US" smtClean="0"/>
              <a:t>7/26/2023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016A62-4108-47FB-B601-13F97069FE7F}" type="slidenum">
              <a:rPr lang="en-US" smtClean="0"/>
              <a:t>‹#›</a:t>
            </a:fld>
            <a:endParaRPr lang="en-US"/>
          </a:p>
        </p:txBody>
      </p:sp>
    </p:spTree>
    <p:extLst>
      <p:ext uri="{BB962C8B-B14F-4D97-AF65-F5344CB8AC3E}">
        <p14:creationId xmlns:p14="http://schemas.microsoft.com/office/powerpoint/2010/main" val="3729928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34A9D-025F-471E-8B21-A3058C165C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39193CB-0C90-425E-80B5-5D3B8E0F80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96D253A-2773-4236-98C0-A543D5673042}"/>
              </a:ext>
            </a:extLst>
          </p:cNvPr>
          <p:cNvSpPr>
            <a:spLocks noGrp="1"/>
          </p:cNvSpPr>
          <p:nvPr>
            <p:ph type="dt" sz="half" idx="10"/>
          </p:nvPr>
        </p:nvSpPr>
        <p:spPr/>
        <p:txBody>
          <a:bodyPr/>
          <a:lstStyle/>
          <a:p>
            <a:fld id="{C6137D44-6C5B-4C16-A1F9-33FF7405AF87}" type="datetime1">
              <a:rPr lang="en-US" smtClean="0"/>
              <a:t>7/26/2023</a:t>
            </a:fld>
            <a:endParaRPr lang="en-US"/>
          </a:p>
        </p:txBody>
      </p:sp>
      <p:sp>
        <p:nvSpPr>
          <p:cNvPr id="5" name="Footer Placeholder 4">
            <a:extLst>
              <a:ext uri="{FF2B5EF4-FFF2-40B4-BE49-F238E27FC236}">
                <a16:creationId xmlns:a16="http://schemas.microsoft.com/office/drawing/2014/main" id="{98246B27-4691-43E2-86FB-156AF7557A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0E3FAA-264D-4C0B-B8BC-FF7E65E509DA}"/>
              </a:ext>
            </a:extLst>
          </p:cNvPr>
          <p:cNvSpPr>
            <a:spLocks noGrp="1"/>
          </p:cNvSpPr>
          <p:nvPr>
            <p:ph type="sldNum" sz="quarter" idx="12"/>
          </p:nvPr>
        </p:nvSpPr>
        <p:spPr/>
        <p:txBody>
          <a:bodyPr/>
          <a:lstStyle/>
          <a:p>
            <a:fld id="{E8911339-9BD5-4726-82A3-52BF8759952B}" type="slidenum">
              <a:rPr lang="en-US" smtClean="0"/>
              <a:t>‹#›</a:t>
            </a:fld>
            <a:endParaRPr lang="en-US"/>
          </a:p>
        </p:txBody>
      </p:sp>
    </p:spTree>
    <p:extLst>
      <p:ext uri="{BB962C8B-B14F-4D97-AF65-F5344CB8AC3E}">
        <p14:creationId xmlns:p14="http://schemas.microsoft.com/office/powerpoint/2010/main" val="84112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FD582-F861-4D23-8E97-111BE62EB1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BBE1BA-FA2F-4BFA-920C-9B1A70831E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071DC4-BFF3-46C8-BF6D-04EB84220C7C}"/>
              </a:ext>
            </a:extLst>
          </p:cNvPr>
          <p:cNvSpPr>
            <a:spLocks noGrp="1"/>
          </p:cNvSpPr>
          <p:nvPr>
            <p:ph type="dt" sz="half" idx="10"/>
          </p:nvPr>
        </p:nvSpPr>
        <p:spPr/>
        <p:txBody>
          <a:bodyPr/>
          <a:lstStyle/>
          <a:p>
            <a:fld id="{3F50EE4A-B730-42D4-8547-36A889737705}" type="datetime1">
              <a:rPr lang="en-US" smtClean="0"/>
              <a:t>7/26/2023</a:t>
            </a:fld>
            <a:endParaRPr lang="en-US"/>
          </a:p>
        </p:txBody>
      </p:sp>
      <p:sp>
        <p:nvSpPr>
          <p:cNvPr id="5" name="Footer Placeholder 4">
            <a:extLst>
              <a:ext uri="{FF2B5EF4-FFF2-40B4-BE49-F238E27FC236}">
                <a16:creationId xmlns:a16="http://schemas.microsoft.com/office/drawing/2014/main" id="{41A2108E-AA01-4451-9BEF-7F0D37DFD6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460C0A-8E6C-482B-B69A-CB69C8AD6CC2}"/>
              </a:ext>
            </a:extLst>
          </p:cNvPr>
          <p:cNvSpPr>
            <a:spLocks noGrp="1"/>
          </p:cNvSpPr>
          <p:nvPr>
            <p:ph type="sldNum" sz="quarter" idx="12"/>
          </p:nvPr>
        </p:nvSpPr>
        <p:spPr/>
        <p:txBody>
          <a:bodyPr/>
          <a:lstStyle/>
          <a:p>
            <a:fld id="{E8911339-9BD5-4726-82A3-52BF8759952B}" type="slidenum">
              <a:rPr lang="en-US" smtClean="0"/>
              <a:t>‹#›</a:t>
            </a:fld>
            <a:endParaRPr lang="en-US"/>
          </a:p>
        </p:txBody>
      </p:sp>
    </p:spTree>
    <p:extLst>
      <p:ext uri="{BB962C8B-B14F-4D97-AF65-F5344CB8AC3E}">
        <p14:creationId xmlns:p14="http://schemas.microsoft.com/office/powerpoint/2010/main" val="2024764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73E8B-5FE0-434B-B3BD-1218638D08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D76868B-FDF8-4FDB-9B1A-452B1A9DF2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D0E26D-052F-4EC5-85A4-548B738DDF6A}"/>
              </a:ext>
            </a:extLst>
          </p:cNvPr>
          <p:cNvSpPr>
            <a:spLocks noGrp="1"/>
          </p:cNvSpPr>
          <p:nvPr>
            <p:ph type="dt" sz="half" idx="10"/>
          </p:nvPr>
        </p:nvSpPr>
        <p:spPr/>
        <p:txBody>
          <a:bodyPr/>
          <a:lstStyle/>
          <a:p>
            <a:fld id="{72D01C8E-9A61-466A-9088-0680AD01C908}" type="datetime1">
              <a:rPr lang="en-US" smtClean="0"/>
              <a:t>7/26/2023</a:t>
            </a:fld>
            <a:endParaRPr lang="en-US"/>
          </a:p>
        </p:txBody>
      </p:sp>
      <p:sp>
        <p:nvSpPr>
          <p:cNvPr id="5" name="Footer Placeholder 4">
            <a:extLst>
              <a:ext uri="{FF2B5EF4-FFF2-40B4-BE49-F238E27FC236}">
                <a16:creationId xmlns:a16="http://schemas.microsoft.com/office/drawing/2014/main" id="{33FA792D-C6F4-4F90-85D1-E9D33B5816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36450C-8E58-4E2D-93B0-9F9990431404}"/>
              </a:ext>
            </a:extLst>
          </p:cNvPr>
          <p:cNvSpPr>
            <a:spLocks noGrp="1"/>
          </p:cNvSpPr>
          <p:nvPr>
            <p:ph type="sldNum" sz="quarter" idx="12"/>
          </p:nvPr>
        </p:nvSpPr>
        <p:spPr/>
        <p:txBody>
          <a:bodyPr/>
          <a:lstStyle/>
          <a:p>
            <a:fld id="{E8911339-9BD5-4726-82A3-52BF8759952B}" type="slidenum">
              <a:rPr lang="en-US" smtClean="0"/>
              <a:t>‹#›</a:t>
            </a:fld>
            <a:endParaRPr lang="en-US"/>
          </a:p>
        </p:txBody>
      </p:sp>
    </p:spTree>
    <p:extLst>
      <p:ext uri="{BB962C8B-B14F-4D97-AF65-F5344CB8AC3E}">
        <p14:creationId xmlns:p14="http://schemas.microsoft.com/office/powerpoint/2010/main" val="2071024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4B1E6-29DC-41DA-A085-F95DE14E9B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643A10-E946-414B-BB61-F7443DB84C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C6BA28-233F-4E19-8CD7-747E10ED59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1602AD-7C5E-45F7-A5A5-271E59AF5C01}"/>
              </a:ext>
            </a:extLst>
          </p:cNvPr>
          <p:cNvSpPr>
            <a:spLocks noGrp="1"/>
          </p:cNvSpPr>
          <p:nvPr>
            <p:ph type="dt" sz="half" idx="10"/>
          </p:nvPr>
        </p:nvSpPr>
        <p:spPr/>
        <p:txBody>
          <a:bodyPr/>
          <a:lstStyle/>
          <a:p>
            <a:fld id="{40074D2B-6E52-430B-B29B-E0899128F47D}" type="datetime1">
              <a:rPr lang="en-US" smtClean="0"/>
              <a:t>7/26/2023</a:t>
            </a:fld>
            <a:endParaRPr lang="en-US"/>
          </a:p>
        </p:txBody>
      </p:sp>
      <p:sp>
        <p:nvSpPr>
          <p:cNvPr id="6" name="Footer Placeholder 5">
            <a:extLst>
              <a:ext uri="{FF2B5EF4-FFF2-40B4-BE49-F238E27FC236}">
                <a16:creationId xmlns:a16="http://schemas.microsoft.com/office/drawing/2014/main" id="{B6C3B2C9-DE0A-4FD0-9F63-8F0469934C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9DDEDF-A1A1-4514-84C5-27E62546A0D1}"/>
              </a:ext>
            </a:extLst>
          </p:cNvPr>
          <p:cNvSpPr>
            <a:spLocks noGrp="1"/>
          </p:cNvSpPr>
          <p:nvPr>
            <p:ph type="sldNum" sz="quarter" idx="12"/>
          </p:nvPr>
        </p:nvSpPr>
        <p:spPr/>
        <p:txBody>
          <a:bodyPr/>
          <a:lstStyle/>
          <a:p>
            <a:fld id="{E8911339-9BD5-4726-82A3-52BF8759952B}" type="slidenum">
              <a:rPr lang="en-US" smtClean="0"/>
              <a:t>‹#›</a:t>
            </a:fld>
            <a:endParaRPr lang="en-US"/>
          </a:p>
        </p:txBody>
      </p:sp>
    </p:spTree>
    <p:extLst>
      <p:ext uri="{BB962C8B-B14F-4D97-AF65-F5344CB8AC3E}">
        <p14:creationId xmlns:p14="http://schemas.microsoft.com/office/powerpoint/2010/main" val="1073297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AE066-F041-49F8-9C93-9806660079F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C3F3B1-8DC9-4CF7-BBE1-A375225E22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2C216E-8F91-4339-BCB8-B518888532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83E8AED-E828-449E-8898-7F2033BCAD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427CDC-CE70-479B-9C05-43036796EF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DBD0E6D-4C24-44E0-A10C-8C7DDF2DAE89}"/>
              </a:ext>
            </a:extLst>
          </p:cNvPr>
          <p:cNvSpPr>
            <a:spLocks noGrp="1"/>
          </p:cNvSpPr>
          <p:nvPr>
            <p:ph type="dt" sz="half" idx="10"/>
          </p:nvPr>
        </p:nvSpPr>
        <p:spPr/>
        <p:txBody>
          <a:bodyPr/>
          <a:lstStyle/>
          <a:p>
            <a:fld id="{5A71155C-393F-48F8-B567-C515AB01E904}" type="datetime1">
              <a:rPr lang="en-US" smtClean="0"/>
              <a:t>7/26/2023</a:t>
            </a:fld>
            <a:endParaRPr lang="en-US"/>
          </a:p>
        </p:txBody>
      </p:sp>
      <p:sp>
        <p:nvSpPr>
          <p:cNvPr id="8" name="Footer Placeholder 7">
            <a:extLst>
              <a:ext uri="{FF2B5EF4-FFF2-40B4-BE49-F238E27FC236}">
                <a16:creationId xmlns:a16="http://schemas.microsoft.com/office/drawing/2014/main" id="{B4EFA4BF-B6CB-439D-9A25-826AE65A9CE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8CFE67C-C8C9-483F-BBB1-E68BB94B8E9D}"/>
              </a:ext>
            </a:extLst>
          </p:cNvPr>
          <p:cNvSpPr>
            <a:spLocks noGrp="1"/>
          </p:cNvSpPr>
          <p:nvPr>
            <p:ph type="sldNum" sz="quarter" idx="12"/>
          </p:nvPr>
        </p:nvSpPr>
        <p:spPr/>
        <p:txBody>
          <a:bodyPr/>
          <a:lstStyle/>
          <a:p>
            <a:fld id="{E8911339-9BD5-4726-82A3-52BF8759952B}" type="slidenum">
              <a:rPr lang="en-US" smtClean="0"/>
              <a:t>‹#›</a:t>
            </a:fld>
            <a:endParaRPr lang="en-US"/>
          </a:p>
        </p:txBody>
      </p:sp>
    </p:spTree>
    <p:extLst>
      <p:ext uri="{BB962C8B-B14F-4D97-AF65-F5344CB8AC3E}">
        <p14:creationId xmlns:p14="http://schemas.microsoft.com/office/powerpoint/2010/main" val="3978800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14E9B-311B-4C9D-888B-2D7FDAA35FA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17B18A1-97CA-4672-9AA6-FAE2E8842709}"/>
              </a:ext>
            </a:extLst>
          </p:cNvPr>
          <p:cNvSpPr>
            <a:spLocks noGrp="1"/>
          </p:cNvSpPr>
          <p:nvPr>
            <p:ph type="dt" sz="half" idx="10"/>
          </p:nvPr>
        </p:nvSpPr>
        <p:spPr/>
        <p:txBody>
          <a:bodyPr/>
          <a:lstStyle/>
          <a:p>
            <a:fld id="{8C0F23AD-2200-452E-A2F8-78A32389014A}" type="datetime1">
              <a:rPr lang="en-US" smtClean="0"/>
              <a:t>7/26/2023</a:t>
            </a:fld>
            <a:endParaRPr lang="en-US"/>
          </a:p>
        </p:txBody>
      </p:sp>
      <p:sp>
        <p:nvSpPr>
          <p:cNvPr id="4" name="Footer Placeholder 3">
            <a:extLst>
              <a:ext uri="{FF2B5EF4-FFF2-40B4-BE49-F238E27FC236}">
                <a16:creationId xmlns:a16="http://schemas.microsoft.com/office/drawing/2014/main" id="{FCA15F8F-9540-4085-B1C5-8CA530C7E07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393C301-5C65-4832-BDE6-0AABCBC4AD05}"/>
              </a:ext>
            </a:extLst>
          </p:cNvPr>
          <p:cNvSpPr>
            <a:spLocks noGrp="1"/>
          </p:cNvSpPr>
          <p:nvPr>
            <p:ph type="sldNum" sz="quarter" idx="12"/>
          </p:nvPr>
        </p:nvSpPr>
        <p:spPr/>
        <p:txBody>
          <a:bodyPr/>
          <a:lstStyle/>
          <a:p>
            <a:fld id="{E8911339-9BD5-4726-82A3-52BF8759952B}" type="slidenum">
              <a:rPr lang="en-US" smtClean="0"/>
              <a:t>‹#›</a:t>
            </a:fld>
            <a:endParaRPr lang="en-US"/>
          </a:p>
        </p:txBody>
      </p:sp>
    </p:spTree>
    <p:extLst>
      <p:ext uri="{BB962C8B-B14F-4D97-AF65-F5344CB8AC3E}">
        <p14:creationId xmlns:p14="http://schemas.microsoft.com/office/powerpoint/2010/main" val="258662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85203A-C514-44CD-A9A1-69B2CD57C17B}"/>
              </a:ext>
            </a:extLst>
          </p:cNvPr>
          <p:cNvSpPr>
            <a:spLocks noGrp="1"/>
          </p:cNvSpPr>
          <p:nvPr>
            <p:ph type="dt" sz="half" idx="10"/>
          </p:nvPr>
        </p:nvSpPr>
        <p:spPr/>
        <p:txBody>
          <a:bodyPr/>
          <a:lstStyle/>
          <a:p>
            <a:fld id="{247E0855-57BC-43A6-B969-5A22E3786D7F}" type="datetime1">
              <a:rPr lang="en-US" smtClean="0"/>
              <a:t>7/26/2023</a:t>
            </a:fld>
            <a:endParaRPr lang="en-US"/>
          </a:p>
        </p:txBody>
      </p:sp>
      <p:sp>
        <p:nvSpPr>
          <p:cNvPr id="3" name="Footer Placeholder 2">
            <a:extLst>
              <a:ext uri="{FF2B5EF4-FFF2-40B4-BE49-F238E27FC236}">
                <a16:creationId xmlns:a16="http://schemas.microsoft.com/office/drawing/2014/main" id="{5B6C937D-55B0-4A5F-9DAD-F3ABDAEB51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7590C8-E54D-4504-A477-08CF53063682}"/>
              </a:ext>
            </a:extLst>
          </p:cNvPr>
          <p:cNvSpPr>
            <a:spLocks noGrp="1"/>
          </p:cNvSpPr>
          <p:nvPr>
            <p:ph type="sldNum" sz="quarter" idx="12"/>
          </p:nvPr>
        </p:nvSpPr>
        <p:spPr/>
        <p:txBody>
          <a:bodyPr/>
          <a:lstStyle/>
          <a:p>
            <a:fld id="{E8911339-9BD5-4726-82A3-52BF8759952B}" type="slidenum">
              <a:rPr lang="en-US" smtClean="0"/>
              <a:t>‹#›</a:t>
            </a:fld>
            <a:endParaRPr lang="en-US"/>
          </a:p>
        </p:txBody>
      </p:sp>
    </p:spTree>
    <p:extLst>
      <p:ext uri="{BB962C8B-B14F-4D97-AF65-F5344CB8AC3E}">
        <p14:creationId xmlns:p14="http://schemas.microsoft.com/office/powerpoint/2010/main" val="21235296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569A1-B19A-480C-BD95-C263DA05A0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24A923E-025B-41D5-B928-A91BCCA0A9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E5127ED-7E8F-4E7E-BB10-86BC535FB2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342DBE-54E7-4F33-A502-8E802C27427F}"/>
              </a:ext>
            </a:extLst>
          </p:cNvPr>
          <p:cNvSpPr>
            <a:spLocks noGrp="1"/>
          </p:cNvSpPr>
          <p:nvPr>
            <p:ph type="dt" sz="half" idx="10"/>
          </p:nvPr>
        </p:nvSpPr>
        <p:spPr/>
        <p:txBody>
          <a:bodyPr/>
          <a:lstStyle/>
          <a:p>
            <a:fld id="{05642A65-D97C-4068-B8E2-5CE828A9D163}" type="datetime1">
              <a:rPr lang="en-US" smtClean="0"/>
              <a:t>7/26/2023</a:t>
            </a:fld>
            <a:endParaRPr lang="en-US"/>
          </a:p>
        </p:txBody>
      </p:sp>
      <p:sp>
        <p:nvSpPr>
          <p:cNvPr id="6" name="Footer Placeholder 5">
            <a:extLst>
              <a:ext uri="{FF2B5EF4-FFF2-40B4-BE49-F238E27FC236}">
                <a16:creationId xmlns:a16="http://schemas.microsoft.com/office/drawing/2014/main" id="{C5E81869-4B76-4C76-80CC-034911A830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973F7D-FB94-42F1-A029-3056913511D3}"/>
              </a:ext>
            </a:extLst>
          </p:cNvPr>
          <p:cNvSpPr>
            <a:spLocks noGrp="1"/>
          </p:cNvSpPr>
          <p:nvPr>
            <p:ph type="sldNum" sz="quarter" idx="12"/>
          </p:nvPr>
        </p:nvSpPr>
        <p:spPr/>
        <p:txBody>
          <a:bodyPr/>
          <a:lstStyle/>
          <a:p>
            <a:fld id="{E8911339-9BD5-4726-82A3-52BF8759952B}" type="slidenum">
              <a:rPr lang="en-US" smtClean="0"/>
              <a:t>‹#›</a:t>
            </a:fld>
            <a:endParaRPr lang="en-US"/>
          </a:p>
        </p:txBody>
      </p:sp>
    </p:spTree>
    <p:extLst>
      <p:ext uri="{BB962C8B-B14F-4D97-AF65-F5344CB8AC3E}">
        <p14:creationId xmlns:p14="http://schemas.microsoft.com/office/powerpoint/2010/main" val="12639378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9C991-099B-4CAE-AAFD-B8F5EFD164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800883-EC55-4AEF-AC70-8644112CF8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86C1F3-711C-4514-96CF-EF9E0A718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48B9C7-BFA9-48EA-ABC0-06F4010CD6CF}"/>
              </a:ext>
            </a:extLst>
          </p:cNvPr>
          <p:cNvSpPr>
            <a:spLocks noGrp="1"/>
          </p:cNvSpPr>
          <p:nvPr>
            <p:ph type="dt" sz="half" idx="10"/>
          </p:nvPr>
        </p:nvSpPr>
        <p:spPr/>
        <p:txBody>
          <a:bodyPr/>
          <a:lstStyle/>
          <a:p>
            <a:fld id="{7D45C855-1F63-43F2-8307-9294778566D7}" type="datetime1">
              <a:rPr lang="en-US" smtClean="0"/>
              <a:t>7/26/2023</a:t>
            </a:fld>
            <a:endParaRPr lang="en-US"/>
          </a:p>
        </p:txBody>
      </p:sp>
      <p:sp>
        <p:nvSpPr>
          <p:cNvPr id="6" name="Footer Placeholder 5">
            <a:extLst>
              <a:ext uri="{FF2B5EF4-FFF2-40B4-BE49-F238E27FC236}">
                <a16:creationId xmlns:a16="http://schemas.microsoft.com/office/drawing/2014/main" id="{094A0F91-D1FA-492C-BA4C-FD5F12DB6A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8492A8-C55F-4074-962E-DA1D7D2DB068}"/>
              </a:ext>
            </a:extLst>
          </p:cNvPr>
          <p:cNvSpPr>
            <a:spLocks noGrp="1"/>
          </p:cNvSpPr>
          <p:nvPr>
            <p:ph type="sldNum" sz="quarter" idx="12"/>
          </p:nvPr>
        </p:nvSpPr>
        <p:spPr/>
        <p:txBody>
          <a:bodyPr/>
          <a:lstStyle/>
          <a:p>
            <a:fld id="{E8911339-9BD5-4726-82A3-52BF8759952B}" type="slidenum">
              <a:rPr lang="en-US" smtClean="0"/>
              <a:t>‹#›</a:t>
            </a:fld>
            <a:endParaRPr lang="en-US"/>
          </a:p>
        </p:txBody>
      </p:sp>
    </p:spTree>
    <p:extLst>
      <p:ext uri="{BB962C8B-B14F-4D97-AF65-F5344CB8AC3E}">
        <p14:creationId xmlns:p14="http://schemas.microsoft.com/office/powerpoint/2010/main" val="3095263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BA963-914A-4A1E-9C14-1C051D7CCD5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89ECFD-6CEE-4BA6-B500-1B6D6F4F24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222ED0-03EF-4C90-98FF-84C90DB7F70F}"/>
              </a:ext>
            </a:extLst>
          </p:cNvPr>
          <p:cNvSpPr>
            <a:spLocks noGrp="1"/>
          </p:cNvSpPr>
          <p:nvPr>
            <p:ph type="dt" sz="half" idx="10"/>
          </p:nvPr>
        </p:nvSpPr>
        <p:spPr/>
        <p:txBody>
          <a:bodyPr/>
          <a:lstStyle/>
          <a:p>
            <a:fld id="{CD06D80D-093E-4153-9954-689E8F4925E2}" type="datetime1">
              <a:rPr lang="en-US" smtClean="0"/>
              <a:t>7/26/2023</a:t>
            </a:fld>
            <a:endParaRPr lang="en-US"/>
          </a:p>
        </p:txBody>
      </p:sp>
      <p:sp>
        <p:nvSpPr>
          <p:cNvPr id="5" name="Footer Placeholder 4">
            <a:extLst>
              <a:ext uri="{FF2B5EF4-FFF2-40B4-BE49-F238E27FC236}">
                <a16:creationId xmlns:a16="http://schemas.microsoft.com/office/drawing/2014/main" id="{BDCF9E81-093F-45BB-B2A3-E3A71D6EFF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5F159-BD0E-48BB-8DC4-DC049A69BED1}"/>
              </a:ext>
            </a:extLst>
          </p:cNvPr>
          <p:cNvSpPr>
            <a:spLocks noGrp="1"/>
          </p:cNvSpPr>
          <p:nvPr>
            <p:ph type="sldNum" sz="quarter" idx="12"/>
          </p:nvPr>
        </p:nvSpPr>
        <p:spPr/>
        <p:txBody>
          <a:bodyPr/>
          <a:lstStyle/>
          <a:p>
            <a:fld id="{E8911339-9BD5-4726-82A3-52BF8759952B}" type="slidenum">
              <a:rPr lang="en-US" smtClean="0"/>
              <a:t>‹#›</a:t>
            </a:fld>
            <a:endParaRPr lang="en-US"/>
          </a:p>
        </p:txBody>
      </p:sp>
    </p:spTree>
    <p:extLst>
      <p:ext uri="{BB962C8B-B14F-4D97-AF65-F5344CB8AC3E}">
        <p14:creationId xmlns:p14="http://schemas.microsoft.com/office/powerpoint/2010/main" val="2000596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BF4D47-9526-466B-8C33-0FAA2594D1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20EB60A-E81E-4D10-8FBD-1D08FE7E0C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97AE72-C7B3-43F3-B847-AB9E1263A277}"/>
              </a:ext>
            </a:extLst>
          </p:cNvPr>
          <p:cNvSpPr>
            <a:spLocks noGrp="1"/>
          </p:cNvSpPr>
          <p:nvPr>
            <p:ph type="dt" sz="half" idx="10"/>
          </p:nvPr>
        </p:nvSpPr>
        <p:spPr/>
        <p:txBody>
          <a:bodyPr/>
          <a:lstStyle/>
          <a:p>
            <a:fld id="{C0C5A114-4E7F-479E-89C4-FE0C11112E3B}" type="datetime1">
              <a:rPr lang="en-US" smtClean="0"/>
              <a:t>7/26/2023</a:t>
            </a:fld>
            <a:endParaRPr lang="en-US"/>
          </a:p>
        </p:txBody>
      </p:sp>
      <p:sp>
        <p:nvSpPr>
          <p:cNvPr id="5" name="Footer Placeholder 4">
            <a:extLst>
              <a:ext uri="{FF2B5EF4-FFF2-40B4-BE49-F238E27FC236}">
                <a16:creationId xmlns:a16="http://schemas.microsoft.com/office/drawing/2014/main" id="{8F7FF41E-0F8F-42C3-964C-281656A7B7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CD49FE-14A9-4533-ABE9-6664E244D13D}"/>
              </a:ext>
            </a:extLst>
          </p:cNvPr>
          <p:cNvSpPr>
            <a:spLocks noGrp="1"/>
          </p:cNvSpPr>
          <p:nvPr>
            <p:ph type="sldNum" sz="quarter" idx="12"/>
          </p:nvPr>
        </p:nvSpPr>
        <p:spPr/>
        <p:txBody>
          <a:bodyPr/>
          <a:lstStyle/>
          <a:p>
            <a:fld id="{E8911339-9BD5-4726-82A3-52BF8759952B}" type="slidenum">
              <a:rPr lang="en-US" smtClean="0"/>
              <a:t>‹#›</a:t>
            </a:fld>
            <a:endParaRPr lang="en-US"/>
          </a:p>
        </p:txBody>
      </p:sp>
    </p:spTree>
    <p:extLst>
      <p:ext uri="{BB962C8B-B14F-4D97-AF65-F5344CB8AC3E}">
        <p14:creationId xmlns:p14="http://schemas.microsoft.com/office/powerpoint/2010/main" val="1492695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1339ED-B0B5-4F2B-85F8-18883C290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146B02C-E826-4319-A062-2CED99EA91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3BB69C-60C9-43B6-BE75-645E9A8935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1530A6-1C10-4AD7-9E79-F96851B4DCB5}" type="datetime1">
              <a:rPr lang="en-US" smtClean="0"/>
              <a:t>7/26/2023</a:t>
            </a:fld>
            <a:endParaRPr lang="en-US"/>
          </a:p>
        </p:txBody>
      </p:sp>
      <p:sp>
        <p:nvSpPr>
          <p:cNvPr id="5" name="Footer Placeholder 4">
            <a:extLst>
              <a:ext uri="{FF2B5EF4-FFF2-40B4-BE49-F238E27FC236}">
                <a16:creationId xmlns:a16="http://schemas.microsoft.com/office/drawing/2014/main" id="{4907E9A1-EC8D-4303-8DFF-EFBFAA5540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E3CAB61-4864-40F2-93B6-EC36F4FEDBCC}"/>
              </a:ext>
            </a:extLst>
          </p:cNvPr>
          <p:cNvSpPr>
            <a:spLocks noGrp="1"/>
          </p:cNvSpPr>
          <p:nvPr>
            <p:ph type="sldNum" sz="quarter" idx="4"/>
          </p:nvPr>
        </p:nvSpPr>
        <p:spPr>
          <a:xfrm>
            <a:off x="8610600" y="5832910"/>
            <a:ext cx="2743200" cy="888566"/>
          </a:xfrm>
          <a:prstGeom prst="rect">
            <a:avLst/>
          </a:prstGeom>
        </p:spPr>
        <p:txBody>
          <a:bodyPr vert="horz" lIns="91440" tIns="45720" rIns="91440" bIns="45720" rtlCol="0" anchor="ctr"/>
          <a:lstStyle>
            <a:lvl1pPr algn="r">
              <a:defRPr sz="2800">
                <a:solidFill>
                  <a:srgbClr val="FF0000"/>
                </a:solidFill>
              </a:defRPr>
            </a:lvl1pPr>
          </a:lstStyle>
          <a:p>
            <a:fld id="{E8911339-9BD5-4726-82A3-52BF8759952B}" type="slidenum">
              <a:rPr lang="en-US" smtClean="0"/>
              <a:pPr/>
              <a:t>‹#›</a:t>
            </a:fld>
            <a:endParaRPr lang="en-US"/>
          </a:p>
        </p:txBody>
      </p:sp>
    </p:spTree>
    <p:extLst>
      <p:ext uri="{BB962C8B-B14F-4D97-AF65-F5344CB8AC3E}">
        <p14:creationId xmlns:p14="http://schemas.microsoft.com/office/powerpoint/2010/main" val="24325091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www.cbd.int/gbf/goals/" TargetMode="External"/><Relationship Id="rId2" Type="http://schemas.openxmlformats.org/officeDocument/2006/relationships/hyperlink" Target="https://www.cbd.int/gbf/vision/" TargetMode="External"/><Relationship Id="rId1" Type="http://schemas.openxmlformats.org/officeDocument/2006/relationships/slideLayout" Target="../slideLayouts/slideLayout2.xml"/><Relationship Id="rId6" Type="http://schemas.openxmlformats.org/officeDocument/2006/relationships/hyperlink" Target="https://trondheimconference.org/program-development" TargetMode="External"/><Relationship Id="rId5" Type="http://schemas.openxmlformats.org/officeDocument/2006/relationships/hyperlink" Target="https://www.unep.org/news-and-stories/story/towards-vision-2050-biodiversity-living-harmony-nature" TargetMode="External"/><Relationship Id="rId4" Type="http://schemas.openxmlformats.org/officeDocument/2006/relationships/hyperlink" Target="https://sdg.iisd.org/news/first-draft-of-global-biodiversity-framework-identifies-four-goals-for-205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56DBC5-6A37-45A2-A740-105D05CA8ECB}"/>
              </a:ext>
            </a:extLst>
          </p:cNvPr>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EF517DBE-82AF-42E2-AB8A-805397FBF911}"/>
              </a:ext>
            </a:extLst>
          </p:cNvPr>
          <p:cNvSpPr txBox="1"/>
          <p:nvPr/>
        </p:nvSpPr>
        <p:spPr>
          <a:xfrm>
            <a:off x="1001027" y="2967335"/>
            <a:ext cx="9744975" cy="923330"/>
          </a:xfrm>
          <a:prstGeom prst="rect">
            <a:avLst/>
          </a:prstGeom>
          <a:noFill/>
        </p:spPr>
        <p:txBody>
          <a:bodyPr wrap="none" rtlCol="0">
            <a:spAutoFit/>
          </a:bodyPr>
          <a:lstStyle/>
          <a:p>
            <a:r>
              <a:rPr lang="en-US" sz="5400" dirty="0">
                <a:solidFill>
                  <a:schemeClr val="bg1">
                    <a:lumMod val="95000"/>
                  </a:schemeClr>
                </a:solidFill>
                <a:latin typeface="Algerian" panose="04020705040A02060702" pitchFamily="82" charset="0"/>
              </a:rPr>
              <a:t>2050 VISION ON BIODIVERSITY</a:t>
            </a:r>
          </a:p>
        </p:txBody>
      </p:sp>
      <p:sp>
        <p:nvSpPr>
          <p:cNvPr id="6" name="TextBox 5">
            <a:extLst>
              <a:ext uri="{FF2B5EF4-FFF2-40B4-BE49-F238E27FC236}">
                <a16:creationId xmlns:a16="http://schemas.microsoft.com/office/drawing/2014/main" id="{268C92F9-544E-42BE-B553-76AEBF182685}"/>
              </a:ext>
            </a:extLst>
          </p:cNvPr>
          <p:cNvSpPr txBox="1"/>
          <p:nvPr/>
        </p:nvSpPr>
        <p:spPr>
          <a:xfrm>
            <a:off x="4129238" y="4167739"/>
            <a:ext cx="2303836" cy="646331"/>
          </a:xfrm>
          <a:prstGeom prst="rect">
            <a:avLst/>
          </a:prstGeom>
          <a:noFill/>
        </p:spPr>
        <p:txBody>
          <a:bodyPr wrap="none" rtlCol="0">
            <a:spAutoFit/>
          </a:bodyPr>
          <a:lstStyle/>
          <a:p>
            <a:r>
              <a:rPr lang="en-US" sz="3600" dirty="0">
                <a:solidFill>
                  <a:schemeClr val="bg1"/>
                </a:solidFill>
                <a:latin typeface="Algerian" panose="04020705040A02060702" pitchFamily="82" charset="0"/>
              </a:rPr>
              <a:t>GROUP 22</a:t>
            </a:r>
          </a:p>
        </p:txBody>
      </p:sp>
      <p:sp>
        <p:nvSpPr>
          <p:cNvPr id="7" name="Slide Number Placeholder 6">
            <a:extLst>
              <a:ext uri="{FF2B5EF4-FFF2-40B4-BE49-F238E27FC236}">
                <a16:creationId xmlns:a16="http://schemas.microsoft.com/office/drawing/2014/main" id="{5092F3C5-E2CB-4F05-BF7D-578CA7C2926E}"/>
              </a:ext>
            </a:extLst>
          </p:cNvPr>
          <p:cNvSpPr>
            <a:spLocks noGrp="1"/>
          </p:cNvSpPr>
          <p:nvPr>
            <p:ph type="sldNum" sz="quarter" idx="12"/>
          </p:nvPr>
        </p:nvSpPr>
        <p:spPr/>
        <p:txBody>
          <a:bodyPr/>
          <a:lstStyle/>
          <a:p>
            <a:fld id="{E8911339-9BD5-4726-82A3-52BF8759952B}" type="slidenum">
              <a:rPr lang="en-US" smtClean="0"/>
              <a:t>1</a:t>
            </a:fld>
            <a:endParaRPr lang="en-US"/>
          </a:p>
        </p:txBody>
      </p:sp>
    </p:spTree>
    <p:extLst>
      <p:ext uri="{BB962C8B-B14F-4D97-AF65-F5344CB8AC3E}">
        <p14:creationId xmlns:p14="http://schemas.microsoft.com/office/powerpoint/2010/main" val="233422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18EE1-D1DC-46D0-B269-C98623A80A0F}"/>
              </a:ext>
            </a:extLst>
          </p:cNvPr>
          <p:cNvSpPr>
            <a:spLocks noGrp="1"/>
          </p:cNvSpPr>
          <p:nvPr>
            <p:ph type="title"/>
          </p:nvPr>
        </p:nvSpPr>
        <p:spPr/>
        <p:txBody>
          <a:bodyPr>
            <a:normAutofit/>
          </a:bodyPr>
          <a:lstStyle/>
          <a:p>
            <a:r>
              <a:rPr lang="en-US" sz="4800" dirty="0">
                <a:latin typeface="Times New Roman" panose="02020603050405020304" pitchFamily="18" charset="0"/>
                <a:cs typeface="Times New Roman" panose="02020603050405020304" pitchFamily="18" charset="0"/>
              </a:rPr>
              <a:t>OUTLINE</a:t>
            </a:r>
          </a:p>
        </p:txBody>
      </p:sp>
      <p:sp>
        <p:nvSpPr>
          <p:cNvPr id="3" name="Content Placeholder 2">
            <a:extLst>
              <a:ext uri="{FF2B5EF4-FFF2-40B4-BE49-F238E27FC236}">
                <a16:creationId xmlns:a16="http://schemas.microsoft.com/office/drawing/2014/main" id="{31DE7812-F3D6-47C4-AF90-54BFD6B2A5C9}"/>
              </a:ext>
            </a:extLst>
          </p:cNvPr>
          <p:cNvSpPr>
            <a:spLocks noGrp="1"/>
          </p:cNvSpPr>
          <p:nvPr>
            <p:ph idx="1"/>
          </p:nvPr>
        </p:nvSpPr>
        <p:spPr/>
        <p:txBody>
          <a:bodyPr/>
          <a:lstStyle/>
          <a:p>
            <a:pPr marL="342900" marR="0" lvl="0" indent="-342900">
              <a:lnSpc>
                <a:spcPct val="107000"/>
              </a:lnSpc>
              <a:spcBef>
                <a:spcPts val="0"/>
              </a:spcBef>
              <a:spcAft>
                <a:spcPts val="0"/>
              </a:spcAft>
              <a:buFont typeface="+mj-lt"/>
              <a:buAutoNum type="arabicPeriod"/>
            </a:pPr>
            <a:r>
              <a:rPr lang="en-US" dirty="0">
                <a:effectLst/>
                <a:latin typeface="Times New Roman" panose="02020603050405020304" pitchFamily="18" charset="0"/>
                <a:ea typeface="Calibri" panose="020F0502020204030204" pitchFamily="34" charset="0"/>
                <a:cs typeface="Times New Roman" panose="02020603050405020304" pitchFamily="18" charset="0"/>
              </a:rPr>
              <a:t>Introduction to 2050 vision on Biodiversity</a:t>
            </a:r>
          </a:p>
          <a:p>
            <a:pPr marL="342900" marR="0" lvl="0" indent="-342900">
              <a:lnSpc>
                <a:spcPct val="107000"/>
              </a:lnSpc>
              <a:spcBef>
                <a:spcPts val="0"/>
              </a:spcBef>
              <a:spcAft>
                <a:spcPts val="0"/>
              </a:spcAft>
              <a:buFont typeface="+mj-lt"/>
              <a:buAutoNum type="arabicPeriod"/>
            </a:pPr>
            <a:r>
              <a:rPr lang="en-US" dirty="0">
                <a:effectLst/>
                <a:latin typeface="Times New Roman" panose="02020603050405020304" pitchFamily="18" charset="0"/>
                <a:ea typeface="Calibri" panose="020F0502020204030204" pitchFamily="34" charset="0"/>
                <a:cs typeface="Times New Roman" panose="02020603050405020304" pitchFamily="18" charset="0"/>
              </a:rPr>
              <a:t>Essence of a long-term vision for biodiversity.</a:t>
            </a:r>
          </a:p>
          <a:p>
            <a:pPr marL="342900" marR="0" lvl="0" indent="-342900">
              <a:lnSpc>
                <a:spcPct val="107000"/>
              </a:lnSpc>
              <a:spcBef>
                <a:spcPts val="0"/>
              </a:spcBef>
              <a:spcAft>
                <a:spcPts val="0"/>
              </a:spcAft>
              <a:buFont typeface="+mj-lt"/>
              <a:buAutoNum type="arabicPeriod"/>
            </a:pPr>
            <a:r>
              <a:rPr lang="en-US" dirty="0">
                <a:effectLst/>
                <a:latin typeface="Times New Roman" panose="02020603050405020304" pitchFamily="18" charset="0"/>
                <a:ea typeface="Calibri" panose="020F0502020204030204" pitchFamily="34" charset="0"/>
                <a:cs typeface="Times New Roman" panose="02020603050405020304" pitchFamily="18" charset="0"/>
              </a:rPr>
              <a:t>Main goals of the 2050 vision on biodiversity</a:t>
            </a:r>
          </a:p>
          <a:p>
            <a:pPr marL="342900" marR="0" lvl="0" indent="-342900">
              <a:lnSpc>
                <a:spcPct val="107000"/>
              </a:lnSpc>
              <a:spcBef>
                <a:spcPts val="0"/>
              </a:spcBef>
              <a:spcAft>
                <a:spcPts val="0"/>
              </a:spcAft>
              <a:buFont typeface="+mj-lt"/>
              <a:buAutoNum type="arabicPeriod"/>
            </a:pPr>
            <a:r>
              <a:rPr lang="en-US" dirty="0">
                <a:effectLst/>
                <a:latin typeface="Times New Roman" panose="02020603050405020304" pitchFamily="18" charset="0"/>
                <a:ea typeface="Calibri" panose="020F0502020204030204" pitchFamily="34" charset="0"/>
                <a:cs typeface="Times New Roman" panose="02020603050405020304" pitchFamily="18" charset="0"/>
              </a:rPr>
              <a:t>Strategies and Approaches to achieve the set goals</a:t>
            </a:r>
          </a:p>
          <a:p>
            <a:pPr marL="342900" marR="0" lvl="0" indent="-342900">
              <a:lnSpc>
                <a:spcPct val="107000"/>
              </a:lnSpc>
              <a:spcBef>
                <a:spcPts val="0"/>
              </a:spcBef>
              <a:spcAft>
                <a:spcPts val="0"/>
              </a:spcAft>
              <a:buFont typeface="+mj-lt"/>
              <a:buAutoNum type="arabicPeriod"/>
            </a:pPr>
            <a:r>
              <a:rPr lang="en-US" dirty="0">
                <a:latin typeface="Times New Roman" panose="02020603050405020304" pitchFamily="18" charset="0"/>
                <a:ea typeface="Calibri" panose="020F0502020204030204" pitchFamily="34" charset="0"/>
                <a:cs typeface="Times New Roman" panose="02020603050405020304" pitchFamily="18" charset="0"/>
              </a:rPr>
              <a:t>Benefits of the 2050 vision</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dirty="0">
                <a:effectLst/>
                <a:latin typeface="Times New Roman" panose="02020603050405020304" pitchFamily="18" charset="0"/>
                <a:ea typeface="Calibri" panose="020F0502020204030204" pitchFamily="34" charset="0"/>
                <a:cs typeface="Times New Roman" panose="02020603050405020304" pitchFamily="18" charset="0"/>
              </a:rPr>
              <a:t> Potential challenges</a:t>
            </a:r>
          </a:p>
          <a:p>
            <a:pPr marL="342900" marR="0" lvl="0" indent="-342900">
              <a:lnSpc>
                <a:spcPct val="107000"/>
              </a:lnSpc>
              <a:spcBef>
                <a:spcPts val="0"/>
              </a:spcBef>
              <a:spcAft>
                <a:spcPts val="0"/>
              </a:spcAft>
              <a:buFont typeface="+mj-lt"/>
              <a:buAutoNum type="arabicPeriod"/>
            </a:pPr>
            <a:r>
              <a:rPr lang="en-US" dirty="0">
                <a:latin typeface="Times New Roman" panose="02020603050405020304" pitchFamily="18" charset="0"/>
                <a:ea typeface="Calibri" panose="020F0502020204030204" pitchFamily="34" charset="0"/>
                <a:cs typeface="Times New Roman" panose="02020603050405020304" pitchFamily="18" charset="0"/>
              </a:rPr>
              <a:t>Conclusion</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0"/>
              </a:spcAft>
              <a:buNone/>
            </a:pP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9986714-F4BC-40A2-90E7-D1EAC364B30F}"/>
              </a:ext>
            </a:extLst>
          </p:cNvPr>
          <p:cNvSpPr>
            <a:spLocks noGrp="1"/>
          </p:cNvSpPr>
          <p:nvPr>
            <p:ph type="sldNum" sz="quarter" idx="12"/>
          </p:nvPr>
        </p:nvSpPr>
        <p:spPr/>
        <p:txBody>
          <a:bodyPr/>
          <a:lstStyle/>
          <a:p>
            <a:fld id="{E8911339-9BD5-4726-82A3-52BF8759952B}" type="slidenum">
              <a:rPr lang="en-US" smtClean="0"/>
              <a:t>2</a:t>
            </a:fld>
            <a:endParaRPr lang="en-US"/>
          </a:p>
        </p:txBody>
      </p:sp>
    </p:spTree>
    <p:extLst>
      <p:ext uri="{BB962C8B-B14F-4D97-AF65-F5344CB8AC3E}">
        <p14:creationId xmlns:p14="http://schemas.microsoft.com/office/powerpoint/2010/main" val="3442737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65750-29E9-4088-ADFA-7A05B12099FD}"/>
              </a:ext>
            </a:extLst>
          </p:cNvPr>
          <p:cNvSpPr>
            <a:spLocks noGrp="1"/>
          </p:cNvSpPr>
          <p:nvPr>
            <p:ph type="title"/>
          </p:nvPr>
        </p:nvSpPr>
        <p:spPr/>
        <p:txBody>
          <a:bodyPr>
            <a:normAutofit/>
          </a:bodyPr>
          <a:lstStyle/>
          <a:p>
            <a:r>
              <a:rPr lang="en-US" sz="4800"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7DAD92D9-E973-42F8-9AA7-157CC05D2DFB}"/>
              </a:ext>
            </a:extLst>
          </p:cNvPr>
          <p:cNvSpPr>
            <a:spLocks noGrp="1"/>
          </p:cNvSpPr>
          <p:nvPr>
            <p:ph idx="1"/>
          </p:nvPr>
        </p:nvSpPr>
        <p:spPr>
          <a:xfrm>
            <a:off x="838200" y="1854500"/>
            <a:ext cx="4638575" cy="4351338"/>
          </a:xfrm>
        </p:spPr>
        <p:txBody>
          <a:bodyPr/>
          <a:lstStyle/>
          <a:p>
            <a:r>
              <a:rPr lang="en-US" dirty="0">
                <a:latin typeface="Times New Roman" panose="02020603050405020304" pitchFamily="18" charset="0"/>
                <a:cs typeface="Times New Roman" panose="02020603050405020304" pitchFamily="18" charset="0"/>
              </a:rPr>
              <a:t>The 2050 Vision on Biodiversity aims to safeguard and enhance the Earth’s Biodiversity for the well being of present and future generations</a:t>
            </a:r>
          </a:p>
        </p:txBody>
      </p:sp>
      <p:pic>
        <p:nvPicPr>
          <p:cNvPr id="4" name="Picture 3">
            <a:extLst>
              <a:ext uri="{FF2B5EF4-FFF2-40B4-BE49-F238E27FC236}">
                <a16:creationId xmlns:a16="http://schemas.microsoft.com/office/drawing/2014/main" id="{BE105FB7-DA88-430D-A52D-CD197FBF1326}"/>
              </a:ext>
            </a:extLst>
          </p:cNvPr>
          <p:cNvPicPr/>
          <p:nvPr/>
        </p:nvPicPr>
        <p:blipFill>
          <a:blip r:embed="rId2">
            <a:extLst>
              <a:ext uri="{28A0092B-C50C-407E-A947-70E740481C1C}">
                <a14:useLocalDpi xmlns:a14="http://schemas.microsoft.com/office/drawing/2010/main" val="0"/>
              </a:ext>
            </a:extLst>
          </a:blip>
          <a:stretch>
            <a:fillRect/>
          </a:stretch>
        </p:blipFill>
        <p:spPr>
          <a:xfrm>
            <a:off x="5795209" y="1690688"/>
            <a:ext cx="5394960" cy="4109437"/>
          </a:xfrm>
          <a:prstGeom prst="rect">
            <a:avLst/>
          </a:prstGeom>
        </p:spPr>
      </p:pic>
      <p:sp>
        <p:nvSpPr>
          <p:cNvPr id="5" name="Slide Number Placeholder 4">
            <a:extLst>
              <a:ext uri="{FF2B5EF4-FFF2-40B4-BE49-F238E27FC236}">
                <a16:creationId xmlns:a16="http://schemas.microsoft.com/office/drawing/2014/main" id="{EF988C2B-8F4B-460A-9843-025FB69BBAD3}"/>
              </a:ext>
            </a:extLst>
          </p:cNvPr>
          <p:cNvSpPr>
            <a:spLocks noGrp="1"/>
          </p:cNvSpPr>
          <p:nvPr>
            <p:ph type="sldNum" sz="quarter" idx="12"/>
          </p:nvPr>
        </p:nvSpPr>
        <p:spPr/>
        <p:txBody>
          <a:bodyPr/>
          <a:lstStyle/>
          <a:p>
            <a:fld id="{E8911339-9BD5-4726-82A3-52BF8759952B}" type="slidenum">
              <a:rPr lang="en-US" smtClean="0"/>
              <a:t>3</a:t>
            </a:fld>
            <a:endParaRPr lang="en-US"/>
          </a:p>
        </p:txBody>
      </p:sp>
      <p:sp>
        <p:nvSpPr>
          <p:cNvPr id="6" name="TextBox 5">
            <a:extLst>
              <a:ext uri="{FF2B5EF4-FFF2-40B4-BE49-F238E27FC236}">
                <a16:creationId xmlns:a16="http://schemas.microsoft.com/office/drawing/2014/main" id="{1A673E26-B82A-46FD-881C-EA5D2928258D}"/>
              </a:ext>
            </a:extLst>
          </p:cNvPr>
          <p:cNvSpPr txBox="1"/>
          <p:nvPr/>
        </p:nvSpPr>
        <p:spPr>
          <a:xfrm>
            <a:off x="6096000" y="6054291"/>
            <a:ext cx="838691"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 1.1</a:t>
            </a:r>
          </a:p>
        </p:txBody>
      </p:sp>
    </p:spTree>
    <p:extLst>
      <p:ext uri="{BB962C8B-B14F-4D97-AF65-F5344CB8AC3E}">
        <p14:creationId xmlns:p14="http://schemas.microsoft.com/office/powerpoint/2010/main" val="173580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E9ADC-9C40-4D08-A456-CB9A402DD591}"/>
              </a:ext>
            </a:extLst>
          </p:cNvPr>
          <p:cNvSpPr>
            <a:spLocks noGrp="1"/>
          </p:cNvSpPr>
          <p:nvPr>
            <p:ph type="title"/>
          </p:nvPr>
        </p:nvSpPr>
        <p:spPr/>
        <p:txBody>
          <a:bodyPr>
            <a:normAutofit fontScale="90000"/>
          </a:bodyPr>
          <a:lstStyle/>
          <a:p>
            <a:r>
              <a:rPr lang="en-US" sz="4800" dirty="0">
                <a:latin typeface="Times New Roman" panose="02020603050405020304" pitchFamily="18" charset="0"/>
                <a:cs typeface="Times New Roman" panose="02020603050405020304" pitchFamily="18" charset="0"/>
              </a:rPr>
              <a:t>RATIONALE BEHIND THE 2050 VISION</a:t>
            </a:r>
          </a:p>
        </p:txBody>
      </p:sp>
      <p:sp>
        <p:nvSpPr>
          <p:cNvPr id="3" name="Content Placeholder 2">
            <a:extLst>
              <a:ext uri="{FF2B5EF4-FFF2-40B4-BE49-F238E27FC236}">
                <a16:creationId xmlns:a16="http://schemas.microsoft.com/office/drawing/2014/main" id="{1E87DFC8-953C-4978-8FA8-D021969D6575}"/>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Recognition of the urgent need to protect and restore biodiversity</a:t>
            </a:r>
          </a:p>
          <a:p>
            <a:r>
              <a:rPr lang="en-US" dirty="0">
                <a:latin typeface="Times New Roman" panose="02020603050405020304" pitchFamily="18" charset="0"/>
                <a:cs typeface="Times New Roman" panose="02020603050405020304" pitchFamily="18" charset="0"/>
              </a:rPr>
              <a:t>Alignment with international commitments (e.g., Convention on Biological Diversity)</a:t>
            </a:r>
          </a:p>
          <a:p>
            <a:r>
              <a:rPr lang="en-US" dirty="0">
                <a:latin typeface="Times New Roman" panose="02020603050405020304" pitchFamily="18" charset="0"/>
                <a:cs typeface="Times New Roman" panose="02020603050405020304" pitchFamily="18" charset="0"/>
              </a:rPr>
              <a:t>Acknowledgement of the interconnectedness between biodiversity and climate</a:t>
            </a:r>
          </a:p>
        </p:txBody>
      </p:sp>
      <p:sp>
        <p:nvSpPr>
          <p:cNvPr id="4" name="Slide Number Placeholder 3">
            <a:extLst>
              <a:ext uri="{FF2B5EF4-FFF2-40B4-BE49-F238E27FC236}">
                <a16:creationId xmlns:a16="http://schemas.microsoft.com/office/drawing/2014/main" id="{2248AE62-7E04-475B-A8BC-E05BF6777A6A}"/>
              </a:ext>
            </a:extLst>
          </p:cNvPr>
          <p:cNvSpPr>
            <a:spLocks noGrp="1"/>
          </p:cNvSpPr>
          <p:nvPr>
            <p:ph type="sldNum" sz="quarter" idx="12"/>
          </p:nvPr>
        </p:nvSpPr>
        <p:spPr/>
        <p:txBody>
          <a:bodyPr/>
          <a:lstStyle/>
          <a:p>
            <a:fld id="{E8911339-9BD5-4726-82A3-52BF8759952B}" type="slidenum">
              <a:rPr lang="en-US" smtClean="0"/>
              <a:t>4</a:t>
            </a:fld>
            <a:endParaRPr lang="en-US"/>
          </a:p>
        </p:txBody>
      </p:sp>
    </p:spTree>
    <p:extLst>
      <p:ext uri="{BB962C8B-B14F-4D97-AF65-F5344CB8AC3E}">
        <p14:creationId xmlns:p14="http://schemas.microsoft.com/office/powerpoint/2010/main" val="2774793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A8D8BD2-F855-495A-B396-255208152E76}"/>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539818" y="673768"/>
            <a:ext cx="5313145" cy="4572000"/>
          </a:xfrm>
          <a:prstGeom prst="rect">
            <a:avLst/>
          </a:prstGeom>
        </p:spPr>
      </p:pic>
      <p:pic>
        <p:nvPicPr>
          <p:cNvPr id="5" name="Picture 4">
            <a:extLst>
              <a:ext uri="{FF2B5EF4-FFF2-40B4-BE49-F238E27FC236}">
                <a16:creationId xmlns:a16="http://schemas.microsoft.com/office/drawing/2014/main" id="{C77FF979-0FD2-40FA-9819-CFE74231C12B}"/>
              </a:ext>
            </a:extLst>
          </p:cNvPr>
          <p:cNvPicPr/>
          <p:nvPr/>
        </p:nvPicPr>
        <p:blipFill>
          <a:blip r:embed="rId3">
            <a:extLst>
              <a:ext uri="{28A0092B-C50C-407E-A947-70E740481C1C}">
                <a14:useLocalDpi xmlns:a14="http://schemas.microsoft.com/office/drawing/2010/main" val="0"/>
              </a:ext>
            </a:extLst>
          </a:blip>
          <a:stretch>
            <a:fillRect/>
          </a:stretch>
        </p:blipFill>
        <p:spPr>
          <a:xfrm>
            <a:off x="6096000" y="673768"/>
            <a:ext cx="5619549" cy="4572000"/>
          </a:xfrm>
          <a:prstGeom prst="rect">
            <a:avLst/>
          </a:prstGeom>
        </p:spPr>
      </p:pic>
      <p:sp>
        <p:nvSpPr>
          <p:cNvPr id="6" name="Slide Number Placeholder 5">
            <a:extLst>
              <a:ext uri="{FF2B5EF4-FFF2-40B4-BE49-F238E27FC236}">
                <a16:creationId xmlns:a16="http://schemas.microsoft.com/office/drawing/2014/main" id="{7A922C88-A886-4799-85FD-0ACF0CD78377}"/>
              </a:ext>
            </a:extLst>
          </p:cNvPr>
          <p:cNvSpPr>
            <a:spLocks noGrp="1"/>
          </p:cNvSpPr>
          <p:nvPr>
            <p:ph type="sldNum" sz="quarter" idx="12"/>
          </p:nvPr>
        </p:nvSpPr>
        <p:spPr/>
        <p:txBody>
          <a:bodyPr/>
          <a:lstStyle/>
          <a:p>
            <a:fld id="{E8911339-9BD5-4726-82A3-52BF8759952B}" type="slidenum">
              <a:rPr lang="en-US" smtClean="0"/>
              <a:t>5</a:t>
            </a:fld>
            <a:endParaRPr lang="en-US"/>
          </a:p>
        </p:txBody>
      </p:sp>
      <p:sp>
        <p:nvSpPr>
          <p:cNvPr id="7" name="TextBox 6">
            <a:extLst>
              <a:ext uri="{FF2B5EF4-FFF2-40B4-BE49-F238E27FC236}">
                <a16:creationId xmlns:a16="http://schemas.microsoft.com/office/drawing/2014/main" id="{37D14EF1-94EA-4DF6-82C9-5705EED7330A}"/>
              </a:ext>
            </a:extLst>
          </p:cNvPr>
          <p:cNvSpPr txBox="1"/>
          <p:nvPr/>
        </p:nvSpPr>
        <p:spPr>
          <a:xfrm>
            <a:off x="962526" y="5630779"/>
            <a:ext cx="838691"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 1.2</a:t>
            </a:r>
          </a:p>
        </p:txBody>
      </p:sp>
      <p:sp>
        <p:nvSpPr>
          <p:cNvPr id="8" name="TextBox 7">
            <a:extLst>
              <a:ext uri="{FF2B5EF4-FFF2-40B4-BE49-F238E27FC236}">
                <a16:creationId xmlns:a16="http://schemas.microsoft.com/office/drawing/2014/main" id="{0E37FD1F-57FB-4369-B0CC-88D3DA2F5464}"/>
              </a:ext>
            </a:extLst>
          </p:cNvPr>
          <p:cNvSpPr txBox="1"/>
          <p:nvPr/>
        </p:nvSpPr>
        <p:spPr>
          <a:xfrm>
            <a:off x="6853187" y="5630779"/>
            <a:ext cx="797013" cy="369332"/>
          </a:xfrm>
          <a:prstGeom prst="rect">
            <a:avLst/>
          </a:prstGeom>
          <a:noFill/>
        </p:spPr>
        <p:txBody>
          <a:bodyPr wrap="none" rtlCol="0">
            <a:spAutoFit/>
          </a:bodyPr>
          <a:lstStyle/>
          <a:p>
            <a:r>
              <a:rPr lang="en-US" dirty="0"/>
              <a:t>Fig 1.3</a:t>
            </a:r>
          </a:p>
        </p:txBody>
      </p:sp>
    </p:spTree>
    <p:extLst>
      <p:ext uri="{BB962C8B-B14F-4D97-AF65-F5344CB8AC3E}">
        <p14:creationId xmlns:p14="http://schemas.microsoft.com/office/powerpoint/2010/main" val="590458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9C02B-A96F-454F-97A4-105FA4C1C91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GOALS OF VISION 2050 </a:t>
            </a:r>
          </a:p>
        </p:txBody>
      </p:sp>
      <p:sp>
        <p:nvSpPr>
          <p:cNvPr id="3" name="Content Placeholder 2">
            <a:extLst>
              <a:ext uri="{FF2B5EF4-FFF2-40B4-BE49-F238E27FC236}">
                <a16:creationId xmlns:a16="http://schemas.microsoft.com/office/drawing/2014/main" id="{D6FC53CD-E6AA-4CDC-95C5-C6675D57678D}"/>
              </a:ext>
            </a:extLst>
          </p:cNvPr>
          <p:cNvSpPr>
            <a:spLocks noGrp="1"/>
          </p:cNvSpPr>
          <p:nvPr>
            <p:ph idx="1"/>
          </p:nvPr>
        </p:nvSpPr>
        <p:spPr/>
        <p:txBody>
          <a:bodyPr/>
          <a:lstStyle/>
          <a:p>
            <a:pPr marL="514350" indent="-514350">
              <a:buFont typeface="+mj-lt"/>
              <a:buAutoNum type="arabicPeriod"/>
            </a:pPr>
            <a:r>
              <a:rPr lang="en-US" dirty="0">
                <a:latin typeface="Times New Roman" panose="02020603050405020304" pitchFamily="18" charset="0"/>
                <a:cs typeface="Times New Roman" panose="02020603050405020304" pitchFamily="18" charset="0"/>
              </a:rPr>
              <a:t>Conservation and restoration of ecosystems</a:t>
            </a:r>
          </a:p>
          <a:p>
            <a:r>
              <a:rPr lang="en-US" dirty="0">
                <a:latin typeface="Times New Roman" panose="02020603050405020304" pitchFamily="18" charset="0"/>
                <a:cs typeface="Times New Roman" panose="02020603050405020304" pitchFamily="18" charset="0"/>
              </a:rPr>
              <a:t>Strategies for protecting and managing natural habitats</a:t>
            </a:r>
          </a:p>
          <a:p>
            <a:r>
              <a:rPr lang="en-US" dirty="0">
                <a:latin typeface="Times New Roman" panose="02020603050405020304" pitchFamily="18" charset="0"/>
                <a:cs typeface="Times New Roman" panose="02020603050405020304" pitchFamily="18" charset="0"/>
              </a:rPr>
              <a:t>Implementation of ecosystem restoration initiatives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2. Sustainable use of biodiversity</a:t>
            </a:r>
          </a:p>
          <a:p>
            <a:r>
              <a:rPr lang="en-US" dirty="0">
                <a:latin typeface="Times New Roman" panose="02020603050405020304" pitchFamily="18" charset="0"/>
                <a:cs typeface="Times New Roman" panose="02020603050405020304" pitchFamily="18" charset="0"/>
              </a:rPr>
              <a:t>Promoting responsible practices in agriculture, forestry and fisheries</a:t>
            </a:r>
          </a:p>
          <a:p>
            <a:r>
              <a:rPr lang="en-US" dirty="0">
                <a:latin typeface="Times New Roman" panose="02020603050405020304" pitchFamily="18" charset="0"/>
                <a:cs typeface="Times New Roman" panose="02020603050405020304" pitchFamily="18" charset="0"/>
              </a:rPr>
              <a:t>Encouraging sustainable consumption and production patterns</a:t>
            </a:r>
          </a:p>
        </p:txBody>
      </p:sp>
      <p:sp>
        <p:nvSpPr>
          <p:cNvPr id="4" name="Slide Number Placeholder 3">
            <a:extLst>
              <a:ext uri="{FF2B5EF4-FFF2-40B4-BE49-F238E27FC236}">
                <a16:creationId xmlns:a16="http://schemas.microsoft.com/office/drawing/2014/main" id="{BF7E2834-A698-4974-AE10-C267BA70397D}"/>
              </a:ext>
            </a:extLst>
          </p:cNvPr>
          <p:cNvSpPr>
            <a:spLocks noGrp="1"/>
          </p:cNvSpPr>
          <p:nvPr>
            <p:ph type="sldNum" sz="quarter" idx="12"/>
          </p:nvPr>
        </p:nvSpPr>
        <p:spPr/>
        <p:txBody>
          <a:bodyPr/>
          <a:lstStyle/>
          <a:p>
            <a:fld id="{E8911339-9BD5-4726-82A3-52BF8759952B}" type="slidenum">
              <a:rPr lang="en-US" smtClean="0"/>
              <a:t>6</a:t>
            </a:fld>
            <a:endParaRPr lang="en-US"/>
          </a:p>
        </p:txBody>
      </p:sp>
    </p:spTree>
    <p:extLst>
      <p:ext uri="{BB962C8B-B14F-4D97-AF65-F5344CB8AC3E}">
        <p14:creationId xmlns:p14="http://schemas.microsoft.com/office/powerpoint/2010/main" val="3916683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362EC-6B85-4899-B70B-A2AE04AD17D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GOALS OF VISION 2050 </a:t>
            </a:r>
            <a:endParaRPr lang="en-US" dirty="0"/>
          </a:p>
        </p:txBody>
      </p:sp>
      <p:sp>
        <p:nvSpPr>
          <p:cNvPr id="3" name="Content Placeholder 2">
            <a:extLst>
              <a:ext uri="{FF2B5EF4-FFF2-40B4-BE49-F238E27FC236}">
                <a16:creationId xmlns:a16="http://schemas.microsoft.com/office/drawing/2014/main" id="{12C0E396-C867-4977-A481-2E4D1973EF9E}"/>
              </a:ext>
            </a:extLst>
          </p:cNvPr>
          <p:cNvSpPr>
            <a:spLocks noGrp="1"/>
          </p:cNvSpPr>
          <p:nvPr>
            <p:ph idx="1"/>
          </p:nvPr>
        </p:nvSpPr>
        <p:spPr/>
        <p:txBody>
          <a:bodyPr>
            <a:normAutofit/>
          </a:bodyPr>
          <a:lstStyle/>
          <a:p>
            <a:pPr marL="0" indent="0">
              <a:buNone/>
            </a:pPr>
            <a:r>
              <a:rPr lang="en-US" dirty="0">
                <a:latin typeface="Times New Roman" panose="02020603050405020304" pitchFamily="18" charset="0"/>
                <a:cs typeface="Times New Roman" panose="02020603050405020304" pitchFamily="18" charset="0"/>
              </a:rPr>
              <a:t>3. Fair and equitable sharing of benefits.</a:t>
            </a:r>
          </a:p>
          <a:p>
            <a:r>
              <a:rPr lang="en-US" dirty="0">
                <a:latin typeface="Times New Roman" panose="02020603050405020304" pitchFamily="18" charset="0"/>
                <a:cs typeface="Times New Roman" panose="02020603050405020304" pitchFamily="18" charset="0"/>
              </a:rPr>
              <a:t>A fair share of natural resources leaves no incentive for overexploitation.</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4. Integration of biodiversity into decision-making</a:t>
            </a:r>
          </a:p>
          <a:p>
            <a:r>
              <a:rPr lang="en-US" dirty="0">
                <a:latin typeface="Times New Roman" panose="02020603050405020304" pitchFamily="18" charset="0"/>
                <a:cs typeface="Times New Roman" panose="02020603050405020304" pitchFamily="18" charset="0"/>
              </a:rPr>
              <a:t>Incorporating biodiversity considerations into policies and planning processes. </a:t>
            </a:r>
          </a:p>
          <a:p>
            <a:r>
              <a:rPr lang="en-US" dirty="0">
                <a:latin typeface="Times New Roman" panose="02020603050405020304" pitchFamily="18" charset="0"/>
                <a:cs typeface="Times New Roman" panose="02020603050405020304" pitchFamily="18" charset="0"/>
              </a:rPr>
              <a:t>Strengthening partnerships and collaborations</a:t>
            </a:r>
          </a:p>
          <a:p>
            <a:pPr marL="0" indent="0">
              <a:buNone/>
            </a:pPr>
            <a:endParaRPr lang="en-US" sz="26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7BF1B1F-CD49-4683-BD4C-F43C6054C949}"/>
              </a:ext>
            </a:extLst>
          </p:cNvPr>
          <p:cNvSpPr>
            <a:spLocks noGrp="1"/>
          </p:cNvSpPr>
          <p:nvPr>
            <p:ph type="sldNum" sz="quarter" idx="12"/>
          </p:nvPr>
        </p:nvSpPr>
        <p:spPr/>
        <p:txBody>
          <a:bodyPr/>
          <a:lstStyle/>
          <a:p>
            <a:fld id="{E8911339-9BD5-4726-82A3-52BF8759952B}" type="slidenum">
              <a:rPr lang="en-US" smtClean="0"/>
              <a:t>7</a:t>
            </a:fld>
            <a:endParaRPr lang="en-US"/>
          </a:p>
        </p:txBody>
      </p:sp>
    </p:spTree>
    <p:extLst>
      <p:ext uri="{BB962C8B-B14F-4D97-AF65-F5344CB8AC3E}">
        <p14:creationId xmlns:p14="http://schemas.microsoft.com/office/powerpoint/2010/main" val="3753634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D9B2-EE6A-43EF-AFD3-38C52D600174}"/>
              </a:ext>
            </a:extLst>
          </p:cNvPr>
          <p:cNvSpPr>
            <a:spLocks noGrp="1"/>
          </p:cNvSpPr>
          <p:nvPr>
            <p:ph type="title"/>
          </p:nvPr>
        </p:nvSpPr>
        <p:spPr/>
        <p:txBody>
          <a:bodyPr/>
          <a:lstStyle/>
          <a:p>
            <a:r>
              <a:rPr lang="en-US" sz="4400" dirty="0">
                <a:latin typeface="Times New Roman" panose="02020603050405020304" pitchFamily="18" charset="0"/>
                <a:cs typeface="Times New Roman" panose="02020603050405020304" pitchFamily="18" charset="0"/>
              </a:rPr>
              <a:t>STRATEGIES AND APPROACHES </a:t>
            </a:r>
            <a:endParaRPr lang="en-US" dirty="0"/>
          </a:p>
        </p:txBody>
      </p:sp>
      <p:sp>
        <p:nvSpPr>
          <p:cNvPr id="5" name="Rectangle: Rounded Corners 4">
            <a:extLst>
              <a:ext uri="{FF2B5EF4-FFF2-40B4-BE49-F238E27FC236}">
                <a16:creationId xmlns:a16="http://schemas.microsoft.com/office/drawing/2014/main" id="{575930DC-5048-4A89-AD53-8F2416C9A6F7}"/>
              </a:ext>
            </a:extLst>
          </p:cNvPr>
          <p:cNvSpPr/>
          <p:nvPr/>
        </p:nvSpPr>
        <p:spPr>
          <a:xfrm>
            <a:off x="1049154" y="4254367"/>
            <a:ext cx="3378467" cy="194579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Facilitating international cooperation and partnerships</a:t>
            </a:r>
          </a:p>
          <a:p>
            <a:pPr algn="ctr"/>
            <a:endParaRPr lang="en-US" dirty="0"/>
          </a:p>
        </p:txBody>
      </p:sp>
      <p:sp>
        <p:nvSpPr>
          <p:cNvPr id="6" name="Content Placeholder 5">
            <a:extLst>
              <a:ext uri="{FF2B5EF4-FFF2-40B4-BE49-F238E27FC236}">
                <a16:creationId xmlns:a16="http://schemas.microsoft.com/office/drawing/2014/main" id="{B2293CEC-06C6-4D24-A0D2-C8B6FF869818}"/>
              </a:ext>
            </a:extLst>
          </p:cNvPr>
          <p:cNvSpPr>
            <a:spLocks noGrp="1"/>
          </p:cNvSpPr>
          <p:nvPr>
            <p:ph idx="1"/>
          </p:nvPr>
        </p:nvSpPr>
        <p:spPr>
          <a:xfrm>
            <a:off x="1049154" y="2152884"/>
            <a:ext cx="3378467" cy="176459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r>
              <a:rPr lang="en-US" dirty="0">
                <a:solidFill>
                  <a:schemeClr val="bg1"/>
                </a:solidFill>
                <a:latin typeface="Times New Roman" panose="02020603050405020304" pitchFamily="18" charset="0"/>
                <a:cs typeface="Times New Roman" panose="02020603050405020304" pitchFamily="18" charset="0"/>
              </a:rPr>
              <a:t>Strengthening protected areas and expanding their coverage</a:t>
            </a:r>
            <a:endParaRPr lang="en-US" dirty="0">
              <a:solidFill>
                <a:schemeClr val="bg1"/>
              </a:solidFill>
            </a:endParaRPr>
          </a:p>
        </p:txBody>
      </p:sp>
      <p:sp>
        <p:nvSpPr>
          <p:cNvPr id="7" name="Rectangle: Rounded Corners 6">
            <a:extLst>
              <a:ext uri="{FF2B5EF4-FFF2-40B4-BE49-F238E27FC236}">
                <a16:creationId xmlns:a16="http://schemas.microsoft.com/office/drawing/2014/main" id="{262A4F98-4F1F-44A0-A348-F09D12FC4199}"/>
              </a:ext>
            </a:extLst>
          </p:cNvPr>
          <p:cNvSpPr/>
          <p:nvPr/>
        </p:nvSpPr>
        <p:spPr>
          <a:xfrm>
            <a:off x="5024387" y="2191384"/>
            <a:ext cx="3118585" cy="172609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latin typeface="Times New Roman" panose="02020603050405020304" pitchFamily="18" charset="0"/>
                <a:cs typeface="Times New Roman" panose="02020603050405020304" pitchFamily="18" charset="0"/>
              </a:rPr>
              <a:t>Sustainable land and fisheries management</a:t>
            </a:r>
            <a:endParaRPr lang="en-US" sz="2800" dirty="0">
              <a:solidFill>
                <a:schemeClr val="bg1"/>
              </a:solidFill>
            </a:endParaRPr>
          </a:p>
        </p:txBody>
      </p:sp>
      <p:sp>
        <p:nvSpPr>
          <p:cNvPr id="8" name="Rectangle: Rounded Corners 7">
            <a:extLst>
              <a:ext uri="{FF2B5EF4-FFF2-40B4-BE49-F238E27FC236}">
                <a16:creationId xmlns:a16="http://schemas.microsoft.com/office/drawing/2014/main" id="{76A15FAE-0CC0-4C59-A250-A000842BAEDF}"/>
              </a:ext>
            </a:extLst>
          </p:cNvPr>
          <p:cNvSpPr/>
          <p:nvPr/>
        </p:nvSpPr>
        <p:spPr>
          <a:xfrm>
            <a:off x="5101389" y="4329871"/>
            <a:ext cx="3041583" cy="18702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Enhancing education and awareness about biodiversity</a:t>
            </a:r>
          </a:p>
        </p:txBody>
      </p:sp>
      <p:sp>
        <p:nvSpPr>
          <p:cNvPr id="9" name="Rectangle: Rounded Corners 8">
            <a:extLst>
              <a:ext uri="{FF2B5EF4-FFF2-40B4-BE49-F238E27FC236}">
                <a16:creationId xmlns:a16="http://schemas.microsoft.com/office/drawing/2014/main" id="{E0873FA1-AF2C-4A76-AE3C-4ACA3CA46AB0}"/>
              </a:ext>
            </a:extLst>
          </p:cNvPr>
          <p:cNvSpPr/>
          <p:nvPr/>
        </p:nvSpPr>
        <p:spPr>
          <a:xfrm>
            <a:off x="8518358" y="2191384"/>
            <a:ext cx="2733575" cy="17645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latin typeface="Times New Roman" panose="02020603050405020304" pitchFamily="18" charset="0"/>
                <a:cs typeface="Times New Roman" panose="02020603050405020304" pitchFamily="18" charset="0"/>
              </a:rPr>
              <a:t>Habitat restoration</a:t>
            </a:r>
          </a:p>
          <a:p>
            <a:pPr algn="ctr"/>
            <a:endParaRPr lang="en-US" dirty="0"/>
          </a:p>
        </p:txBody>
      </p:sp>
      <p:sp>
        <p:nvSpPr>
          <p:cNvPr id="10" name="Rectangle: Rounded Corners 9">
            <a:extLst>
              <a:ext uri="{FF2B5EF4-FFF2-40B4-BE49-F238E27FC236}">
                <a16:creationId xmlns:a16="http://schemas.microsoft.com/office/drawing/2014/main" id="{97C28EE5-3B9A-405C-B1A6-5211968BEB3E}"/>
              </a:ext>
            </a:extLst>
          </p:cNvPr>
          <p:cNvSpPr/>
          <p:nvPr/>
        </p:nvSpPr>
        <p:spPr>
          <a:xfrm>
            <a:off x="8518358" y="4329871"/>
            <a:ext cx="2835442" cy="18702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Climate change mitigation</a:t>
            </a:r>
          </a:p>
          <a:p>
            <a:pPr algn="ctr"/>
            <a:endParaRPr lang="en-US" dirty="0"/>
          </a:p>
        </p:txBody>
      </p:sp>
      <p:sp>
        <p:nvSpPr>
          <p:cNvPr id="11" name="Slide Number Placeholder 10">
            <a:extLst>
              <a:ext uri="{FF2B5EF4-FFF2-40B4-BE49-F238E27FC236}">
                <a16:creationId xmlns:a16="http://schemas.microsoft.com/office/drawing/2014/main" id="{8705B7AB-54D2-4CA8-9236-08D39F5AF5CC}"/>
              </a:ext>
            </a:extLst>
          </p:cNvPr>
          <p:cNvSpPr>
            <a:spLocks noGrp="1"/>
          </p:cNvSpPr>
          <p:nvPr>
            <p:ph type="sldNum" sz="quarter" idx="12"/>
          </p:nvPr>
        </p:nvSpPr>
        <p:spPr/>
        <p:txBody>
          <a:bodyPr/>
          <a:lstStyle/>
          <a:p>
            <a:fld id="{E8911339-9BD5-4726-82A3-52BF8759952B}" type="slidenum">
              <a:rPr lang="en-US" smtClean="0"/>
              <a:t>8</a:t>
            </a:fld>
            <a:endParaRPr lang="en-US"/>
          </a:p>
        </p:txBody>
      </p:sp>
    </p:spTree>
    <p:extLst>
      <p:ext uri="{BB962C8B-B14F-4D97-AF65-F5344CB8AC3E}">
        <p14:creationId xmlns:p14="http://schemas.microsoft.com/office/powerpoint/2010/main" val="3358193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70CA3-14B5-464F-B411-CBE2BE1FAB35}"/>
              </a:ext>
            </a:extLst>
          </p:cNvPr>
          <p:cNvSpPr>
            <a:spLocks noGrp="1"/>
          </p:cNvSpPr>
          <p:nvPr>
            <p:ph type="title"/>
          </p:nvPr>
        </p:nvSpPr>
        <p:spPr/>
        <p:txBody>
          <a:bodyPr>
            <a:normAutofit/>
          </a:bodyPr>
          <a:lstStyle/>
          <a:p>
            <a:r>
              <a:rPr lang="en-US" sz="4800" dirty="0">
                <a:latin typeface="Times New Roman" panose="02020603050405020304" pitchFamily="18" charset="0"/>
                <a:cs typeface="Times New Roman" panose="02020603050405020304" pitchFamily="18" charset="0"/>
              </a:rPr>
              <a:t>CHALLENGES</a:t>
            </a:r>
          </a:p>
        </p:txBody>
      </p:sp>
      <p:sp>
        <p:nvSpPr>
          <p:cNvPr id="3" name="Content Placeholder 2">
            <a:extLst>
              <a:ext uri="{FF2B5EF4-FFF2-40B4-BE49-F238E27FC236}">
                <a16:creationId xmlns:a16="http://schemas.microsoft.com/office/drawing/2014/main" id="{BC15BB2D-B43D-4AE5-9B97-E114C71D34A0}"/>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Financial constraints.</a:t>
            </a:r>
          </a:p>
          <a:p>
            <a:r>
              <a:rPr lang="en-US" dirty="0">
                <a:latin typeface="Times New Roman" panose="02020603050405020304" pitchFamily="18" charset="0"/>
                <a:cs typeface="Times New Roman" panose="02020603050405020304" pitchFamily="18" charset="0"/>
              </a:rPr>
              <a:t>Societal values – different perspectives on the importance of conserving biodiversity.</a:t>
            </a:r>
          </a:p>
          <a:p>
            <a:r>
              <a:rPr lang="en-US" dirty="0">
                <a:latin typeface="Times New Roman" panose="02020603050405020304" pitchFamily="18" charset="0"/>
                <a:cs typeface="Times New Roman" panose="02020603050405020304" pitchFamily="18" charset="0"/>
              </a:rPr>
              <a:t>Addressing socio-economic factors and engaging local communities</a:t>
            </a:r>
          </a:p>
          <a:p>
            <a:r>
              <a:rPr lang="en-US" dirty="0">
                <a:latin typeface="Times New Roman" panose="02020603050405020304" pitchFamily="18" charset="0"/>
                <a:cs typeface="Times New Roman" panose="02020603050405020304" pitchFamily="18" charset="0"/>
              </a:rPr>
              <a:t>Harnessing technological innovations for biodiversity conservation</a:t>
            </a:r>
          </a:p>
        </p:txBody>
      </p:sp>
      <p:sp>
        <p:nvSpPr>
          <p:cNvPr id="4" name="Slide Number Placeholder 3">
            <a:extLst>
              <a:ext uri="{FF2B5EF4-FFF2-40B4-BE49-F238E27FC236}">
                <a16:creationId xmlns:a16="http://schemas.microsoft.com/office/drawing/2014/main" id="{3F486486-7341-41C7-9638-451296B95E81}"/>
              </a:ext>
            </a:extLst>
          </p:cNvPr>
          <p:cNvSpPr>
            <a:spLocks noGrp="1"/>
          </p:cNvSpPr>
          <p:nvPr>
            <p:ph type="sldNum" sz="quarter" idx="12"/>
          </p:nvPr>
        </p:nvSpPr>
        <p:spPr/>
        <p:txBody>
          <a:bodyPr/>
          <a:lstStyle/>
          <a:p>
            <a:fld id="{E8911339-9BD5-4726-82A3-52BF8759952B}" type="slidenum">
              <a:rPr lang="en-US" smtClean="0"/>
              <a:t>9</a:t>
            </a:fld>
            <a:endParaRPr lang="en-US"/>
          </a:p>
        </p:txBody>
      </p:sp>
    </p:spTree>
    <p:extLst>
      <p:ext uri="{BB962C8B-B14F-4D97-AF65-F5344CB8AC3E}">
        <p14:creationId xmlns:p14="http://schemas.microsoft.com/office/powerpoint/2010/main" val="3505284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A5709-372A-4372-9DDA-22683FE5264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BENEFITS OF VISION 2050 </a:t>
            </a:r>
          </a:p>
        </p:txBody>
      </p:sp>
      <p:sp>
        <p:nvSpPr>
          <p:cNvPr id="3" name="Content Placeholder 2">
            <a:extLst>
              <a:ext uri="{FF2B5EF4-FFF2-40B4-BE49-F238E27FC236}">
                <a16:creationId xmlns:a16="http://schemas.microsoft.com/office/drawing/2014/main" id="{9774C6E5-AF44-43A5-9233-2A7F5CF44BB1}"/>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Healthy ecosystems</a:t>
            </a:r>
          </a:p>
          <a:p>
            <a:r>
              <a:rPr lang="en-US" dirty="0">
                <a:latin typeface="Times New Roman" panose="02020603050405020304" pitchFamily="18" charset="0"/>
                <a:cs typeface="Times New Roman" panose="02020603050405020304" pitchFamily="18" charset="0"/>
              </a:rPr>
              <a:t>Species preservation</a:t>
            </a:r>
          </a:p>
          <a:p>
            <a:r>
              <a:rPr lang="en-US" dirty="0">
                <a:latin typeface="Times New Roman" panose="02020603050405020304" pitchFamily="18" charset="0"/>
                <a:cs typeface="Times New Roman" panose="02020603050405020304" pitchFamily="18" charset="0"/>
              </a:rPr>
              <a:t>Socio-economic benefits- Preserving natural habitats and species promote ecotourism which generates revenue and creates opportunities for employment </a:t>
            </a:r>
          </a:p>
        </p:txBody>
      </p:sp>
      <p:sp>
        <p:nvSpPr>
          <p:cNvPr id="4" name="Slide Number Placeholder 3">
            <a:extLst>
              <a:ext uri="{FF2B5EF4-FFF2-40B4-BE49-F238E27FC236}">
                <a16:creationId xmlns:a16="http://schemas.microsoft.com/office/drawing/2014/main" id="{59D6B275-BA29-4F40-882A-E8C3024BC1A6}"/>
              </a:ext>
            </a:extLst>
          </p:cNvPr>
          <p:cNvSpPr>
            <a:spLocks noGrp="1"/>
          </p:cNvSpPr>
          <p:nvPr>
            <p:ph type="sldNum" sz="quarter" idx="12"/>
          </p:nvPr>
        </p:nvSpPr>
        <p:spPr/>
        <p:txBody>
          <a:bodyPr/>
          <a:lstStyle/>
          <a:p>
            <a:fld id="{E8911339-9BD5-4726-82A3-52BF8759952B}" type="slidenum">
              <a:rPr lang="en-US" smtClean="0"/>
              <a:t>10</a:t>
            </a:fld>
            <a:endParaRPr lang="en-US"/>
          </a:p>
        </p:txBody>
      </p:sp>
    </p:spTree>
    <p:extLst>
      <p:ext uri="{BB962C8B-B14F-4D97-AF65-F5344CB8AC3E}">
        <p14:creationId xmlns:p14="http://schemas.microsoft.com/office/powerpoint/2010/main" val="1058008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8F961-0BF2-4F2A-B687-E66CEB6EADA3}"/>
              </a:ext>
            </a:extLst>
          </p:cNvPr>
          <p:cNvSpPr>
            <a:spLocks noGrp="1"/>
          </p:cNvSpPr>
          <p:nvPr>
            <p:ph type="title"/>
          </p:nvPr>
        </p:nvSpPr>
        <p:spPr/>
        <p:txBody>
          <a:bodyPr>
            <a:normAutofit/>
          </a:bodyPr>
          <a:lstStyle/>
          <a:p>
            <a:r>
              <a:rPr lang="en-US" sz="4800"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42A2F87E-45C0-405A-84D5-8B2CC0F4EE55}"/>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2050 vision for biodiversity holds tremendous promise for the future of our planet. By implementing sustainable practices, conserving habitats and promoting environmental stewardship, we can ensure the flourishing of diverse ecosystems and the preservation of countless species.</a:t>
            </a:r>
          </a:p>
          <a:p>
            <a:r>
              <a:rPr lang="en-US" dirty="0">
                <a:latin typeface="Times New Roman" panose="02020603050405020304" pitchFamily="18" charset="0"/>
                <a:cs typeface="Times New Roman" panose="02020603050405020304" pitchFamily="18" charset="0"/>
              </a:rPr>
              <a:t>With concerted efforts, we can leave a lasting legacy of a thriving and biodiverse world for generations to come. Let us embark on this transformative journey together because your planet needs you.</a:t>
            </a:r>
          </a:p>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5424E8B-BB39-427A-B270-CBEC2C6EBA85}"/>
              </a:ext>
            </a:extLst>
          </p:cNvPr>
          <p:cNvSpPr>
            <a:spLocks noGrp="1"/>
          </p:cNvSpPr>
          <p:nvPr>
            <p:ph type="sldNum" sz="quarter" idx="12"/>
          </p:nvPr>
        </p:nvSpPr>
        <p:spPr/>
        <p:txBody>
          <a:bodyPr/>
          <a:lstStyle/>
          <a:p>
            <a:fld id="{E8911339-9BD5-4726-82A3-52BF8759952B}" type="slidenum">
              <a:rPr lang="en-US" smtClean="0"/>
              <a:t>11</a:t>
            </a:fld>
            <a:endParaRPr lang="en-US"/>
          </a:p>
        </p:txBody>
      </p:sp>
    </p:spTree>
    <p:extLst>
      <p:ext uri="{BB962C8B-B14F-4D97-AF65-F5344CB8AC3E}">
        <p14:creationId xmlns:p14="http://schemas.microsoft.com/office/powerpoint/2010/main" val="3223745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1ADE6BF-D901-4354-8ACB-DB60E7E44F7F}"/>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Slide Number Placeholder 4">
            <a:extLst>
              <a:ext uri="{FF2B5EF4-FFF2-40B4-BE49-F238E27FC236}">
                <a16:creationId xmlns:a16="http://schemas.microsoft.com/office/drawing/2014/main" id="{D65BE93F-2086-427B-8A28-58E029A1091F}"/>
              </a:ext>
            </a:extLst>
          </p:cNvPr>
          <p:cNvSpPr>
            <a:spLocks noGrp="1"/>
          </p:cNvSpPr>
          <p:nvPr>
            <p:ph type="sldNum" sz="quarter" idx="12"/>
          </p:nvPr>
        </p:nvSpPr>
        <p:spPr/>
        <p:txBody>
          <a:bodyPr/>
          <a:lstStyle/>
          <a:p>
            <a:fld id="{E8911339-9BD5-4726-82A3-52BF8759952B}" type="slidenum">
              <a:rPr lang="en-US" smtClean="0"/>
              <a:t>12</a:t>
            </a:fld>
            <a:endParaRPr lang="en-US"/>
          </a:p>
        </p:txBody>
      </p:sp>
    </p:spTree>
    <p:extLst>
      <p:ext uri="{BB962C8B-B14F-4D97-AF65-F5344CB8AC3E}">
        <p14:creationId xmlns:p14="http://schemas.microsoft.com/office/powerpoint/2010/main" val="2737418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5">
            <a:extLst>
              <a:ext uri="{FF2B5EF4-FFF2-40B4-BE49-F238E27FC236}">
                <a16:creationId xmlns:a16="http://schemas.microsoft.com/office/drawing/2014/main" id="{C521D713-5479-4629-89A6-6B919BC86C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6671" y="1094105"/>
            <a:ext cx="7624139" cy="4351338"/>
          </a:xfrm>
          <a:prstGeom prst="rect">
            <a:avLst/>
          </a:prstGeom>
        </p:spPr>
      </p:pic>
      <p:sp>
        <p:nvSpPr>
          <p:cNvPr id="3" name="Slide Number Placeholder 2">
            <a:extLst>
              <a:ext uri="{FF2B5EF4-FFF2-40B4-BE49-F238E27FC236}">
                <a16:creationId xmlns:a16="http://schemas.microsoft.com/office/drawing/2014/main" id="{17264D08-32A5-4344-8095-7EEBB313FBD4}"/>
              </a:ext>
            </a:extLst>
          </p:cNvPr>
          <p:cNvSpPr>
            <a:spLocks noGrp="1"/>
          </p:cNvSpPr>
          <p:nvPr>
            <p:ph type="sldNum" sz="quarter" idx="12"/>
          </p:nvPr>
        </p:nvSpPr>
        <p:spPr/>
        <p:txBody>
          <a:bodyPr/>
          <a:lstStyle/>
          <a:p>
            <a:fld id="{E8911339-9BD5-4726-82A3-52BF8759952B}" type="slidenum">
              <a:rPr lang="en-US" smtClean="0"/>
              <a:t>13</a:t>
            </a:fld>
            <a:endParaRPr lang="en-US"/>
          </a:p>
        </p:txBody>
      </p:sp>
    </p:spTree>
    <p:extLst>
      <p:ext uri="{BB962C8B-B14F-4D97-AF65-F5344CB8AC3E}">
        <p14:creationId xmlns:p14="http://schemas.microsoft.com/office/powerpoint/2010/main" val="3748450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8256B4-EDE7-4AA0-8102-7B429AB3EBE3}"/>
              </a:ext>
            </a:extLst>
          </p:cNvPr>
          <p:cNvSpPr>
            <a:spLocks noGrp="1"/>
          </p:cNvSpPr>
          <p:nvPr>
            <p:ph type="title"/>
          </p:nvPr>
        </p:nvSpPr>
        <p:spPr/>
        <p:txBody>
          <a:bodyPr>
            <a:normAutofit/>
          </a:bodyPr>
          <a:lstStyle/>
          <a:p>
            <a:r>
              <a:rPr lang="en-US" sz="4800" dirty="0">
                <a:latin typeface="Times New Roman" panose="02020603050405020304" pitchFamily="18" charset="0"/>
                <a:cs typeface="Times New Roman" panose="02020603050405020304" pitchFamily="18" charset="0"/>
              </a:rPr>
              <a:t>REFERENCES</a:t>
            </a:r>
          </a:p>
        </p:txBody>
      </p:sp>
      <p:sp>
        <p:nvSpPr>
          <p:cNvPr id="4" name="Content Placeholder 3">
            <a:extLst>
              <a:ext uri="{FF2B5EF4-FFF2-40B4-BE49-F238E27FC236}">
                <a16:creationId xmlns:a16="http://schemas.microsoft.com/office/drawing/2014/main" id="{2849E198-DC7B-406D-9B60-090E67A4D649}"/>
              </a:ext>
            </a:extLst>
          </p:cNvPr>
          <p:cNvSpPr>
            <a:spLocks noGrp="1"/>
          </p:cNvSpPr>
          <p:nvPr>
            <p:ph idx="1"/>
          </p:nvPr>
        </p:nvSpPr>
        <p:spPr/>
        <p:txBody>
          <a:bodyPr>
            <a:normAutofit/>
          </a:bodyPr>
          <a:lstStyle/>
          <a:p>
            <a:r>
              <a:rPr lang="en-US" sz="2600" dirty="0">
                <a:latin typeface="Times New Roman" panose="02020603050405020304" pitchFamily="18" charset="0"/>
                <a:cs typeface="Times New Roman" panose="02020603050405020304" pitchFamily="18" charset="0"/>
              </a:rPr>
              <a:t>Unit, B. (2023) 2050 vision and 2030 mission, Convention on Biological Diversity. </a:t>
            </a:r>
            <a:r>
              <a:rPr lang="en-US" sz="2600" dirty="0">
                <a:latin typeface="Times New Roman" panose="02020603050405020304" pitchFamily="18" charset="0"/>
                <a:cs typeface="Times New Roman" panose="02020603050405020304" pitchFamily="18" charset="0"/>
                <a:hlinkClick r:id="rId2"/>
              </a:rPr>
              <a:t>https://www.cbd.int/gbf/vision/</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hlinkClick r:id="rId3"/>
              </a:rPr>
              <a:t>https://www.cbd.int/gbf/goals/</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SDG knowledge hub: </a:t>
            </a:r>
            <a:r>
              <a:rPr lang="en-US" sz="2600" dirty="0">
                <a:latin typeface="Times New Roman" panose="02020603050405020304" pitchFamily="18" charset="0"/>
                <a:cs typeface="Times New Roman" panose="02020603050405020304" pitchFamily="18" charset="0"/>
                <a:hlinkClick r:id="rId4"/>
              </a:rPr>
              <a:t>https://sdg.iisd.org/news/first-draft-of-global-biodiversity-framework-identifies-four-goals-for-2050/</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Towards the vision 2050 on biodiversity: Living in harmony with nature. </a:t>
            </a:r>
            <a:r>
              <a:rPr lang="en-US" sz="2600" dirty="0">
                <a:latin typeface="Times New Roman" panose="02020603050405020304" pitchFamily="18" charset="0"/>
                <a:cs typeface="Times New Roman" panose="02020603050405020304" pitchFamily="18" charset="0"/>
                <a:hlinkClick r:id="rId5"/>
              </a:rPr>
              <a:t>https://www.unep.org/news-and-stories/story/towards-vision-2050-biodiversity-living-harmony-nature</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Trondheim conference </a:t>
            </a:r>
            <a:r>
              <a:rPr lang="en-US" sz="2600" dirty="0">
                <a:latin typeface="Times New Roman" panose="02020603050405020304" pitchFamily="18" charset="0"/>
                <a:cs typeface="Times New Roman" panose="02020603050405020304" pitchFamily="18" charset="0"/>
                <a:hlinkClick r:id="rId6"/>
              </a:rPr>
              <a:t>https://trondheimconference.org/program-development</a:t>
            </a:r>
            <a:endParaRPr lang="en-US" sz="26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89D98CA1-F519-4CC7-AEF1-DFA95E83A340}"/>
              </a:ext>
            </a:extLst>
          </p:cNvPr>
          <p:cNvSpPr>
            <a:spLocks noGrp="1"/>
          </p:cNvSpPr>
          <p:nvPr>
            <p:ph type="sldNum" sz="quarter" idx="12"/>
          </p:nvPr>
        </p:nvSpPr>
        <p:spPr/>
        <p:txBody>
          <a:bodyPr/>
          <a:lstStyle/>
          <a:p>
            <a:fld id="{E8911339-9BD5-4726-82A3-52BF8759952B}" type="slidenum">
              <a:rPr lang="en-US" smtClean="0"/>
              <a:t>14</a:t>
            </a:fld>
            <a:endParaRPr lang="en-US"/>
          </a:p>
        </p:txBody>
      </p:sp>
    </p:spTree>
    <p:extLst>
      <p:ext uri="{BB962C8B-B14F-4D97-AF65-F5344CB8AC3E}">
        <p14:creationId xmlns:p14="http://schemas.microsoft.com/office/powerpoint/2010/main" val="16406083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1693</TotalTime>
  <Words>470</Words>
  <Application>Microsoft Office PowerPoint</Application>
  <PresentationFormat>Widescreen</PresentationFormat>
  <Paragraphs>74</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Algerian</vt:lpstr>
      <vt:lpstr>Arial</vt:lpstr>
      <vt:lpstr>Calibri</vt:lpstr>
      <vt:lpstr>Calibri Light</vt:lpstr>
      <vt:lpstr>Times New Roman</vt:lpstr>
      <vt:lpstr>Office Theme</vt:lpstr>
      <vt:lpstr>PowerPoint Presentation</vt:lpstr>
      <vt:lpstr>OUTLINE</vt:lpstr>
      <vt:lpstr>INTRODUCTION</vt:lpstr>
      <vt:lpstr>RATIONALE BEHIND THE 2050 VISION</vt:lpstr>
      <vt:lpstr>PowerPoint Presentation</vt:lpstr>
      <vt:lpstr>GOALS OF VISION 2050 </vt:lpstr>
      <vt:lpstr>GOALS OF VISION 2050 </vt:lpstr>
      <vt:lpstr>STRATEGIES AND APPROACHES </vt:lpstr>
      <vt:lpstr>CHALLENGES</vt:lpstr>
      <vt:lpstr>BENEFITS OF VISION 2050 </vt:lpstr>
      <vt:lpstr>CONCLUSION</vt:lpstr>
      <vt:lpstr>PowerPoint Presentation</vt:lpstr>
      <vt:lpstr>PowerPoint Presentation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Kelvin Amponsah</dc:creator>
  <cp:lastModifiedBy>Kelvin Amponsah</cp:lastModifiedBy>
  <cp:revision>34</cp:revision>
  <dcterms:created xsi:type="dcterms:W3CDTF">2023-07-20T14:00:09Z</dcterms:created>
  <dcterms:modified xsi:type="dcterms:W3CDTF">2023-07-26T14:25:16Z</dcterms:modified>
</cp:coreProperties>
</file>