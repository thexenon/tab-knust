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30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F9B89F-90C0-4B5A-97C7-FA9607FC7E1C}"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5FACAB59-819A-40BA-BBB1-26EC2341245D}">
      <dgm:prSet/>
      <dgm:spPr/>
      <dgm:t>
        <a:bodyPr/>
        <a:lstStyle/>
        <a:p>
          <a:r>
            <a:rPr lang="en-US" dirty="0">
              <a:latin typeface="Times New Roman" panose="02020603050405020304" pitchFamily="18" charset="0"/>
              <a:cs typeface="Times New Roman" panose="02020603050405020304" pitchFamily="18" charset="0"/>
            </a:rPr>
            <a:t>Ecological impacts: habitat loss and fragmentation</a:t>
          </a:r>
          <a:r>
            <a:rPr lang="en-US" dirty="0"/>
            <a:t>.</a:t>
          </a:r>
        </a:p>
      </dgm:t>
    </dgm:pt>
    <dgm:pt modelId="{1435653B-2EAA-4BED-B84F-AE3815FF88AC}" type="parTrans" cxnId="{1A1AFDE1-DE0A-4305-BCE1-4ADFF411F7A4}">
      <dgm:prSet/>
      <dgm:spPr/>
      <dgm:t>
        <a:bodyPr/>
        <a:lstStyle/>
        <a:p>
          <a:endParaRPr lang="en-US"/>
        </a:p>
      </dgm:t>
    </dgm:pt>
    <dgm:pt modelId="{EAD56535-CA97-42F7-9DEC-E6EA7F1F6031}" type="sibTrans" cxnId="{1A1AFDE1-DE0A-4305-BCE1-4ADFF411F7A4}">
      <dgm:prSet/>
      <dgm:spPr/>
      <dgm:t>
        <a:bodyPr/>
        <a:lstStyle/>
        <a:p>
          <a:endParaRPr lang="en-US"/>
        </a:p>
      </dgm:t>
    </dgm:pt>
    <dgm:pt modelId="{F6BFD11F-AC23-4B37-A1FF-054D5C270BA6}">
      <dgm:prSet/>
      <dgm:spPr/>
      <dgm:t>
        <a:bodyPr/>
        <a:lstStyle/>
        <a:p>
          <a:r>
            <a:rPr lang="en-US" dirty="0">
              <a:latin typeface="Times New Roman" panose="02020603050405020304" pitchFamily="18" charset="0"/>
              <a:cs typeface="Times New Roman" panose="02020603050405020304" pitchFamily="18" charset="0"/>
            </a:rPr>
            <a:t>Cultural impacts: central to traditional cuisines, cultural festivals, and rituals, symbolizing cultural identity and heritage.</a:t>
          </a:r>
        </a:p>
      </dgm:t>
    </dgm:pt>
    <dgm:pt modelId="{7D5C8B0D-735C-43CB-9AAA-F3071352F3A2}" type="parTrans" cxnId="{E409B75A-4317-4000-BD55-2CB95AFCAC22}">
      <dgm:prSet/>
      <dgm:spPr/>
      <dgm:t>
        <a:bodyPr/>
        <a:lstStyle/>
        <a:p>
          <a:endParaRPr lang="en-US"/>
        </a:p>
      </dgm:t>
    </dgm:pt>
    <dgm:pt modelId="{643FB712-DA92-4716-BF87-59651C6DB18E}" type="sibTrans" cxnId="{E409B75A-4317-4000-BD55-2CB95AFCAC22}">
      <dgm:prSet/>
      <dgm:spPr/>
      <dgm:t>
        <a:bodyPr/>
        <a:lstStyle/>
        <a:p>
          <a:endParaRPr lang="en-US"/>
        </a:p>
      </dgm:t>
    </dgm:pt>
    <dgm:pt modelId="{18C22490-93CA-4A4B-8674-0CDA9D3F6610}">
      <dgm:prSet/>
      <dgm:spPr/>
      <dgm:t>
        <a:bodyPr/>
        <a:lstStyle/>
        <a:p>
          <a:r>
            <a:rPr lang="en-US" dirty="0">
              <a:latin typeface="Times New Roman" panose="02020603050405020304" pitchFamily="18" charset="0"/>
              <a:cs typeface="Times New Roman" panose="02020603050405020304" pitchFamily="18" charset="0"/>
            </a:rPr>
            <a:t>Socioeconomic: altered ecosystem services</a:t>
          </a:r>
          <a:r>
            <a:rPr lang="en-US" dirty="0"/>
            <a:t>.</a:t>
          </a:r>
        </a:p>
      </dgm:t>
    </dgm:pt>
    <dgm:pt modelId="{69AC2DE3-29A8-480D-8DCD-47F54BA2275F}" type="parTrans" cxnId="{BD4B2CF4-7F9B-4C36-850F-C8DC567AD7B9}">
      <dgm:prSet/>
      <dgm:spPr/>
      <dgm:t>
        <a:bodyPr/>
        <a:lstStyle/>
        <a:p>
          <a:endParaRPr lang="en-US"/>
        </a:p>
      </dgm:t>
    </dgm:pt>
    <dgm:pt modelId="{82177D16-AA13-4D7F-9156-CE419379627D}" type="sibTrans" cxnId="{BD4B2CF4-7F9B-4C36-850F-C8DC567AD7B9}">
      <dgm:prSet/>
      <dgm:spPr/>
      <dgm:t>
        <a:bodyPr/>
        <a:lstStyle/>
        <a:p>
          <a:endParaRPr lang="en-US"/>
        </a:p>
      </dgm:t>
    </dgm:pt>
    <dgm:pt modelId="{0EFC05E8-52F0-4B0D-9D6B-1F9B41BBE7A8}" type="pres">
      <dgm:prSet presAssocID="{7AF9B89F-90C0-4B5A-97C7-FA9607FC7E1C}" presName="hierChild1" presStyleCnt="0">
        <dgm:presLayoutVars>
          <dgm:chPref val="1"/>
          <dgm:dir/>
          <dgm:animOne val="branch"/>
          <dgm:animLvl val="lvl"/>
          <dgm:resizeHandles/>
        </dgm:presLayoutVars>
      </dgm:prSet>
      <dgm:spPr/>
    </dgm:pt>
    <dgm:pt modelId="{48FEB0DE-6BF9-4DEF-9E5A-A7C18398B19F}" type="pres">
      <dgm:prSet presAssocID="{5FACAB59-819A-40BA-BBB1-26EC2341245D}" presName="hierRoot1" presStyleCnt="0"/>
      <dgm:spPr/>
    </dgm:pt>
    <dgm:pt modelId="{FE20EC39-9914-4190-ADC4-8D6592B70966}" type="pres">
      <dgm:prSet presAssocID="{5FACAB59-819A-40BA-BBB1-26EC2341245D}" presName="composite" presStyleCnt="0"/>
      <dgm:spPr/>
    </dgm:pt>
    <dgm:pt modelId="{FA808681-5CA4-4C52-B793-20F5A2C09690}" type="pres">
      <dgm:prSet presAssocID="{5FACAB59-819A-40BA-BBB1-26EC2341245D}" presName="background" presStyleLbl="node0" presStyleIdx="0" presStyleCnt="3"/>
      <dgm:spPr/>
    </dgm:pt>
    <dgm:pt modelId="{D64E8EFF-C633-472B-8185-03B3A6E392D7}" type="pres">
      <dgm:prSet presAssocID="{5FACAB59-819A-40BA-BBB1-26EC2341245D}" presName="text" presStyleLbl="fgAcc0" presStyleIdx="0" presStyleCnt="3" custScaleX="100822" custScaleY="157334">
        <dgm:presLayoutVars>
          <dgm:chPref val="3"/>
        </dgm:presLayoutVars>
      </dgm:prSet>
      <dgm:spPr/>
    </dgm:pt>
    <dgm:pt modelId="{A52AF0F5-88F5-45A3-977A-997ADEE68205}" type="pres">
      <dgm:prSet presAssocID="{5FACAB59-819A-40BA-BBB1-26EC2341245D}" presName="hierChild2" presStyleCnt="0"/>
      <dgm:spPr/>
    </dgm:pt>
    <dgm:pt modelId="{BDAD91D7-83CD-4AA3-AFD8-1152E2B98250}" type="pres">
      <dgm:prSet presAssocID="{F6BFD11F-AC23-4B37-A1FF-054D5C270BA6}" presName="hierRoot1" presStyleCnt="0"/>
      <dgm:spPr/>
    </dgm:pt>
    <dgm:pt modelId="{63580DDA-974A-4091-BAFD-07E90FE789A2}" type="pres">
      <dgm:prSet presAssocID="{F6BFD11F-AC23-4B37-A1FF-054D5C270BA6}" presName="composite" presStyleCnt="0"/>
      <dgm:spPr/>
    </dgm:pt>
    <dgm:pt modelId="{6F625B94-13F6-49A7-9221-54646C3C96A7}" type="pres">
      <dgm:prSet presAssocID="{F6BFD11F-AC23-4B37-A1FF-054D5C270BA6}" presName="background" presStyleLbl="node0" presStyleIdx="1" presStyleCnt="3"/>
      <dgm:spPr/>
    </dgm:pt>
    <dgm:pt modelId="{75FCF993-AF53-4EC9-AE32-D29DC5E92A8D}" type="pres">
      <dgm:prSet presAssocID="{F6BFD11F-AC23-4B37-A1FF-054D5C270BA6}" presName="text" presStyleLbl="fgAcc0" presStyleIdx="1" presStyleCnt="3" custScaleX="122134" custScaleY="175865" custLinFactNeighborX="1187" custLinFactNeighborY="421">
        <dgm:presLayoutVars>
          <dgm:chPref val="3"/>
        </dgm:presLayoutVars>
      </dgm:prSet>
      <dgm:spPr/>
    </dgm:pt>
    <dgm:pt modelId="{65ECC407-152C-4A3C-B40B-CB5EFA943FBB}" type="pres">
      <dgm:prSet presAssocID="{F6BFD11F-AC23-4B37-A1FF-054D5C270BA6}" presName="hierChild2" presStyleCnt="0"/>
      <dgm:spPr/>
    </dgm:pt>
    <dgm:pt modelId="{A23A02F7-3EE0-448D-AE2C-E520B12CEA07}" type="pres">
      <dgm:prSet presAssocID="{18C22490-93CA-4A4B-8674-0CDA9D3F6610}" presName="hierRoot1" presStyleCnt="0"/>
      <dgm:spPr/>
    </dgm:pt>
    <dgm:pt modelId="{C1D6DAEE-D819-4EAB-88C6-ED4159E40FF5}" type="pres">
      <dgm:prSet presAssocID="{18C22490-93CA-4A4B-8674-0CDA9D3F6610}" presName="composite" presStyleCnt="0"/>
      <dgm:spPr/>
    </dgm:pt>
    <dgm:pt modelId="{B5C92597-60C7-4F06-8816-67303B4265AF}" type="pres">
      <dgm:prSet presAssocID="{18C22490-93CA-4A4B-8674-0CDA9D3F6610}" presName="background" presStyleLbl="node0" presStyleIdx="2" presStyleCnt="3"/>
      <dgm:spPr/>
    </dgm:pt>
    <dgm:pt modelId="{A0424786-8E3A-431D-B973-6C1669DBE1BE}" type="pres">
      <dgm:prSet presAssocID="{18C22490-93CA-4A4B-8674-0CDA9D3F6610}" presName="text" presStyleLbl="fgAcc0" presStyleIdx="2" presStyleCnt="3" custScaleX="102642" custScaleY="152232" custLinFactNeighborX="-3897" custLinFactNeighborY="4986">
        <dgm:presLayoutVars>
          <dgm:chPref val="3"/>
        </dgm:presLayoutVars>
      </dgm:prSet>
      <dgm:spPr/>
    </dgm:pt>
    <dgm:pt modelId="{FEF20322-2CE0-42CD-9BF7-CE34F9FB613B}" type="pres">
      <dgm:prSet presAssocID="{18C22490-93CA-4A4B-8674-0CDA9D3F6610}" presName="hierChild2" presStyleCnt="0"/>
      <dgm:spPr/>
    </dgm:pt>
  </dgm:ptLst>
  <dgm:cxnLst>
    <dgm:cxn modelId="{FB03F209-C4DC-4956-BC04-1B01C31F4F81}" type="presOf" srcId="{18C22490-93CA-4A4B-8674-0CDA9D3F6610}" destId="{A0424786-8E3A-431D-B973-6C1669DBE1BE}" srcOrd="0" destOrd="0" presId="urn:microsoft.com/office/officeart/2005/8/layout/hierarchy1"/>
    <dgm:cxn modelId="{155F630A-F708-4B60-82D7-73774804441B}" type="presOf" srcId="{F6BFD11F-AC23-4B37-A1FF-054D5C270BA6}" destId="{75FCF993-AF53-4EC9-AE32-D29DC5E92A8D}" srcOrd="0" destOrd="0" presId="urn:microsoft.com/office/officeart/2005/8/layout/hierarchy1"/>
    <dgm:cxn modelId="{E409B75A-4317-4000-BD55-2CB95AFCAC22}" srcId="{7AF9B89F-90C0-4B5A-97C7-FA9607FC7E1C}" destId="{F6BFD11F-AC23-4B37-A1FF-054D5C270BA6}" srcOrd="1" destOrd="0" parTransId="{7D5C8B0D-735C-43CB-9AAA-F3071352F3A2}" sibTransId="{643FB712-DA92-4716-BF87-59651C6DB18E}"/>
    <dgm:cxn modelId="{9B71F192-0A7B-441E-B0FE-31C2C96DF1C4}" type="presOf" srcId="{7AF9B89F-90C0-4B5A-97C7-FA9607FC7E1C}" destId="{0EFC05E8-52F0-4B0D-9D6B-1F9B41BBE7A8}" srcOrd="0" destOrd="0" presId="urn:microsoft.com/office/officeart/2005/8/layout/hierarchy1"/>
    <dgm:cxn modelId="{DD3191B5-7E07-4771-B006-47D627286FDC}" type="presOf" srcId="{5FACAB59-819A-40BA-BBB1-26EC2341245D}" destId="{D64E8EFF-C633-472B-8185-03B3A6E392D7}" srcOrd="0" destOrd="0" presId="urn:microsoft.com/office/officeart/2005/8/layout/hierarchy1"/>
    <dgm:cxn modelId="{1A1AFDE1-DE0A-4305-BCE1-4ADFF411F7A4}" srcId="{7AF9B89F-90C0-4B5A-97C7-FA9607FC7E1C}" destId="{5FACAB59-819A-40BA-BBB1-26EC2341245D}" srcOrd="0" destOrd="0" parTransId="{1435653B-2EAA-4BED-B84F-AE3815FF88AC}" sibTransId="{EAD56535-CA97-42F7-9DEC-E6EA7F1F6031}"/>
    <dgm:cxn modelId="{BD4B2CF4-7F9B-4C36-850F-C8DC567AD7B9}" srcId="{7AF9B89F-90C0-4B5A-97C7-FA9607FC7E1C}" destId="{18C22490-93CA-4A4B-8674-0CDA9D3F6610}" srcOrd="2" destOrd="0" parTransId="{69AC2DE3-29A8-480D-8DCD-47F54BA2275F}" sibTransId="{82177D16-AA13-4D7F-9156-CE419379627D}"/>
    <dgm:cxn modelId="{4192ABD1-6593-4A3C-813C-C9CB973A6E24}" type="presParOf" srcId="{0EFC05E8-52F0-4B0D-9D6B-1F9B41BBE7A8}" destId="{48FEB0DE-6BF9-4DEF-9E5A-A7C18398B19F}" srcOrd="0" destOrd="0" presId="urn:microsoft.com/office/officeart/2005/8/layout/hierarchy1"/>
    <dgm:cxn modelId="{96051C2B-A275-4D12-8E6D-6F3EE7EDA424}" type="presParOf" srcId="{48FEB0DE-6BF9-4DEF-9E5A-A7C18398B19F}" destId="{FE20EC39-9914-4190-ADC4-8D6592B70966}" srcOrd="0" destOrd="0" presId="urn:microsoft.com/office/officeart/2005/8/layout/hierarchy1"/>
    <dgm:cxn modelId="{867DEE7D-B7E0-4E29-B2A3-1894D52D0F14}" type="presParOf" srcId="{FE20EC39-9914-4190-ADC4-8D6592B70966}" destId="{FA808681-5CA4-4C52-B793-20F5A2C09690}" srcOrd="0" destOrd="0" presId="urn:microsoft.com/office/officeart/2005/8/layout/hierarchy1"/>
    <dgm:cxn modelId="{F9332260-1CD5-4E89-B5EC-A45C62D0EB97}" type="presParOf" srcId="{FE20EC39-9914-4190-ADC4-8D6592B70966}" destId="{D64E8EFF-C633-472B-8185-03B3A6E392D7}" srcOrd="1" destOrd="0" presId="urn:microsoft.com/office/officeart/2005/8/layout/hierarchy1"/>
    <dgm:cxn modelId="{79A9DD6D-676A-403C-BEC5-896FF68B294A}" type="presParOf" srcId="{48FEB0DE-6BF9-4DEF-9E5A-A7C18398B19F}" destId="{A52AF0F5-88F5-45A3-977A-997ADEE68205}" srcOrd="1" destOrd="0" presId="urn:microsoft.com/office/officeart/2005/8/layout/hierarchy1"/>
    <dgm:cxn modelId="{9DB22654-F40A-43A5-B6FD-5D9DEF88B6C3}" type="presParOf" srcId="{0EFC05E8-52F0-4B0D-9D6B-1F9B41BBE7A8}" destId="{BDAD91D7-83CD-4AA3-AFD8-1152E2B98250}" srcOrd="1" destOrd="0" presId="urn:microsoft.com/office/officeart/2005/8/layout/hierarchy1"/>
    <dgm:cxn modelId="{DAD2D7BE-0E2F-4877-9C28-23DE4756B9BB}" type="presParOf" srcId="{BDAD91D7-83CD-4AA3-AFD8-1152E2B98250}" destId="{63580DDA-974A-4091-BAFD-07E90FE789A2}" srcOrd="0" destOrd="0" presId="urn:microsoft.com/office/officeart/2005/8/layout/hierarchy1"/>
    <dgm:cxn modelId="{5CE1DC5A-D4E2-4AF8-8949-E45E0648DC7F}" type="presParOf" srcId="{63580DDA-974A-4091-BAFD-07E90FE789A2}" destId="{6F625B94-13F6-49A7-9221-54646C3C96A7}" srcOrd="0" destOrd="0" presId="urn:microsoft.com/office/officeart/2005/8/layout/hierarchy1"/>
    <dgm:cxn modelId="{D1791A85-4127-4015-A6F6-99CB06C2F052}" type="presParOf" srcId="{63580DDA-974A-4091-BAFD-07E90FE789A2}" destId="{75FCF993-AF53-4EC9-AE32-D29DC5E92A8D}" srcOrd="1" destOrd="0" presId="urn:microsoft.com/office/officeart/2005/8/layout/hierarchy1"/>
    <dgm:cxn modelId="{D64E3718-0F86-44B6-BC5F-489819F9901D}" type="presParOf" srcId="{BDAD91D7-83CD-4AA3-AFD8-1152E2B98250}" destId="{65ECC407-152C-4A3C-B40B-CB5EFA943FBB}" srcOrd="1" destOrd="0" presId="urn:microsoft.com/office/officeart/2005/8/layout/hierarchy1"/>
    <dgm:cxn modelId="{B9CEF1F7-0ACB-4DC5-8AD0-25FFA1218213}" type="presParOf" srcId="{0EFC05E8-52F0-4B0D-9D6B-1F9B41BBE7A8}" destId="{A23A02F7-3EE0-448D-AE2C-E520B12CEA07}" srcOrd="2" destOrd="0" presId="urn:microsoft.com/office/officeart/2005/8/layout/hierarchy1"/>
    <dgm:cxn modelId="{229DF6A7-0E8A-4474-A2A9-06BF342E54F9}" type="presParOf" srcId="{A23A02F7-3EE0-448D-AE2C-E520B12CEA07}" destId="{C1D6DAEE-D819-4EAB-88C6-ED4159E40FF5}" srcOrd="0" destOrd="0" presId="urn:microsoft.com/office/officeart/2005/8/layout/hierarchy1"/>
    <dgm:cxn modelId="{C9C4AEF7-7964-47B9-9EFF-7D5380C587CC}" type="presParOf" srcId="{C1D6DAEE-D819-4EAB-88C6-ED4159E40FF5}" destId="{B5C92597-60C7-4F06-8816-67303B4265AF}" srcOrd="0" destOrd="0" presId="urn:microsoft.com/office/officeart/2005/8/layout/hierarchy1"/>
    <dgm:cxn modelId="{9C4DB342-0D6A-46A2-A92F-90DAC3574683}" type="presParOf" srcId="{C1D6DAEE-D819-4EAB-88C6-ED4159E40FF5}" destId="{A0424786-8E3A-431D-B973-6C1669DBE1BE}" srcOrd="1" destOrd="0" presId="urn:microsoft.com/office/officeart/2005/8/layout/hierarchy1"/>
    <dgm:cxn modelId="{D0414AC4-A51A-4809-957E-527406FFE78A}" type="presParOf" srcId="{A23A02F7-3EE0-448D-AE2C-E520B12CEA07}" destId="{FEF20322-2CE0-42CD-9BF7-CE34F9FB613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EEAB68-BB61-49E9-816B-D18A147AE3CA}"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2F09C968-9951-470F-AF9A-047A1009DD30}">
      <dgm:prSet custT="1"/>
      <dgm:spPr/>
      <dgm:t>
        <a:bodyPr/>
        <a:lstStyle/>
        <a:p>
          <a:pPr>
            <a:lnSpc>
              <a:spcPct val="100000"/>
            </a:lnSpc>
            <a:defRPr cap="all"/>
          </a:pPr>
          <a:r>
            <a:rPr lang="en-US" sz="2800" dirty="0">
              <a:latin typeface="Times New Roman" panose="02020603050405020304" pitchFamily="18" charset="0"/>
              <a:cs typeface="Times New Roman" panose="02020603050405020304" pitchFamily="18" charset="0"/>
            </a:rPr>
            <a:t>Food security and sustenance</a:t>
          </a:r>
        </a:p>
      </dgm:t>
    </dgm:pt>
    <dgm:pt modelId="{320291E6-0D58-450B-952C-79D7354CB624}" type="parTrans" cxnId="{ABC0BDA7-CA60-4E61-8C89-3F7A7EDCE5A0}">
      <dgm:prSet/>
      <dgm:spPr/>
      <dgm:t>
        <a:bodyPr/>
        <a:lstStyle/>
        <a:p>
          <a:endParaRPr lang="en-US"/>
        </a:p>
      </dgm:t>
    </dgm:pt>
    <dgm:pt modelId="{5093051A-F443-4BF4-B751-F6F52569CE96}" type="sibTrans" cxnId="{ABC0BDA7-CA60-4E61-8C89-3F7A7EDCE5A0}">
      <dgm:prSet/>
      <dgm:spPr/>
      <dgm:t>
        <a:bodyPr/>
        <a:lstStyle/>
        <a:p>
          <a:endParaRPr lang="en-US"/>
        </a:p>
      </dgm:t>
    </dgm:pt>
    <dgm:pt modelId="{24E39ABB-0924-4A8C-A564-28E4A32747C6}">
      <dgm:prSet custT="1"/>
      <dgm:spPr/>
      <dgm:t>
        <a:bodyPr/>
        <a:lstStyle/>
        <a:p>
          <a:pPr>
            <a:lnSpc>
              <a:spcPct val="100000"/>
            </a:lnSpc>
            <a:defRPr cap="all"/>
          </a:pPr>
          <a:r>
            <a:rPr lang="en-US" sz="2800" dirty="0">
              <a:latin typeface="Times New Roman" panose="02020603050405020304" pitchFamily="18" charset="0"/>
              <a:cs typeface="Times New Roman" panose="02020603050405020304" pitchFamily="18" charset="0"/>
            </a:rPr>
            <a:t>Agricultural productivity</a:t>
          </a:r>
          <a:r>
            <a:rPr lang="en-US" sz="2700" dirty="0"/>
            <a:t>.</a:t>
          </a:r>
        </a:p>
      </dgm:t>
    </dgm:pt>
    <dgm:pt modelId="{EB004CE1-18E5-4F31-A492-4E012BCE05AA}" type="parTrans" cxnId="{94C40B51-845E-46FC-915A-EAA7E2E61F6F}">
      <dgm:prSet/>
      <dgm:spPr/>
      <dgm:t>
        <a:bodyPr/>
        <a:lstStyle/>
        <a:p>
          <a:endParaRPr lang="en-US"/>
        </a:p>
      </dgm:t>
    </dgm:pt>
    <dgm:pt modelId="{2B0E25FB-FF37-4839-9EAD-2D3D118FEC30}" type="sibTrans" cxnId="{94C40B51-845E-46FC-915A-EAA7E2E61F6F}">
      <dgm:prSet/>
      <dgm:spPr/>
      <dgm:t>
        <a:bodyPr/>
        <a:lstStyle/>
        <a:p>
          <a:endParaRPr lang="en-US"/>
        </a:p>
      </dgm:t>
    </dgm:pt>
    <dgm:pt modelId="{4DE93B0E-7005-41E0-8F98-B0F71B312779}">
      <dgm:prSet custT="1"/>
      <dgm:spPr/>
      <dgm:t>
        <a:bodyPr/>
        <a:lstStyle/>
        <a:p>
          <a:pPr>
            <a:lnSpc>
              <a:spcPct val="100000"/>
            </a:lnSpc>
            <a:defRPr cap="all"/>
          </a:pPr>
          <a:r>
            <a:rPr lang="en-US" sz="2800" dirty="0">
              <a:latin typeface="Times New Roman" panose="02020603050405020304" pitchFamily="18" charset="0"/>
              <a:cs typeface="Times New Roman" panose="02020603050405020304" pitchFamily="18" charset="0"/>
            </a:rPr>
            <a:t>Economic benefits</a:t>
          </a:r>
        </a:p>
      </dgm:t>
    </dgm:pt>
    <dgm:pt modelId="{2C02D24B-FB6B-4649-8980-6C76765E3565}" type="parTrans" cxnId="{A1130F5B-D446-43AF-A770-031CFCFD7D31}">
      <dgm:prSet/>
      <dgm:spPr/>
      <dgm:t>
        <a:bodyPr/>
        <a:lstStyle/>
        <a:p>
          <a:endParaRPr lang="en-US"/>
        </a:p>
      </dgm:t>
    </dgm:pt>
    <dgm:pt modelId="{CFC72E5B-54AC-4B46-A7F7-F6C802E4DA4B}" type="sibTrans" cxnId="{A1130F5B-D446-43AF-A770-031CFCFD7D31}">
      <dgm:prSet/>
      <dgm:spPr/>
      <dgm:t>
        <a:bodyPr/>
        <a:lstStyle/>
        <a:p>
          <a:endParaRPr lang="en-US"/>
        </a:p>
      </dgm:t>
    </dgm:pt>
    <dgm:pt modelId="{561AC2D5-D8E2-4590-A78E-9C0E53153D28}" type="pres">
      <dgm:prSet presAssocID="{C9EEAB68-BB61-49E9-816B-D18A147AE3CA}" presName="root" presStyleCnt="0">
        <dgm:presLayoutVars>
          <dgm:dir/>
          <dgm:resizeHandles val="exact"/>
        </dgm:presLayoutVars>
      </dgm:prSet>
      <dgm:spPr/>
    </dgm:pt>
    <dgm:pt modelId="{279395E7-A3F7-4559-807A-BE0CA86B231A}" type="pres">
      <dgm:prSet presAssocID="{2F09C968-9951-470F-AF9A-047A1009DD30}" presName="compNode" presStyleCnt="0"/>
      <dgm:spPr/>
    </dgm:pt>
    <dgm:pt modelId="{413FC071-8D3D-402F-8474-9C06405C9F70}" type="pres">
      <dgm:prSet presAssocID="{2F09C968-9951-470F-AF9A-047A1009DD30}" presName="iconBgRect" presStyleLbl="bgShp" presStyleIdx="0" presStyleCnt="3"/>
      <dgm:spPr/>
    </dgm:pt>
    <dgm:pt modelId="{11719709-8F35-41BF-94EE-EE698DB4C48B}" type="pres">
      <dgm:prSet presAssocID="{2F09C968-9951-470F-AF9A-047A1009DD3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ork and knife"/>
        </a:ext>
      </dgm:extLst>
    </dgm:pt>
    <dgm:pt modelId="{65E61914-29B5-45A3-9D74-38C820B257E3}" type="pres">
      <dgm:prSet presAssocID="{2F09C968-9951-470F-AF9A-047A1009DD30}" presName="spaceRect" presStyleCnt="0"/>
      <dgm:spPr/>
    </dgm:pt>
    <dgm:pt modelId="{34BC422E-C5C9-459A-BF25-68EFE2C5CCDC}" type="pres">
      <dgm:prSet presAssocID="{2F09C968-9951-470F-AF9A-047A1009DD30}" presName="textRect" presStyleLbl="revTx" presStyleIdx="0" presStyleCnt="3">
        <dgm:presLayoutVars>
          <dgm:chMax val="1"/>
          <dgm:chPref val="1"/>
        </dgm:presLayoutVars>
      </dgm:prSet>
      <dgm:spPr/>
    </dgm:pt>
    <dgm:pt modelId="{7C1CD667-1E49-4C96-AF2D-C8149112DAD7}" type="pres">
      <dgm:prSet presAssocID="{5093051A-F443-4BF4-B751-F6F52569CE96}" presName="sibTrans" presStyleCnt="0"/>
      <dgm:spPr/>
    </dgm:pt>
    <dgm:pt modelId="{54809CD2-929A-4EE5-B18A-13AB1B2867B7}" type="pres">
      <dgm:prSet presAssocID="{24E39ABB-0924-4A8C-A564-28E4A32747C6}" presName="compNode" presStyleCnt="0"/>
      <dgm:spPr/>
    </dgm:pt>
    <dgm:pt modelId="{28DE39C7-6051-40D7-84F6-A4F8B74E5DDE}" type="pres">
      <dgm:prSet presAssocID="{24E39ABB-0924-4A8C-A564-28E4A32747C6}" presName="iconBgRect" presStyleLbl="bgShp" presStyleIdx="1" presStyleCnt="3"/>
      <dgm:spPr/>
    </dgm:pt>
    <dgm:pt modelId="{848B9FF8-2EA1-4A85-AAF5-AD44D6A283E0}" type="pres">
      <dgm:prSet presAssocID="{24E39ABB-0924-4A8C-A564-28E4A32747C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lant"/>
        </a:ext>
      </dgm:extLst>
    </dgm:pt>
    <dgm:pt modelId="{CE686509-29CF-4ECE-AE05-3FDC6917E90E}" type="pres">
      <dgm:prSet presAssocID="{24E39ABB-0924-4A8C-A564-28E4A32747C6}" presName="spaceRect" presStyleCnt="0"/>
      <dgm:spPr/>
    </dgm:pt>
    <dgm:pt modelId="{72A5A6BC-F597-452E-B6A1-75EF5DF43804}" type="pres">
      <dgm:prSet presAssocID="{24E39ABB-0924-4A8C-A564-28E4A32747C6}" presName="textRect" presStyleLbl="revTx" presStyleIdx="1" presStyleCnt="3">
        <dgm:presLayoutVars>
          <dgm:chMax val="1"/>
          <dgm:chPref val="1"/>
        </dgm:presLayoutVars>
      </dgm:prSet>
      <dgm:spPr/>
    </dgm:pt>
    <dgm:pt modelId="{57247A14-7532-43E1-93A1-C0A29E234BC1}" type="pres">
      <dgm:prSet presAssocID="{2B0E25FB-FF37-4839-9EAD-2D3D118FEC30}" presName="sibTrans" presStyleCnt="0"/>
      <dgm:spPr/>
    </dgm:pt>
    <dgm:pt modelId="{FDFCACAF-9A63-481C-9DF4-5EC220294819}" type="pres">
      <dgm:prSet presAssocID="{4DE93B0E-7005-41E0-8F98-B0F71B312779}" presName="compNode" presStyleCnt="0"/>
      <dgm:spPr/>
    </dgm:pt>
    <dgm:pt modelId="{0B795518-8A7A-4357-A35C-859EB846B07E}" type="pres">
      <dgm:prSet presAssocID="{4DE93B0E-7005-41E0-8F98-B0F71B312779}" presName="iconBgRect" presStyleLbl="bgShp" presStyleIdx="2" presStyleCnt="3"/>
      <dgm:spPr/>
    </dgm:pt>
    <dgm:pt modelId="{466A02F2-54C1-43F9-B7B8-3ABAE2B79856}" type="pres">
      <dgm:prSet presAssocID="{4DE93B0E-7005-41E0-8F98-B0F71B31277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ins"/>
        </a:ext>
      </dgm:extLst>
    </dgm:pt>
    <dgm:pt modelId="{30A0D371-0D8A-4C48-88FC-5B82652FC9C2}" type="pres">
      <dgm:prSet presAssocID="{4DE93B0E-7005-41E0-8F98-B0F71B312779}" presName="spaceRect" presStyleCnt="0"/>
      <dgm:spPr/>
    </dgm:pt>
    <dgm:pt modelId="{387BD02D-555F-4232-9C18-89A6383C1013}" type="pres">
      <dgm:prSet presAssocID="{4DE93B0E-7005-41E0-8F98-B0F71B312779}" presName="textRect" presStyleLbl="revTx" presStyleIdx="2" presStyleCnt="3">
        <dgm:presLayoutVars>
          <dgm:chMax val="1"/>
          <dgm:chPref val="1"/>
        </dgm:presLayoutVars>
      </dgm:prSet>
      <dgm:spPr/>
    </dgm:pt>
  </dgm:ptLst>
  <dgm:cxnLst>
    <dgm:cxn modelId="{4453563A-3661-481A-BE81-91CC2BD442C4}" type="presOf" srcId="{2F09C968-9951-470F-AF9A-047A1009DD30}" destId="{34BC422E-C5C9-459A-BF25-68EFE2C5CCDC}" srcOrd="0" destOrd="0" presId="urn:microsoft.com/office/officeart/2018/5/layout/IconCircleLabelList"/>
    <dgm:cxn modelId="{A1130F5B-D446-43AF-A770-031CFCFD7D31}" srcId="{C9EEAB68-BB61-49E9-816B-D18A147AE3CA}" destId="{4DE93B0E-7005-41E0-8F98-B0F71B312779}" srcOrd="2" destOrd="0" parTransId="{2C02D24B-FB6B-4649-8980-6C76765E3565}" sibTransId="{CFC72E5B-54AC-4B46-A7F7-F6C802E4DA4B}"/>
    <dgm:cxn modelId="{94C40B51-845E-46FC-915A-EAA7E2E61F6F}" srcId="{C9EEAB68-BB61-49E9-816B-D18A147AE3CA}" destId="{24E39ABB-0924-4A8C-A564-28E4A32747C6}" srcOrd="1" destOrd="0" parTransId="{EB004CE1-18E5-4F31-A492-4E012BCE05AA}" sibTransId="{2B0E25FB-FF37-4839-9EAD-2D3D118FEC30}"/>
    <dgm:cxn modelId="{B372EA53-88ED-40B3-833A-149156E71B5B}" type="presOf" srcId="{C9EEAB68-BB61-49E9-816B-D18A147AE3CA}" destId="{561AC2D5-D8E2-4590-A78E-9C0E53153D28}" srcOrd="0" destOrd="0" presId="urn:microsoft.com/office/officeart/2018/5/layout/IconCircleLabelList"/>
    <dgm:cxn modelId="{738DA155-3A5E-4EC4-BE64-C72ED3A0A90C}" type="presOf" srcId="{24E39ABB-0924-4A8C-A564-28E4A32747C6}" destId="{72A5A6BC-F597-452E-B6A1-75EF5DF43804}" srcOrd="0" destOrd="0" presId="urn:microsoft.com/office/officeart/2018/5/layout/IconCircleLabelList"/>
    <dgm:cxn modelId="{ABC0BDA7-CA60-4E61-8C89-3F7A7EDCE5A0}" srcId="{C9EEAB68-BB61-49E9-816B-D18A147AE3CA}" destId="{2F09C968-9951-470F-AF9A-047A1009DD30}" srcOrd="0" destOrd="0" parTransId="{320291E6-0D58-450B-952C-79D7354CB624}" sibTransId="{5093051A-F443-4BF4-B751-F6F52569CE96}"/>
    <dgm:cxn modelId="{8A11D6C9-BD29-4008-AA90-A361A1640F36}" type="presOf" srcId="{4DE93B0E-7005-41E0-8F98-B0F71B312779}" destId="{387BD02D-555F-4232-9C18-89A6383C1013}" srcOrd="0" destOrd="0" presId="urn:microsoft.com/office/officeart/2018/5/layout/IconCircleLabelList"/>
    <dgm:cxn modelId="{3F0B00F9-70BE-4973-BB20-D3CED183ADE6}" type="presParOf" srcId="{561AC2D5-D8E2-4590-A78E-9C0E53153D28}" destId="{279395E7-A3F7-4559-807A-BE0CA86B231A}" srcOrd="0" destOrd="0" presId="urn:microsoft.com/office/officeart/2018/5/layout/IconCircleLabelList"/>
    <dgm:cxn modelId="{EE06CD6A-4269-4CD3-B796-373577EA6DF9}" type="presParOf" srcId="{279395E7-A3F7-4559-807A-BE0CA86B231A}" destId="{413FC071-8D3D-402F-8474-9C06405C9F70}" srcOrd="0" destOrd="0" presId="urn:microsoft.com/office/officeart/2018/5/layout/IconCircleLabelList"/>
    <dgm:cxn modelId="{F476ABA8-C2D3-4432-B1CB-0DB8681A8719}" type="presParOf" srcId="{279395E7-A3F7-4559-807A-BE0CA86B231A}" destId="{11719709-8F35-41BF-94EE-EE698DB4C48B}" srcOrd="1" destOrd="0" presId="urn:microsoft.com/office/officeart/2018/5/layout/IconCircleLabelList"/>
    <dgm:cxn modelId="{D74D54E8-18FD-4963-BDF9-64F891BE5122}" type="presParOf" srcId="{279395E7-A3F7-4559-807A-BE0CA86B231A}" destId="{65E61914-29B5-45A3-9D74-38C820B257E3}" srcOrd="2" destOrd="0" presId="urn:microsoft.com/office/officeart/2018/5/layout/IconCircleLabelList"/>
    <dgm:cxn modelId="{6A83D382-2CC0-413E-9784-6622EC10946D}" type="presParOf" srcId="{279395E7-A3F7-4559-807A-BE0CA86B231A}" destId="{34BC422E-C5C9-459A-BF25-68EFE2C5CCDC}" srcOrd="3" destOrd="0" presId="urn:microsoft.com/office/officeart/2018/5/layout/IconCircleLabelList"/>
    <dgm:cxn modelId="{6FF720A6-E0DD-4C88-B181-B43A8DA62DCE}" type="presParOf" srcId="{561AC2D5-D8E2-4590-A78E-9C0E53153D28}" destId="{7C1CD667-1E49-4C96-AF2D-C8149112DAD7}" srcOrd="1" destOrd="0" presId="urn:microsoft.com/office/officeart/2018/5/layout/IconCircleLabelList"/>
    <dgm:cxn modelId="{BCAA9042-9D9F-4948-A50C-B2E89A986CE5}" type="presParOf" srcId="{561AC2D5-D8E2-4590-A78E-9C0E53153D28}" destId="{54809CD2-929A-4EE5-B18A-13AB1B2867B7}" srcOrd="2" destOrd="0" presId="urn:microsoft.com/office/officeart/2018/5/layout/IconCircleLabelList"/>
    <dgm:cxn modelId="{1CE71FDF-61ED-4150-AA29-DE042684D854}" type="presParOf" srcId="{54809CD2-929A-4EE5-B18A-13AB1B2867B7}" destId="{28DE39C7-6051-40D7-84F6-A4F8B74E5DDE}" srcOrd="0" destOrd="0" presId="urn:microsoft.com/office/officeart/2018/5/layout/IconCircleLabelList"/>
    <dgm:cxn modelId="{56D6036F-9679-4DD5-8917-DE61B65AB50F}" type="presParOf" srcId="{54809CD2-929A-4EE5-B18A-13AB1B2867B7}" destId="{848B9FF8-2EA1-4A85-AAF5-AD44D6A283E0}" srcOrd="1" destOrd="0" presId="urn:microsoft.com/office/officeart/2018/5/layout/IconCircleLabelList"/>
    <dgm:cxn modelId="{B08440DC-9F5F-4EDB-B3DA-FD0138806E7F}" type="presParOf" srcId="{54809CD2-929A-4EE5-B18A-13AB1B2867B7}" destId="{CE686509-29CF-4ECE-AE05-3FDC6917E90E}" srcOrd="2" destOrd="0" presId="urn:microsoft.com/office/officeart/2018/5/layout/IconCircleLabelList"/>
    <dgm:cxn modelId="{86A8E7E7-B0E2-480B-86B6-442B61C8C59F}" type="presParOf" srcId="{54809CD2-929A-4EE5-B18A-13AB1B2867B7}" destId="{72A5A6BC-F597-452E-B6A1-75EF5DF43804}" srcOrd="3" destOrd="0" presId="urn:microsoft.com/office/officeart/2018/5/layout/IconCircleLabelList"/>
    <dgm:cxn modelId="{5069F883-A785-4B01-82D2-17F2FB2A20C1}" type="presParOf" srcId="{561AC2D5-D8E2-4590-A78E-9C0E53153D28}" destId="{57247A14-7532-43E1-93A1-C0A29E234BC1}" srcOrd="3" destOrd="0" presId="urn:microsoft.com/office/officeart/2018/5/layout/IconCircleLabelList"/>
    <dgm:cxn modelId="{3D4A324C-0EDD-4DF8-AB8F-2402623D3E91}" type="presParOf" srcId="{561AC2D5-D8E2-4590-A78E-9C0E53153D28}" destId="{FDFCACAF-9A63-481C-9DF4-5EC220294819}" srcOrd="4" destOrd="0" presId="urn:microsoft.com/office/officeart/2018/5/layout/IconCircleLabelList"/>
    <dgm:cxn modelId="{6D285AD2-2AEF-4F6D-BA56-B1C2D850107F}" type="presParOf" srcId="{FDFCACAF-9A63-481C-9DF4-5EC220294819}" destId="{0B795518-8A7A-4357-A35C-859EB846B07E}" srcOrd="0" destOrd="0" presId="urn:microsoft.com/office/officeart/2018/5/layout/IconCircleLabelList"/>
    <dgm:cxn modelId="{18918FCE-F859-4352-A6D8-168CF6E01527}" type="presParOf" srcId="{FDFCACAF-9A63-481C-9DF4-5EC220294819}" destId="{466A02F2-54C1-43F9-B7B8-3ABAE2B79856}" srcOrd="1" destOrd="0" presId="urn:microsoft.com/office/officeart/2018/5/layout/IconCircleLabelList"/>
    <dgm:cxn modelId="{132EA37A-A296-4700-B87D-F7449526887A}" type="presParOf" srcId="{FDFCACAF-9A63-481C-9DF4-5EC220294819}" destId="{30A0D371-0D8A-4C48-88FC-5B82652FC9C2}" srcOrd="2" destOrd="0" presId="urn:microsoft.com/office/officeart/2018/5/layout/IconCircleLabelList"/>
    <dgm:cxn modelId="{7B5B201C-C52F-4497-86C2-F4D8BF3C1F70}" type="presParOf" srcId="{FDFCACAF-9A63-481C-9DF4-5EC220294819}" destId="{387BD02D-555F-4232-9C18-89A6383C101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25D003-DDF7-4D88-9300-7503A4C49614}"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77E9542-DDAC-441D-B206-BD8DB1610043}">
      <dgm:prSet custT="1"/>
      <dgm:spPr/>
      <dgm:t>
        <a:bodyPr/>
        <a:lstStyle/>
        <a:p>
          <a:r>
            <a:rPr lang="en-US" sz="2000" dirty="0">
              <a:latin typeface="Times New Roman" panose="02020603050405020304" pitchFamily="18" charset="0"/>
              <a:cs typeface="Times New Roman" panose="02020603050405020304" pitchFamily="18" charset="0"/>
            </a:rPr>
            <a:t>9215419 OPOKU, William Clinton.</a:t>
          </a:r>
        </a:p>
      </dgm:t>
    </dgm:pt>
    <dgm:pt modelId="{35D4597D-1BAF-4A25-B459-020295FF3071}" type="parTrans" cxnId="{00FA9803-9027-4096-9210-14C48556B5DE}">
      <dgm:prSet/>
      <dgm:spPr/>
      <dgm:t>
        <a:bodyPr/>
        <a:lstStyle/>
        <a:p>
          <a:endParaRPr lang="en-US"/>
        </a:p>
      </dgm:t>
    </dgm:pt>
    <dgm:pt modelId="{7E64E021-906F-4EC7-8EA1-74824C483193}" type="sibTrans" cxnId="{00FA9803-9027-4096-9210-14C48556B5DE}">
      <dgm:prSet/>
      <dgm:spPr/>
      <dgm:t>
        <a:bodyPr/>
        <a:lstStyle/>
        <a:p>
          <a:endParaRPr lang="en-US"/>
        </a:p>
      </dgm:t>
    </dgm:pt>
    <dgm:pt modelId="{72BD2BB9-C37A-4339-994B-368A803E6CFA}">
      <dgm:prSet/>
      <dgm:spPr/>
      <dgm:t>
        <a:bodyPr/>
        <a:lstStyle/>
        <a:p>
          <a:r>
            <a:rPr lang="en-US" dirty="0">
              <a:latin typeface="Times New Roman" panose="02020603050405020304" pitchFamily="18" charset="0"/>
              <a:cs typeface="Times New Roman" panose="02020603050405020304" pitchFamily="18" charset="0"/>
            </a:rPr>
            <a:t>9213419 NKETIA, </a:t>
          </a:r>
          <a:r>
            <a:rPr lang="en-US" dirty="0" err="1">
              <a:latin typeface="Times New Roman" panose="02020603050405020304" pitchFamily="18" charset="0"/>
              <a:cs typeface="Times New Roman" panose="02020603050405020304" pitchFamily="18" charset="0"/>
            </a:rPr>
            <a:t>Korankye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Asiedua</a:t>
          </a:r>
          <a:r>
            <a:rPr lang="en-US" dirty="0"/>
            <a:t>.</a:t>
          </a:r>
        </a:p>
      </dgm:t>
    </dgm:pt>
    <dgm:pt modelId="{2EDFF22E-BCF7-4289-9831-014B7B2CA7C1}" type="parTrans" cxnId="{D3147BBE-379E-4F3B-805C-B53B4CEC069F}">
      <dgm:prSet/>
      <dgm:spPr/>
      <dgm:t>
        <a:bodyPr/>
        <a:lstStyle/>
        <a:p>
          <a:endParaRPr lang="en-US"/>
        </a:p>
      </dgm:t>
    </dgm:pt>
    <dgm:pt modelId="{930CEA23-562E-4F34-8D1B-EA7F77C37A11}" type="sibTrans" cxnId="{D3147BBE-379E-4F3B-805C-B53B4CEC069F}">
      <dgm:prSet/>
      <dgm:spPr/>
      <dgm:t>
        <a:bodyPr/>
        <a:lstStyle/>
        <a:p>
          <a:endParaRPr lang="en-US"/>
        </a:p>
      </dgm:t>
    </dgm:pt>
    <dgm:pt modelId="{32F738ED-BC8C-46E4-A98F-D15DC36629F1}">
      <dgm:prSet/>
      <dgm:spPr/>
      <dgm:t>
        <a:bodyPr/>
        <a:lstStyle/>
        <a:p>
          <a:r>
            <a:rPr lang="en-US" dirty="0">
              <a:latin typeface="Times New Roman" panose="02020603050405020304" pitchFamily="18" charset="0"/>
              <a:cs typeface="Times New Roman" panose="02020603050405020304" pitchFamily="18" charset="0"/>
            </a:rPr>
            <a:t>9193419 ABOAGYE, Reena </a:t>
          </a:r>
          <a:r>
            <a:rPr lang="en-US" dirty="0" err="1">
              <a:latin typeface="Times New Roman" panose="02020603050405020304" pitchFamily="18" charset="0"/>
              <a:cs typeface="Times New Roman" panose="02020603050405020304" pitchFamily="18" charset="0"/>
            </a:rPr>
            <a:t>Baaba</a:t>
          </a:r>
          <a:r>
            <a:rPr lang="en-US" dirty="0"/>
            <a:t>.</a:t>
          </a:r>
        </a:p>
      </dgm:t>
    </dgm:pt>
    <dgm:pt modelId="{ED1A7874-BCE1-4D26-A46B-E0C3A41FDDA3}" type="parTrans" cxnId="{142E36CD-3D6C-4EAB-940B-6CE246EC2884}">
      <dgm:prSet/>
      <dgm:spPr/>
      <dgm:t>
        <a:bodyPr/>
        <a:lstStyle/>
        <a:p>
          <a:endParaRPr lang="en-US"/>
        </a:p>
      </dgm:t>
    </dgm:pt>
    <dgm:pt modelId="{F7715827-22C1-4CD5-966C-FE5187B37C70}" type="sibTrans" cxnId="{142E36CD-3D6C-4EAB-940B-6CE246EC2884}">
      <dgm:prSet/>
      <dgm:spPr/>
      <dgm:t>
        <a:bodyPr/>
        <a:lstStyle/>
        <a:p>
          <a:endParaRPr lang="en-US"/>
        </a:p>
      </dgm:t>
    </dgm:pt>
    <dgm:pt modelId="{438CB94B-0DE6-4FF7-866A-D98B9004EEE8}">
      <dgm:prSet/>
      <dgm:spPr/>
      <dgm:t>
        <a:bodyPr/>
        <a:lstStyle/>
        <a:p>
          <a:r>
            <a:rPr lang="en-US" dirty="0">
              <a:latin typeface="Times New Roman" panose="02020603050405020304" pitchFamily="18" charset="0"/>
              <a:cs typeface="Times New Roman" panose="02020603050405020304" pitchFamily="18" charset="0"/>
            </a:rPr>
            <a:t>9200819 ANYEMI, Eva </a:t>
          </a:r>
          <a:r>
            <a:rPr lang="en-US" dirty="0" err="1">
              <a:latin typeface="Times New Roman" panose="02020603050405020304" pitchFamily="18" charset="0"/>
              <a:cs typeface="Times New Roman" panose="02020603050405020304" pitchFamily="18" charset="0"/>
            </a:rPr>
            <a:t>Dedaa</a:t>
          </a:r>
          <a:r>
            <a:rPr lang="en-US" dirty="0"/>
            <a:t>.</a:t>
          </a:r>
        </a:p>
      </dgm:t>
    </dgm:pt>
    <dgm:pt modelId="{8A920F8F-476C-44F7-8C0C-F9EDFBB4D444}" type="parTrans" cxnId="{529BBB71-DD58-4CD0-981C-75A40C674F7A}">
      <dgm:prSet/>
      <dgm:spPr/>
      <dgm:t>
        <a:bodyPr/>
        <a:lstStyle/>
        <a:p>
          <a:endParaRPr lang="en-US"/>
        </a:p>
      </dgm:t>
    </dgm:pt>
    <dgm:pt modelId="{85BE19DD-7292-4B38-A222-C9EF791E709F}" type="sibTrans" cxnId="{529BBB71-DD58-4CD0-981C-75A40C674F7A}">
      <dgm:prSet/>
      <dgm:spPr/>
      <dgm:t>
        <a:bodyPr/>
        <a:lstStyle/>
        <a:p>
          <a:endParaRPr lang="en-US"/>
        </a:p>
      </dgm:t>
    </dgm:pt>
    <dgm:pt modelId="{F90515AE-9BE8-412C-886C-CC1BCB39DD63}">
      <dgm:prSet/>
      <dgm:spPr/>
      <dgm:t>
        <a:bodyPr/>
        <a:lstStyle/>
        <a:p>
          <a:r>
            <a:rPr lang="en-US" dirty="0">
              <a:latin typeface="Times New Roman" panose="02020603050405020304" pitchFamily="18" charset="0"/>
              <a:cs typeface="Times New Roman" panose="02020603050405020304" pitchFamily="18" charset="0"/>
            </a:rPr>
            <a:t>9201119 APPIAH, Josephine</a:t>
          </a:r>
          <a:r>
            <a:rPr lang="en-US" dirty="0"/>
            <a:t>.</a:t>
          </a:r>
        </a:p>
      </dgm:t>
    </dgm:pt>
    <dgm:pt modelId="{5BE37685-E3F4-464D-8160-07284BFE1086}" type="parTrans" cxnId="{4CDC9EC5-0420-4429-AAE7-ECCFB1CE6052}">
      <dgm:prSet/>
      <dgm:spPr/>
      <dgm:t>
        <a:bodyPr/>
        <a:lstStyle/>
        <a:p>
          <a:endParaRPr lang="en-US"/>
        </a:p>
      </dgm:t>
    </dgm:pt>
    <dgm:pt modelId="{037E4A27-D5D0-4666-BD89-E8DE080F7FC3}" type="sibTrans" cxnId="{4CDC9EC5-0420-4429-AAE7-ECCFB1CE6052}">
      <dgm:prSet/>
      <dgm:spPr/>
      <dgm:t>
        <a:bodyPr/>
        <a:lstStyle/>
        <a:p>
          <a:endParaRPr lang="en-US"/>
        </a:p>
      </dgm:t>
    </dgm:pt>
    <dgm:pt modelId="{1FF514FE-782B-4DBB-8591-4F862CC45AE0}">
      <dgm:prSet/>
      <dgm:spPr/>
      <dgm:t>
        <a:bodyPr/>
        <a:lstStyle/>
        <a:p>
          <a:r>
            <a:rPr lang="en-US" dirty="0">
              <a:latin typeface="Times New Roman" panose="02020603050405020304" pitchFamily="18" charset="0"/>
              <a:cs typeface="Times New Roman" panose="02020603050405020304" pitchFamily="18" charset="0"/>
            </a:rPr>
            <a:t>9199219 AMOH, </a:t>
          </a:r>
          <a:r>
            <a:rPr lang="en-US" dirty="0" err="1">
              <a:latin typeface="Times New Roman" panose="02020603050405020304" pitchFamily="18" charset="0"/>
              <a:cs typeface="Times New Roman" panose="02020603050405020304" pitchFamily="18" charset="0"/>
            </a:rPr>
            <a:t>Godfred</a:t>
          </a:r>
          <a:r>
            <a:rPr lang="en-US" dirty="0"/>
            <a:t>.</a:t>
          </a:r>
        </a:p>
      </dgm:t>
    </dgm:pt>
    <dgm:pt modelId="{04D281B6-56AE-4E71-A5A9-D750C9F92FE1}" type="parTrans" cxnId="{072259CC-00A8-47CB-B4F3-0177FC2F6177}">
      <dgm:prSet/>
      <dgm:spPr/>
      <dgm:t>
        <a:bodyPr/>
        <a:lstStyle/>
        <a:p>
          <a:endParaRPr lang="en-US"/>
        </a:p>
      </dgm:t>
    </dgm:pt>
    <dgm:pt modelId="{49856633-6300-4E12-B0D1-92B48BF55B92}" type="sibTrans" cxnId="{072259CC-00A8-47CB-B4F3-0177FC2F6177}">
      <dgm:prSet/>
      <dgm:spPr/>
      <dgm:t>
        <a:bodyPr/>
        <a:lstStyle/>
        <a:p>
          <a:endParaRPr lang="en-US"/>
        </a:p>
      </dgm:t>
    </dgm:pt>
    <dgm:pt modelId="{FA139096-D79D-40B2-8B67-6C4D8D36C6E5}">
      <dgm:prSet/>
      <dgm:spPr/>
      <dgm:t>
        <a:bodyPr/>
        <a:lstStyle/>
        <a:p>
          <a:r>
            <a:rPr lang="en-US" dirty="0">
              <a:latin typeface="Times New Roman" panose="02020603050405020304" pitchFamily="18" charset="0"/>
              <a:cs typeface="Times New Roman" panose="02020603050405020304" pitchFamily="18" charset="0"/>
            </a:rPr>
            <a:t>9210219 KABA, Nicholas </a:t>
          </a:r>
          <a:r>
            <a:rPr lang="en-US" dirty="0" err="1">
              <a:latin typeface="Times New Roman" panose="02020603050405020304" pitchFamily="18" charset="0"/>
              <a:cs typeface="Times New Roman" panose="02020603050405020304" pitchFamily="18" charset="0"/>
            </a:rPr>
            <a:t>Anteromowe</a:t>
          </a:r>
          <a:r>
            <a:rPr lang="en-US" dirty="0"/>
            <a:t>.</a:t>
          </a:r>
        </a:p>
      </dgm:t>
    </dgm:pt>
    <dgm:pt modelId="{EF069720-3E1D-4364-85B2-E81D4287151A}" type="parTrans" cxnId="{7B1333AD-9A02-4E88-8BCF-F1ACBCC03BEA}">
      <dgm:prSet/>
      <dgm:spPr/>
      <dgm:t>
        <a:bodyPr/>
        <a:lstStyle/>
        <a:p>
          <a:endParaRPr lang="en-US"/>
        </a:p>
      </dgm:t>
    </dgm:pt>
    <dgm:pt modelId="{AAB94BB6-FA30-40EE-9990-29E40A3BD43C}" type="sibTrans" cxnId="{7B1333AD-9A02-4E88-8BCF-F1ACBCC03BEA}">
      <dgm:prSet/>
      <dgm:spPr/>
      <dgm:t>
        <a:bodyPr/>
        <a:lstStyle/>
        <a:p>
          <a:endParaRPr lang="en-US"/>
        </a:p>
      </dgm:t>
    </dgm:pt>
    <dgm:pt modelId="{D0A5D2EA-79A1-4980-9BFE-79ADB6BA0F1A}">
      <dgm:prSet/>
      <dgm:spPr/>
      <dgm:t>
        <a:bodyPr/>
        <a:lstStyle/>
        <a:p>
          <a:r>
            <a:rPr lang="en-US" dirty="0">
              <a:latin typeface="Times New Roman" panose="02020603050405020304" pitchFamily="18" charset="0"/>
              <a:cs typeface="Times New Roman" panose="02020603050405020304" pitchFamily="18" charset="0"/>
            </a:rPr>
            <a:t>9212619 MENSAH, Kofi Agyei</a:t>
          </a:r>
          <a:r>
            <a:rPr lang="en-US" dirty="0"/>
            <a:t>.</a:t>
          </a:r>
        </a:p>
      </dgm:t>
    </dgm:pt>
    <dgm:pt modelId="{4D106C5D-3C0A-42FB-B90F-F58638185FE8}" type="parTrans" cxnId="{9FD5F724-F3BD-46BF-91FD-14DABE4ABF97}">
      <dgm:prSet/>
      <dgm:spPr/>
      <dgm:t>
        <a:bodyPr/>
        <a:lstStyle/>
        <a:p>
          <a:endParaRPr lang="en-US"/>
        </a:p>
      </dgm:t>
    </dgm:pt>
    <dgm:pt modelId="{EA5294E2-75EE-453C-B5B7-209FCDBF8877}" type="sibTrans" cxnId="{9FD5F724-F3BD-46BF-91FD-14DABE4ABF97}">
      <dgm:prSet/>
      <dgm:spPr/>
      <dgm:t>
        <a:bodyPr/>
        <a:lstStyle/>
        <a:p>
          <a:endParaRPr lang="en-US"/>
        </a:p>
      </dgm:t>
    </dgm:pt>
    <dgm:pt modelId="{BE8F3D3A-2FB2-4666-9400-95C516AD28F0}">
      <dgm:prSet/>
      <dgm:spPr/>
      <dgm:t>
        <a:bodyPr/>
        <a:lstStyle/>
        <a:p>
          <a:r>
            <a:rPr lang="en-US" dirty="0">
              <a:latin typeface="Times New Roman" panose="02020603050405020304" pitchFamily="18" charset="0"/>
              <a:cs typeface="Times New Roman" panose="02020603050405020304" pitchFamily="18" charset="0"/>
            </a:rPr>
            <a:t>9207119 DUAH, Georgina</a:t>
          </a:r>
          <a:r>
            <a:rPr lang="en-US" dirty="0"/>
            <a:t>.</a:t>
          </a:r>
        </a:p>
      </dgm:t>
    </dgm:pt>
    <dgm:pt modelId="{489A48A1-62F9-4C41-A71E-AA335F351DF0}" type="parTrans" cxnId="{2ACBB362-D0A0-47F7-AC40-1CA33D0718C3}">
      <dgm:prSet/>
      <dgm:spPr/>
      <dgm:t>
        <a:bodyPr/>
        <a:lstStyle/>
        <a:p>
          <a:endParaRPr lang="en-US"/>
        </a:p>
      </dgm:t>
    </dgm:pt>
    <dgm:pt modelId="{D2B9BFD6-85A7-4748-B9B2-F3B4DCC8C1B7}" type="sibTrans" cxnId="{2ACBB362-D0A0-47F7-AC40-1CA33D0718C3}">
      <dgm:prSet/>
      <dgm:spPr/>
      <dgm:t>
        <a:bodyPr/>
        <a:lstStyle/>
        <a:p>
          <a:endParaRPr lang="en-US"/>
        </a:p>
      </dgm:t>
    </dgm:pt>
    <dgm:pt modelId="{16497103-9872-47E0-9802-F191D777EF9C}">
      <dgm:prSet/>
      <dgm:spPr/>
      <dgm:t>
        <a:bodyPr/>
        <a:lstStyle/>
        <a:p>
          <a:r>
            <a:rPr lang="en-US" dirty="0">
              <a:latin typeface="Times New Roman" panose="02020603050405020304" pitchFamily="18" charset="0"/>
              <a:cs typeface="Times New Roman" panose="02020603050405020304" pitchFamily="18" charset="0"/>
            </a:rPr>
            <a:t>9209319 HENAKU, Boateng </a:t>
          </a:r>
          <a:r>
            <a:rPr lang="en-US" dirty="0" err="1">
              <a:latin typeface="Times New Roman" panose="02020603050405020304" pitchFamily="18" charset="0"/>
              <a:cs typeface="Times New Roman" panose="02020603050405020304" pitchFamily="18" charset="0"/>
            </a:rPr>
            <a:t>Oforiwaa</a:t>
          </a:r>
          <a:r>
            <a:rPr lang="en-US" dirty="0">
              <a:latin typeface="Times New Roman" panose="02020603050405020304" pitchFamily="18" charset="0"/>
              <a:cs typeface="Times New Roman" panose="02020603050405020304" pitchFamily="18" charset="0"/>
            </a:rPr>
            <a:t> Priscilla</a:t>
          </a:r>
          <a:r>
            <a:rPr lang="en-US" dirty="0"/>
            <a:t>.</a:t>
          </a:r>
        </a:p>
      </dgm:t>
    </dgm:pt>
    <dgm:pt modelId="{3C7A2F62-AD90-4278-B140-B621B8850E50}" type="parTrans" cxnId="{CDAD545E-5AC9-4534-93AD-3A4B6892B238}">
      <dgm:prSet/>
      <dgm:spPr/>
      <dgm:t>
        <a:bodyPr/>
        <a:lstStyle/>
        <a:p>
          <a:endParaRPr lang="en-US"/>
        </a:p>
      </dgm:t>
    </dgm:pt>
    <dgm:pt modelId="{38EC4E2F-D4AA-46F9-ABF4-837A2864B8A5}" type="sibTrans" cxnId="{CDAD545E-5AC9-4534-93AD-3A4B6892B238}">
      <dgm:prSet/>
      <dgm:spPr/>
      <dgm:t>
        <a:bodyPr/>
        <a:lstStyle/>
        <a:p>
          <a:endParaRPr lang="en-US"/>
        </a:p>
      </dgm:t>
    </dgm:pt>
    <dgm:pt modelId="{4E916736-17E9-4E58-A52B-04FF15535C40}" type="pres">
      <dgm:prSet presAssocID="{AD25D003-DDF7-4D88-9300-7503A4C49614}" presName="vert0" presStyleCnt="0">
        <dgm:presLayoutVars>
          <dgm:dir/>
          <dgm:animOne val="branch"/>
          <dgm:animLvl val="lvl"/>
        </dgm:presLayoutVars>
      </dgm:prSet>
      <dgm:spPr/>
    </dgm:pt>
    <dgm:pt modelId="{E3ECC0F5-DE78-4FF5-915D-46D3B8B3CBA4}" type="pres">
      <dgm:prSet presAssocID="{777E9542-DDAC-441D-B206-BD8DB1610043}" presName="thickLine" presStyleLbl="alignNode1" presStyleIdx="0" presStyleCnt="10"/>
      <dgm:spPr/>
    </dgm:pt>
    <dgm:pt modelId="{F096C751-E54B-481E-ABF6-15BEAE8E881E}" type="pres">
      <dgm:prSet presAssocID="{777E9542-DDAC-441D-B206-BD8DB1610043}" presName="horz1" presStyleCnt="0"/>
      <dgm:spPr/>
    </dgm:pt>
    <dgm:pt modelId="{15A0D25D-FC6C-4D0F-9502-FEF14C3DE669}" type="pres">
      <dgm:prSet presAssocID="{777E9542-DDAC-441D-B206-BD8DB1610043}" presName="tx1" presStyleLbl="revTx" presStyleIdx="0" presStyleCnt="10"/>
      <dgm:spPr/>
    </dgm:pt>
    <dgm:pt modelId="{A58E5A7B-AAD7-4B6D-98B1-602E3A254984}" type="pres">
      <dgm:prSet presAssocID="{777E9542-DDAC-441D-B206-BD8DB1610043}" presName="vert1" presStyleCnt="0"/>
      <dgm:spPr/>
    </dgm:pt>
    <dgm:pt modelId="{92802340-68D7-4A1D-B8B8-847C3EAECF91}" type="pres">
      <dgm:prSet presAssocID="{72BD2BB9-C37A-4339-994B-368A803E6CFA}" presName="thickLine" presStyleLbl="alignNode1" presStyleIdx="1" presStyleCnt="10"/>
      <dgm:spPr/>
    </dgm:pt>
    <dgm:pt modelId="{773FD9EC-30A3-4DD4-84D7-FEE0B24CC11E}" type="pres">
      <dgm:prSet presAssocID="{72BD2BB9-C37A-4339-994B-368A803E6CFA}" presName="horz1" presStyleCnt="0"/>
      <dgm:spPr/>
    </dgm:pt>
    <dgm:pt modelId="{0A493EA2-C42B-440B-9C8B-0D22F9005128}" type="pres">
      <dgm:prSet presAssocID="{72BD2BB9-C37A-4339-994B-368A803E6CFA}" presName="tx1" presStyleLbl="revTx" presStyleIdx="1" presStyleCnt="10"/>
      <dgm:spPr/>
    </dgm:pt>
    <dgm:pt modelId="{C7B63AC1-DB81-4472-AB0C-DA6913AEF5DA}" type="pres">
      <dgm:prSet presAssocID="{72BD2BB9-C37A-4339-994B-368A803E6CFA}" presName="vert1" presStyleCnt="0"/>
      <dgm:spPr/>
    </dgm:pt>
    <dgm:pt modelId="{541DB1C0-82F3-4A36-B2D5-713470E39D8E}" type="pres">
      <dgm:prSet presAssocID="{32F738ED-BC8C-46E4-A98F-D15DC36629F1}" presName="thickLine" presStyleLbl="alignNode1" presStyleIdx="2" presStyleCnt="10"/>
      <dgm:spPr/>
    </dgm:pt>
    <dgm:pt modelId="{4DDBC757-B544-4D45-BD40-03CDA02A42C1}" type="pres">
      <dgm:prSet presAssocID="{32F738ED-BC8C-46E4-A98F-D15DC36629F1}" presName="horz1" presStyleCnt="0"/>
      <dgm:spPr/>
    </dgm:pt>
    <dgm:pt modelId="{00864821-0A14-4AB2-AEEF-798246E65334}" type="pres">
      <dgm:prSet presAssocID="{32F738ED-BC8C-46E4-A98F-D15DC36629F1}" presName="tx1" presStyleLbl="revTx" presStyleIdx="2" presStyleCnt="10"/>
      <dgm:spPr/>
    </dgm:pt>
    <dgm:pt modelId="{824ED3F3-A581-4AAF-9D8E-AA44D3A177CF}" type="pres">
      <dgm:prSet presAssocID="{32F738ED-BC8C-46E4-A98F-D15DC36629F1}" presName="vert1" presStyleCnt="0"/>
      <dgm:spPr/>
    </dgm:pt>
    <dgm:pt modelId="{07CFD766-E19D-4C87-9519-93AB438FDC6C}" type="pres">
      <dgm:prSet presAssocID="{438CB94B-0DE6-4FF7-866A-D98B9004EEE8}" presName="thickLine" presStyleLbl="alignNode1" presStyleIdx="3" presStyleCnt="10"/>
      <dgm:spPr/>
    </dgm:pt>
    <dgm:pt modelId="{4AB30E3B-B5D5-4F08-AB74-9F8024D24570}" type="pres">
      <dgm:prSet presAssocID="{438CB94B-0DE6-4FF7-866A-D98B9004EEE8}" presName="horz1" presStyleCnt="0"/>
      <dgm:spPr/>
    </dgm:pt>
    <dgm:pt modelId="{9ADD8AA5-120F-45A3-B1EA-439B5822F225}" type="pres">
      <dgm:prSet presAssocID="{438CB94B-0DE6-4FF7-866A-D98B9004EEE8}" presName="tx1" presStyleLbl="revTx" presStyleIdx="3" presStyleCnt="10"/>
      <dgm:spPr/>
    </dgm:pt>
    <dgm:pt modelId="{10A4B79D-0EAC-4497-90D4-2B4F941E1C12}" type="pres">
      <dgm:prSet presAssocID="{438CB94B-0DE6-4FF7-866A-D98B9004EEE8}" presName="vert1" presStyleCnt="0"/>
      <dgm:spPr/>
    </dgm:pt>
    <dgm:pt modelId="{683B8D8D-D882-4389-8D37-206456880594}" type="pres">
      <dgm:prSet presAssocID="{F90515AE-9BE8-412C-886C-CC1BCB39DD63}" presName="thickLine" presStyleLbl="alignNode1" presStyleIdx="4" presStyleCnt="10"/>
      <dgm:spPr/>
    </dgm:pt>
    <dgm:pt modelId="{EF4FD225-3E4D-47D2-9DB0-D3A9EBFB0041}" type="pres">
      <dgm:prSet presAssocID="{F90515AE-9BE8-412C-886C-CC1BCB39DD63}" presName="horz1" presStyleCnt="0"/>
      <dgm:spPr/>
    </dgm:pt>
    <dgm:pt modelId="{4B6BE60F-1447-489E-AB47-973C3E31D31C}" type="pres">
      <dgm:prSet presAssocID="{F90515AE-9BE8-412C-886C-CC1BCB39DD63}" presName="tx1" presStyleLbl="revTx" presStyleIdx="4" presStyleCnt="10"/>
      <dgm:spPr/>
    </dgm:pt>
    <dgm:pt modelId="{C34E4471-55C1-49C9-AC87-8B652ABCE69F}" type="pres">
      <dgm:prSet presAssocID="{F90515AE-9BE8-412C-886C-CC1BCB39DD63}" presName="vert1" presStyleCnt="0"/>
      <dgm:spPr/>
    </dgm:pt>
    <dgm:pt modelId="{C5547E7A-1315-468E-9295-029BE883E2CE}" type="pres">
      <dgm:prSet presAssocID="{1FF514FE-782B-4DBB-8591-4F862CC45AE0}" presName="thickLine" presStyleLbl="alignNode1" presStyleIdx="5" presStyleCnt="10"/>
      <dgm:spPr/>
    </dgm:pt>
    <dgm:pt modelId="{7F2B59EA-5B4A-4F2D-B41B-ADFFD63706FD}" type="pres">
      <dgm:prSet presAssocID="{1FF514FE-782B-4DBB-8591-4F862CC45AE0}" presName="horz1" presStyleCnt="0"/>
      <dgm:spPr/>
    </dgm:pt>
    <dgm:pt modelId="{04585E16-D413-4CF6-AD20-1C5EF9DDF633}" type="pres">
      <dgm:prSet presAssocID="{1FF514FE-782B-4DBB-8591-4F862CC45AE0}" presName="tx1" presStyleLbl="revTx" presStyleIdx="5" presStyleCnt="10"/>
      <dgm:spPr/>
    </dgm:pt>
    <dgm:pt modelId="{CF7C4B51-69BA-4AFC-AFCA-D4FA942149F6}" type="pres">
      <dgm:prSet presAssocID="{1FF514FE-782B-4DBB-8591-4F862CC45AE0}" presName="vert1" presStyleCnt="0"/>
      <dgm:spPr/>
    </dgm:pt>
    <dgm:pt modelId="{A7FED960-F05F-4826-8BBC-C64F77B676E4}" type="pres">
      <dgm:prSet presAssocID="{FA139096-D79D-40B2-8B67-6C4D8D36C6E5}" presName="thickLine" presStyleLbl="alignNode1" presStyleIdx="6" presStyleCnt="10"/>
      <dgm:spPr/>
    </dgm:pt>
    <dgm:pt modelId="{34F83419-6B74-471B-811D-13A0B1753C2F}" type="pres">
      <dgm:prSet presAssocID="{FA139096-D79D-40B2-8B67-6C4D8D36C6E5}" presName="horz1" presStyleCnt="0"/>
      <dgm:spPr/>
    </dgm:pt>
    <dgm:pt modelId="{FD21B55E-94EA-4B27-A406-EAE2C23F59B4}" type="pres">
      <dgm:prSet presAssocID="{FA139096-D79D-40B2-8B67-6C4D8D36C6E5}" presName="tx1" presStyleLbl="revTx" presStyleIdx="6" presStyleCnt="10"/>
      <dgm:spPr/>
    </dgm:pt>
    <dgm:pt modelId="{68D6AAEA-CA3E-45DF-B6CF-D1C1F4868BCD}" type="pres">
      <dgm:prSet presAssocID="{FA139096-D79D-40B2-8B67-6C4D8D36C6E5}" presName="vert1" presStyleCnt="0"/>
      <dgm:spPr/>
    </dgm:pt>
    <dgm:pt modelId="{94899EA7-0CA8-48B6-BD8E-F024D6EC60E5}" type="pres">
      <dgm:prSet presAssocID="{D0A5D2EA-79A1-4980-9BFE-79ADB6BA0F1A}" presName="thickLine" presStyleLbl="alignNode1" presStyleIdx="7" presStyleCnt="10"/>
      <dgm:spPr/>
    </dgm:pt>
    <dgm:pt modelId="{8AA6B61C-040C-486F-BD63-D9E3D06C7681}" type="pres">
      <dgm:prSet presAssocID="{D0A5D2EA-79A1-4980-9BFE-79ADB6BA0F1A}" presName="horz1" presStyleCnt="0"/>
      <dgm:spPr/>
    </dgm:pt>
    <dgm:pt modelId="{FBC4D950-0DED-4FC3-A4C4-3E4791AA4E08}" type="pres">
      <dgm:prSet presAssocID="{D0A5D2EA-79A1-4980-9BFE-79ADB6BA0F1A}" presName="tx1" presStyleLbl="revTx" presStyleIdx="7" presStyleCnt="10"/>
      <dgm:spPr/>
    </dgm:pt>
    <dgm:pt modelId="{18270613-356A-49DE-821B-CCDC470EBF09}" type="pres">
      <dgm:prSet presAssocID="{D0A5D2EA-79A1-4980-9BFE-79ADB6BA0F1A}" presName="vert1" presStyleCnt="0"/>
      <dgm:spPr/>
    </dgm:pt>
    <dgm:pt modelId="{65E0C98F-2917-4552-98E0-E061EAACBD28}" type="pres">
      <dgm:prSet presAssocID="{BE8F3D3A-2FB2-4666-9400-95C516AD28F0}" presName="thickLine" presStyleLbl="alignNode1" presStyleIdx="8" presStyleCnt="10"/>
      <dgm:spPr/>
    </dgm:pt>
    <dgm:pt modelId="{01935651-666A-4245-9122-2295F5162C06}" type="pres">
      <dgm:prSet presAssocID="{BE8F3D3A-2FB2-4666-9400-95C516AD28F0}" presName="horz1" presStyleCnt="0"/>
      <dgm:spPr/>
    </dgm:pt>
    <dgm:pt modelId="{CC38E556-BC40-43CE-8EC6-7E795096C2FA}" type="pres">
      <dgm:prSet presAssocID="{BE8F3D3A-2FB2-4666-9400-95C516AD28F0}" presName="tx1" presStyleLbl="revTx" presStyleIdx="8" presStyleCnt="10"/>
      <dgm:spPr/>
    </dgm:pt>
    <dgm:pt modelId="{DE872447-A4EB-4C54-9359-14D41E120C26}" type="pres">
      <dgm:prSet presAssocID="{BE8F3D3A-2FB2-4666-9400-95C516AD28F0}" presName="vert1" presStyleCnt="0"/>
      <dgm:spPr/>
    </dgm:pt>
    <dgm:pt modelId="{644AB3A1-E2AE-4DCE-9467-0EE931DA9FC1}" type="pres">
      <dgm:prSet presAssocID="{16497103-9872-47E0-9802-F191D777EF9C}" presName="thickLine" presStyleLbl="alignNode1" presStyleIdx="9" presStyleCnt="10"/>
      <dgm:spPr/>
    </dgm:pt>
    <dgm:pt modelId="{C7C39261-4127-4A0B-889C-A8DE4EFAF0F6}" type="pres">
      <dgm:prSet presAssocID="{16497103-9872-47E0-9802-F191D777EF9C}" presName="horz1" presStyleCnt="0"/>
      <dgm:spPr/>
    </dgm:pt>
    <dgm:pt modelId="{EF392E5E-33FE-494B-9766-AC6A112EFAF6}" type="pres">
      <dgm:prSet presAssocID="{16497103-9872-47E0-9802-F191D777EF9C}" presName="tx1" presStyleLbl="revTx" presStyleIdx="9" presStyleCnt="10"/>
      <dgm:spPr/>
    </dgm:pt>
    <dgm:pt modelId="{28EC43CC-0DED-4B7C-834E-2DBB261D3912}" type="pres">
      <dgm:prSet presAssocID="{16497103-9872-47E0-9802-F191D777EF9C}" presName="vert1" presStyleCnt="0"/>
      <dgm:spPr/>
    </dgm:pt>
  </dgm:ptLst>
  <dgm:cxnLst>
    <dgm:cxn modelId="{00FA9803-9027-4096-9210-14C48556B5DE}" srcId="{AD25D003-DDF7-4D88-9300-7503A4C49614}" destId="{777E9542-DDAC-441D-B206-BD8DB1610043}" srcOrd="0" destOrd="0" parTransId="{35D4597D-1BAF-4A25-B459-020295FF3071}" sibTransId="{7E64E021-906F-4EC7-8EA1-74824C483193}"/>
    <dgm:cxn modelId="{537D0E04-4DB1-4646-BFFF-6940BFC0E5CF}" type="presOf" srcId="{777E9542-DDAC-441D-B206-BD8DB1610043}" destId="{15A0D25D-FC6C-4D0F-9502-FEF14C3DE669}" srcOrd="0" destOrd="0" presId="urn:microsoft.com/office/officeart/2008/layout/LinedList"/>
    <dgm:cxn modelId="{6CE9B319-9971-4C1D-ABCD-FB27A3321603}" type="presOf" srcId="{438CB94B-0DE6-4FF7-866A-D98B9004EEE8}" destId="{9ADD8AA5-120F-45A3-B1EA-439B5822F225}" srcOrd="0" destOrd="0" presId="urn:microsoft.com/office/officeart/2008/layout/LinedList"/>
    <dgm:cxn modelId="{9FD5F724-F3BD-46BF-91FD-14DABE4ABF97}" srcId="{AD25D003-DDF7-4D88-9300-7503A4C49614}" destId="{D0A5D2EA-79A1-4980-9BFE-79ADB6BA0F1A}" srcOrd="7" destOrd="0" parTransId="{4D106C5D-3C0A-42FB-B90F-F58638185FE8}" sibTransId="{EA5294E2-75EE-453C-B5B7-209FCDBF8877}"/>
    <dgm:cxn modelId="{AAC66035-7FA1-4B8F-B2DA-9924A56BDF8D}" type="presOf" srcId="{FA139096-D79D-40B2-8B67-6C4D8D36C6E5}" destId="{FD21B55E-94EA-4B27-A406-EAE2C23F59B4}" srcOrd="0" destOrd="0" presId="urn:microsoft.com/office/officeart/2008/layout/LinedList"/>
    <dgm:cxn modelId="{CDAD545E-5AC9-4534-93AD-3A4B6892B238}" srcId="{AD25D003-DDF7-4D88-9300-7503A4C49614}" destId="{16497103-9872-47E0-9802-F191D777EF9C}" srcOrd="9" destOrd="0" parTransId="{3C7A2F62-AD90-4278-B140-B621B8850E50}" sibTransId="{38EC4E2F-D4AA-46F9-ABF4-837A2864B8A5}"/>
    <dgm:cxn modelId="{2ACBB362-D0A0-47F7-AC40-1CA33D0718C3}" srcId="{AD25D003-DDF7-4D88-9300-7503A4C49614}" destId="{BE8F3D3A-2FB2-4666-9400-95C516AD28F0}" srcOrd="8" destOrd="0" parTransId="{489A48A1-62F9-4C41-A71E-AA335F351DF0}" sibTransId="{D2B9BFD6-85A7-4748-B9B2-F3B4DCC8C1B7}"/>
    <dgm:cxn modelId="{529BBB71-DD58-4CD0-981C-75A40C674F7A}" srcId="{AD25D003-DDF7-4D88-9300-7503A4C49614}" destId="{438CB94B-0DE6-4FF7-866A-D98B9004EEE8}" srcOrd="3" destOrd="0" parTransId="{8A920F8F-476C-44F7-8C0C-F9EDFBB4D444}" sibTransId="{85BE19DD-7292-4B38-A222-C9EF791E709F}"/>
    <dgm:cxn modelId="{C49F1E78-1620-4319-90E8-49286360F829}" type="presOf" srcId="{16497103-9872-47E0-9802-F191D777EF9C}" destId="{EF392E5E-33FE-494B-9766-AC6A112EFAF6}" srcOrd="0" destOrd="0" presId="urn:microsoft.com/office/officeart/2008/layout/LinedList"/>
    <dgm:cxn modelId="{54EC4587-5B4A-4E3B-BEAB-278C5C66F869}" type="presOf" srcId="{32F738ED-BC8C-46E4-A98F-D15DC36629F1}" destId="{00864821-0A14-4AB2-AEEF-798246E65334}" srcOrd="0" destOrd="0" presId="urn:microsoft.com/office/officeart/2008/layout/LinedList"/>
    <dgm:cxn modelId="{BD976589-5FB6-4AEF-9214-C79D5B968F01}" type="presOf" srcId="{BE8F3D3A-2FB2-4666-9400-95C516AD28F0}" destId="{CC38E556-BC40-43CE-8EC6-7E795096C2FA}" srcOrd="0" destOrd="0" presId="urn:microsoft.com/office/officeart/2008/layout/LinedList"/>
    <dgm:cxn modelId="{816AC3AA-5693-40B9-A8CD-7697F33E3DE3}" type="presOf" srcId="{D0A5D2EA-79A1-4980-9BFE-79ADB6BA0F1A}" destId="{FBC4D950-0DED-4FC3-A4C4-3E4791AA4E08}" srcOrd="0" destOrd="0" presId="urn:microsoft.com/office/officeart/2008/layout/LinedList"/>
    <dgm:cxn modelId="{7B1333AD-9A02-4E88-8BCF-F1ACBCC03BEA}" srcId="{AD25D003-DDF7-4D88-9300-7503A4C49614}" destId="{FA139096-D79D-40B2-8B67-6C4D8D36C6E5}" srcOrd="6" destOrd="0" parTransId="{EF069720-3E1D-4364-85B2-E81D4287151A}" sibTransId="{AAB94BB6-FA30-40EE-9990-29E40A3BD43C}"/>
    <dgm:cxn modelId="{D3147BBE-379E-4F3B-805C-B53B4CEC069F}" srcId="{AD25D003-DDF7-4D88-9300-7503A4C49614}" destId="{72BD2BB9-C37A-4339-994B-368A803E6CFA}" srcOrd="1" destOrd="0" parTransId="{2EDFF22E-BCF7-4289-9831-014B7B2CA7C1}" sibTransId="{930CEA23-562E-4F34-8D1B-EA7F77C37A11}"/>
    <dgm:cxn modelId="{4CDC9EC5-0420-4429-AAE7-ECCFB1CE6052}" srcId="{AD25D003-DDF7-4D88-9300-7503A4C49614}" destId="{F90515AE-9BE8-412C-886C-CC1BCB39DD63}" srcOrd="4" destOrd="0" parTransId="{5BE37685-E3F4-464D-8160-07284BFE1086}" sibTransId="{037E4A27-D5D0-4666-BD89-E8DE080F7FC3}"/>
    <dgm:cxn modelId="{CD0740CA-4C8E-4CD7-97E4-A41DDA239C07}" type="presOf" srcId="{72BD2BB9-C37A-4339-994B-368A803E6CFA}" destId="{0A493EA2-C42B-440B-9C8B-0D22F9005128}" srcOrd="0" destOrd="0" presId="urn:microsoft.com/office/officeart/2008/layout/LinedList"/>
    <dgm:cxn modelId="{072259CC-00A8-47CB-B4F3-0177FC2F6177}" srcId="{AD25D003-DDF7-4D88-9300-7503A4C49614}" destId="{1FF514FE-782B-4DBB-8591-4F862CC45AE0}" srcOrd="5" destOrd="0" parTransId="{04D281B6-56AE-4E71-A5A9-D750C9F92FE1}" sibTransId="{49856633-6300-4E12-B0D1-92B48BF55B92}"/>
    <dgm:cxn modelId="{142E36CD-3D6C-4EAB-940B-6CE246EC2884}" srcId="{AD25D003-DDF7-4D88-9300-7503A4C49614}" destId="{32F738ED-BC8C-46E4-A98F-D15DC36629F1}" srcOrd="2" destOrd="0" parTransId="{ED1A7874-BCE1-4D26-A46B-E0C3A41FDDA3}" sibTransId="{F7715827-22C1-4CD5-966C-FE5187B37C70}"/>
    <dgm:cxn modelId="{2A10B6CF-175A-44DE-A557-337F83E3A3F5}" type="presOf" srcId="{AD25D003-DDF7-4D88-9300-7503A4C49614}" destId="{4E916736-17E9-4E58-A52B-04FF15535C40}" srcOrd="0" destOrd="0" presId="urn:microsoft.com/office/officeart/2008/layout/LinedList"/>
    <dgm:cxn modelId="{6F8571E2-8AAD-4B6C-9170-E98E832F28D8}" type="presOf" srcId="{F90515AE-9BE8-412C-886C-CC1BCB39DD63}" destId="{4B6BE60F-1447-489E-AB47-973C3E31D31C}" srcOrd="0" destOrd="0" presId="urn:microsoft.com/office/officeart/2008/layout/LinedList"/>
    <dgm:cxn modelId="{A8AB72F3-06BE-473A-8684-E389359AFE30}" type="presOf" srcId="{1FF514FE-782B-4DBB-8591-4F862CC45AE0}" destId="{04585E16-D413-4CF6-AD20-1C5EF9DDF633}" srcOrd="0" destOrd="0" presId="urn:microsoft.com/office/officeart/2008/layout/LinedList"/>
    <dgm:cxn modelId="{484A89F0-9C79-46A0-BC7F-3C4E8D43A5ED}" type="presParOf" srcId="{4E916736-17E9-4E58-A52B-04FF15535C40}" destId="{E3ECC0F5-DE78-4FF5-915D-46D3B8B3CBA4}" srcOrd="0" destOrd="0" presId="urn:microsoft.com/office/officeart/2008/layout/LinedList"/>
    <dgm:cxn modelId="{2F93786D-34F6-4379-A22A-57CB4174B84A}" type="presParOf" srcId="{4E916736-17E9-4E58-A52B-04FF15535C40}" destId="{F096C751-E54B-481E-ABF6-15BEAE8E881E}" srcOrd="1" destOrd="0" presId="urn:microsoft.com/office/officeart/2008/layout/LinedList"/>
    <dgm:cxn modelId="{7C60C316-F3EC-4D4C-BCAD-D96541B9EB1A}" type="presParOf" srcId="{F096C751-E54B-481E-ABF6-15BEAE8E881E}" destId="{15A0D25D-FC6C-4D0F-9502-FEF14C3DE669}" srcOrd="0" destOrd="0" presId="urn:microsoft.com/office/officeart/2008/layout/LinedList"/>
    <dgm:cxn modelId="{B8D28CAD-9FA8-42B1-9E14-3200DA99A604}" type="presParOf" srcId="{F096C751-E54B-481E-ABF6-15BEAE8E881E}" destId="{A58E5A7B-AAD7-4B6D-98B1-602E3A254984}" srcOrd="1" destOrd="0" presId="urn:microsoft.com/office/officeart/2008/layout/LinedList"/>
    <dgm:cxn modelId="{2026125C-E68C-4137-9FC9-EF31667A0FFE}" type="presParOf" srcId="{4E916736-17E9-4E58-A52B-04FF15535C40}" destId="{92802340-68D7-4A1D-B8B8-847C3EAECF91}" srcOrd="2" destOrd="0" presId="urn:microsoft.com/office/officeart/2008/layout/LinedList"/>
    <dgm:cxn modelId="{E9C07891-CBEC-4FF5-B61E-7D42F19A7423}" type="presParOf" srcId="{4E916736-17E9-4E58-A52B-04FF15535C40}" destId="{773FD9EC-30A3-4DD4-84D7-FEE0B24CC11E}" srcOrd="3" destOrd="0" presId="urn:microsoft.com/office/officeart/2008/layout/LinedList"/>
    <dgm:cxn modelId="{FBE7FDBB-CABB-4864-B296-4542983DEBFA}" type="presParOf" srcId="{773FD9EC-30A3-4DD4-84D7-FEE0B24CC11E}" destId="{0A493EA2-C42B-440B-9C8B-0D22F9005128}" srcOrd="0" destOrd="0" presId="urn:microsoft.com/office/officeart/2008/layout/LinedList"/>
    <dgm:cxn modelId="{86802192-CAFD-4BDE-979C-3213207D7D2B}" type="presParOf" srcId="{773FD9EC-30A3-4DD4-84D7-FEE0B24CC11E}" destId="{C7B63AC1-DB81-4472-AB0C-DA6913AEF5DA}" srcOrd="1" destOrd="0" presId="urn:microsoft.com/office/officeart/2008/layout/LinedList"/>
    <dgm:cxn modelId="{F1A26E73-E7CA-4461-ABB9-84D4E89B2D35}" type="presParOf" srcId="{4E916736-17E9-4E58-A52B-04FF15535C40}" destId="{541DB1C0-82F3-4A36-B2D5-713470E39D8E}" srcOrd="4" destOrd="0" presId="urn:microsoft.com/office/officeart/2008/layout/LinedList"/>
    <dgm:cxn modelId="{70DC94D7-B57D-49A7-96A7-14C19F5ED714}" type="presParOf" srcId="{4E916736-17E9-4E58-A52B-04FF15535C40}" destId="{4DDBC757-B544-4D45-BD40-03CDA02A42C1}" srcOrd="5" destOrd="0" presId="urn:microsoft.com/office/officeart/2008/layout/LinedList"/>
    <dgm:cxn modelId="{ED96B041-031A-49CD-B8CA-665444FF060B}" type="presParOf" srcId="{4DDBC757-B544-4D45-BD40-03CDA02A42C1}" destId="{00864821-0A14-4AB2-AEEF-798246E65334}" srcOrd="0" destOrd="0" presId="urn:microsoft.com/office/officeart/2008/layout/LinedList"/>
    <dgm:cxn modelId="{E31B3F25-E141-4679-B055-B456E941FCB3}" type="presParOf" srcId="{4DDBC757-B544-4D45-BD40-03CDA02A42C1}" destId="{824ED3F3-A581-4AAF-9D8E-AA44D3A177CF}" srcOrd="1" destOrd="0" presId="urn:microsoft.com/office/officeart/2008/layout/LinedList"/>
    <dgm:cxn modelId="{4E8B8610-2AD4-4803-A3FC-6A881BEC8467}" type="presParOf" srcId="{4E916736-17E9-4E58-A52B-04FF15535C40}" destId="{07CFD766-E19D-4C87-9519-93AB438FDC6C}" srcOrd="6" destOrd="0" presId="urn:microsoft.com/office/officeart/2008/layout/LinedList"/>
    <dgm:cxn modelId="{EE68ADDD-8982-4455-8919-5E97DE328EBF}" type="presParOf" srcId="{4E916736-17E9-4E58-A52B-04FF15535C40}" destId="{4AB30E3B-B5D5-4F08-AB74-9F8024D24570}" srcOrd="7" destOrd="0" presId="urn:microsoft.com/office/officeart/2008/layout/LinedList"/>
    <dgm:cxn modelId="{0B55C225-7140-481B-8D2D-502ACCD78AE8}" type="presParOf" srcId="{4AB30E3B-B5D5-4F08-AB74-9F8024D24570}" destId="{9ADD8AA5-120F-45A3-B1EA-439B5822F225}" srcOrd="0" destOrd="0" presId="urn:microsoft.com/office/officeart/2008/layout/LinedList"/>
    <dgm:cxn modelId="{255B370A-3F20-442B-9172-8E448D67D61B}" type="presParOf" srcId="{4AB30E3B-B5D5-4F08-AB74-9F8024D24570}" destId="{10A4B79D-0EAC-4497-90D4-2B4F941E1C12}" srcOrd="1" destOrd="0" presId="urn:microsoft.com/office/officeart/2008/layout/LinedList"/>
    <dgm:cxn modelId="{615CA95B-F96D-4E90-963B-128B5D4E91F1}" type="presParOf" srcId="{4E916736-17E9-4E58-A52B-04FF15535C40}" destId="{683B8D8D-D882-4389-8D37-206456880594}" srcOrd="8" destOrd="0" presId="urn:microsoft.com/office/officeart/2008/layout/LinedList"/>
    <dgm:cxn modelId="{FFE3EB6A-26DA-4E92-B5BF-FD65E95B2633}" type="presParOf" srcId="{4E916736-17E9-4E58-A52B-04FF15535C40}" destId="{EF4FD225-3E4D-47D2-9DB0-D3A9EBFB0041}" srcOrd="9" destOrd="0" presId="urn:microsoft.com/office/officeart/2008/layout/LinedList"/>
    <dgm:cxn modelId="{BDB72D0C-4EFD-4D65-8108-0D0D069388A8}" type="presParOf" srcId="{EF4FD225-3E4D-47D2-9DB0-D3A9EBFB0041}" destId="{4B6BE60F-1447-489E-AB47-973C3E31D31C}" srcOrd="0" destOrd="0" presId="urn:microsoft.com/office/officeart/2008/layout/LinedList"/>
    <dgm:cxn modelId="{C88EB7AD-5E51-4B32-AD41-826B5E40079A}" type="presParOf" srcId="{EF4FD225-3E4D-47D2-9DB0-D3A9EBFB0041}" destId="{C34E4471-55C1-49C9-AC87-8B652ABCE69F}" srcOrd="1" destOrd="0" presId="urn:microsoft.com/office/officeart/2008/layout/LinedList"/>
    <dgm:cxn modelId="{364EFB69-3615-4409-881C-32EA74873A6A}" type="presParOf" srcId="{4E916736-17E9-4E58-A52B-04FF15535C40}" destId="{C5547E7A-1315-468E-9295-029BE883E2CE}" srcOrd="10" destOrd="0" presId="urn:microsoft.com/office/officeart/2008/layout/LinedList"/>
    <dgm:cxn modelId="{D9B7EC75-27BC-44D5-80A7-BB80114C8C6E}" type="presParOf" srcId="{4E916736-17E9-4E58-A52B-04FF15535C40}" destId="{7F2B59EA-5B4A-4F2D-B41B-ADFFD63706FD}" srcOrd="11" destOrd="0" presId="urn:microsoft.com/office/officeart/2008/layout/LinedList"/>
    <dgm:cxn modelId="{BA654DE0-0B3E-4349-A0F5-27E492436ED2}" type="presParOf" srcId="{7F2B59EA-5B4A-4F2D-B41B-ADFFD63706FD}" destId="{04585E16-D413-4CF6-AD20-1C5EF9DDF633}" srcOrd="0" destOrd="0" presId="urn:microsoft.com/office/officeart/2008/layout/LinedList"/>
    <dgm:cxn modelId="{D772AA19-DC78-4813-BA7A-AE5E9953A777}" type="presParOf" srcId="{7F2B59EA-5B4A-4F2D-B41B-ADFFD63706FD}" destId="{CF7C4B51-69BA-4AFC-AFCA-D4FA942149F6}" srcOrd="1" destOrd="0" presId="urn:microsoft.com/office/officeart/2008/layout/LinedList"/>
    <dgm:cxn modelId="{9D287DF0-CFBE-435B-A918-0F1E0DE332E7}" type="presParOf" srcId="{4E916736-17E9-4E58-A52B-04FF15535C40}" destId="{A7FED960-F05F-4826-8BBC-C64F77B676E4}" srcOrd="12" destOrd="0" presId="urn:microsoft.com/office/officeart/2008/layout/LinedList"/>
    <dgm:cxn modelId="{6DAECB3D-6B67-4DE7-9BBB-F8BACA82891B}" type="presParOf" srcId="{4E916736-17E9-4E58-A52B-04FF15535C40}" destId="{34F83419-6B74-471B-811D-13A0B1753C2F}" srcOrd="13" destOrd="0" presId="urn:microsoft.com/office/officeart/2008/layout/LinedList"/>
    <dgm:cxn modelId="{11E8E2FE-F357-4E5B-AFBB-FAA70B5F549C}" type="presParOf" srcId="{34F83419-6B74-471B-811D-13A0B1753C2F}" destId="{FD21B55E-94EA-4B27-A406-EAE2C23F59B4}" srcOrd="0" destOrd="0" presId="urn:microsoft.com/office/officeart/2008/layout/LinedList"/>
    <dgm:cxn modelId="{91BA4E9B-06A3-4A36-A858-BF47FDDD9BC0}" type="presParOf" srcId="{34F83419-6B74-471B-811D-13A0B1753C2F}" destId="{68D6AAEA-CA3E-45DF-B6CF-D1C1F4868BCD}" srcOrd="1" destOrd="0" presId="urn:microsoft.com/office/officeart/2008/layout/LinedList"/>
    <dgm:cxn modelId="{8B740FFE-CA23-49A8-AE28-F15008CF611A}" type="presParOf" srcId="{4E916736-17E9-4E58-A52B-04FF15535C40}" destId="{94899EA7-0CA8-48B6-BD8E-F024D6EC60E5}" srcOrd="14" destOrd="0" presId="urn:microsoft.com/office/officeart/2008/layout/LinedList"/>
    <dgm:cxn modelId="{34C1C6DC-E1D4-4269-BA98-70C0B59F8AF5}" type="presParOf" srcId="{4E916736-17E9-4E58-A52B-04FF15535C40}" destId="{8AA6B61C-040C-486F-BD63-D9E3D06C7681}" srcOrd="15" destOrd="0" presId="urn:microsoft.com/office/officeart/2008/layout/LinedList"/>
    <dgm:cxn modelId="{7F8B8483-9323-4007-AD06-27B8FA0D1677}" type="presParOf" srcId="{8AA6B61C-040C-486F-BD63-D9E3D06C7681}" destId="{FBC4D950-0DED-4FC3-A4C4-3E4791AA4E08}" srcOrd="0" destOrd="0" presId="urn:microsoft.com/office/officeart/2008/layout/LinedList"/>
    <dgm:cxn modelId="{9AFADE9E-95D7-44B6-82BE-1FF6C59B7990}" type="presParOf" srcId="{8AA6B61C-040C-486F-BD63-D9E3D06C7681}" destId="{18270613-356A-49DE-821B-CCDC470EBF09}" srcOrd="1" destOrd="0" presId="urn:microsoft.com/office/officeart/2008/layout/LinedList"/>
    <dgm:cxn modelId="{6F90253A-1BEA-4F08-82DF-E736BF2399A2}" type="presParOf" srcId="{4E916736-17E9-4E58-A52B-04FF15535C40}" destId="{65E0C98F-2917-4552-98E0-E061EAACBD28}" srcOrd="16" destOrd="0" presId="urn:microsoft.com/office/officeart/2008/layout/LinedList"/>
    <dgm:cxn modelId="{6DB556F0-8C51-4EDF-A8CF-6C6BC1875A79}" type="presParOf" srcId="{4E916736-17E9-4E58-A52B-04FF15535C40}" destId="{01935651-666A-4245-9122-2295F5162C06}" srcOrd="17" destOrd="0" presId="urn:microsoft.com/office/officeart/2008/layout/LinedList"/>
    <dgm:cxn modelId="{E4A217D2-B7F9-4D05-9C1A-67F030D100D9}" type="presParOf" srcId="{01935651-666A-4245-9122-2295F5162C06}" destId="{CC38E556-BC40-43CE-8EC6-7E795096C2FA}" srcOrd="0" destOrd="0" presId="urn:microsoft.com/office/officeart/2008/layout/LinedList"/>
    <dgm:cxn modelId="{577AFDE3-0102-4E4F-99BC-97BD99297039}" type="presParOf" srcId="{01935651-666A-4245-9122-2295F5162C06}" destId="{DE872447-A4EB-4C54-9359-14D41E120C26}" srcOrd="1" destOrd="0" presId="urn:microsoft.com/office/officeart/2008/layout/LinedList"/>
    <dgm:cxn modelId="{14C8523A-C0F6-48B5-BBD8-87CBA733271C}" type="presParOf" srcId="{4E916736-17E9-4E58-A52B-04FF15535C40}" destId="{644AB3A1-E2AE-4DCE-9467-0EE931DA9FC1}" srcOrd="18" destOrd="0" presId="urn:microsoft.com/office/officeart/2008/layout/LinedList"/>
    <dgm:cxn modelId="{B731E16B-7051-4B3F-B2F7-B1607E8B8DCB}" type="presParOf" srcId="{4E916736-17E9-4E58-A52B-04FF15535C40}" destId="{C7C39261-4127-4A0B-889C-A8DE4EFAF0F6}" srcOrd="19" destOrd="0" presId="urn:microsoft.com/office/officeart/2008/layout/LinedList"/>
    <dgm:cxn modelId="{BC7B2175-A633-4CB0-B9F0-C3240D30C6DB}" type="presParOf" srcId="{C7C39261-4127-4A0B-889C-A8DE4EFAF0F6}" destId="{EF392E5E-33FE-494B-9766-AC6A112EFAF6}" srcOrd="0" destOrd="0" presId="urn:microsoft.com/office/officeart/2008/layout/LinedList"/>
    <dgm:cxn modelId="{B03B3C76-6DB4-433D-AE0B-26279F11D769}" type="presParOf" srcId="{C7C39261-4127-4A0B-889C-A8DE4EFAF0F6}" destId="{28EC43CC-0DED-4B7C-834E-2DBB261D391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08681-5CA4-4C52-B793-20F5A2C09690}">
      <dsp:nvSpPr>
        <dsp:cNvPr id="0" name=""/>
        <dsp:cNvSpPr/>
      </dsp:nvSpPr>
      <dsp:spPr>
        <a:xfrm>
          <a:off x="177" y="195889"/>
          <a:ext cx="3102755" cy="3074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4E8EFF-C633-472B-8185-03B3A6E392D7}">
      <dsp:nvSpPr>
        <dsp:cNvPr id="0" name=""/>
        <dsp:cNvSpPr/>
      </dsp:nvSpPr>
      <dsp:spPr>
        <a:xfrm>
          <a:off x="342117" y="520731"/>
          <a:ext cx="3102755" cy="30745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Times New Roman" panose="02020603050405020304" pitchFamily="18" charset="0"/>
              <a:cs typeface="Times New Roman" panose="02020603050405020304" pitchFamily="18" charset="0"/>
            </a:rPr>
            <a:t>Ecological impacts: habitat loss and fragmentation</a:t>
          </a:r>
          <a:r>
            <a:rPr lang="en-US" sz="3200" kern="1200" dirty="0"/>
            <a:t>.</a:t>
          </a:r>
        </a:p>
      </dsp:txBody>
      <dsp:txXfrm>
        <a:off x="432169" y="610783"/>
        <a:ext cx="2922651" cy="2894495"/>
      </dsp:txXfrm>
    </dsp:sp>
    <dsp:sp modelId="{6F625B94-13F6-49A7-9221-54646C3C96A7}">
      <dsp:nvSpPr>
        <dsp:cNvPr id="0" name=""/>
        <dsp:cNvSpPr/>
      </dsp:nvSpPr>
      <dsp:spPr>
        <a:xfrm>
          <a:off x="3823342" y="204116"/>
          <a:ext cx="3758623" cy="34367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FCF993-AF53-4EC9-AE32-D29DC5E92A8D}">
      <dsp:nvSpPr>
        <dsp:cNvPr id="0" name=""/>
        <dsp:cNvSpPr/>
      </dsp:nvSpPr>
      <dsp:spPr>
        <a:xfrm>
          <a:off x="4165282" y="528959"/>
          <a:ext cx="3758623" cy="34367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Times New Roman" panose="02020603050405020304" pitchFamily="18" charset="0"/>
              <a:cs typeface="Times New Roman" panose="02020603050405020304" pitchFamily="18" charset="0"/>
            </a:rPr>
            <a:t>Cultural impacts: central to traditional cuisines, cultural festivals, and rituals, symbolizing cultural identity and heritage.</a:t>
          </a:r>
        </a:p>
      </dsp:txBody>
      <dsp:txXfrm>
        <a:off x="4265940" y="629617"/>
        <a:ext cx="3557307" cy="3235413"/>
      </dsp:txXfrm>
    </dsp:sp>
    <dsp:sp modelId="{B5C92597-60C7-4F06-8816-67303B4265AF}">
      <dsp:nvSpPr>
        <dsp:cNvPr id="0" name=""/>
        <dsp:cNvSpPr/>
      </dsp:nvSpPr>
      <dsp:spPr>
        <a:xfrm>
          <a:off x="8109387" y="293324"/>
          <a:ext cx="3158765" cy="29748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424786-8E3A-431D-B973-6C1669DBE1BE}">
      <dsp:nvSpPr>
        <dsp:cNvPr id="0" name=""/>
        <dsp:cNvSpPr/>
      </dsp:nvSpPr>
      <dsp:spPr>
        <a:xfrm>
          <a:off x="8451327" y="618167"/>
          <a:ext cx="3158765" cy="297489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Times New Roman" panose="02020603050405020304" pitchFamily="18" charset="0"/>
              <a:cs typeface="Times New Roman" panose="02020603050405020304" pitchFamily="18" charset="0"/>
            </a:rPr>
            <a:t>Socioeconomic: altered ecosystem services</a:t>
          </a:r>
          <a:r>
            <a:rPr lang="en-US" sz="3200" kern="1200" dirty="0"/>
            <a:t>.</a:t>
          </a:r>
        </a:p>
      </dsp:txBody>
      <dsp:txXfrm>
        <a:off x="8538459" y="705299"/>
        <a:ext cx="2984501" cy="28006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FC071-8D3D-402F-8474-9C06405C9F70}">
      <dsp:nvSpPr>
        <dsp:cNvPr id="0" name=""/>
        <dsp:cNvSpPr/>
      </dsp:nvSpPr>
      <dsp:spPr>
        <a:xfrm>
          <a:off x="679050" y="321110"/>
          <a:ext cx="1887187" cy="18871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719709-8F35-41BF-94EE-EE698DB4C48B}">
      <dsp:nvSpPr>
        <dsp:cNvPr id="0" name=""/>
        <dsp:cNvSpPr/>
      </dsp:nvSpPr>
      <dsp:spPr>
        <a:xfrm>
          <a:off x="1081237" y="723298"/>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BC422E-C5C9-459A-BF25-68EFE2C5CCDC}">
      <dsp:nvSpPr>
        <dsp:cNvPr id="0" name=""/>
        <dsp:cNvSpPr/>
      </dsp:nvSpPr>
      <dsp:spPr>
        <a:xfrm>
          <a:off x="75768" y="2796110"/>
          <a:ext cx="3093750" cy="1234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cap="all"/>
          </a:pPr>
          <a:r>
            <a:rPr lang="en-US" sz="2800" kern="1200" dirty="0">
              <a:latin typeface="Times New Roman" panose="02020603050405020304" pitchFamily="18" charset="0"/>
              <a:cs typeface="Times New Roman" panose="02020603050405020304" pitchFamily="18" charset="0"/>
            </a:rPr>
            <a:t>Food security and sustenance</a:t>
          </a:r>
        </a:p>
      </dsp:txBody>
      <dsp:txXfrm>
        <a:off x="75768" y="2796110"/>
        <a:ext cx="3093750" cy="1234116"/>
      </dsp:txXfrm>
    </dsp:sp>
    <dsp:sp modelId="{28DE39C7-6051-40D7-84F6-A4F8B74E5DDE}">
      <dsp:nvSpPr>
        <dsp:cNvPr id="0" name=""/>
        <dsp:cNvSpPr/>
      </dsp:nvSpPr>
      <dsp:spPr>
        <a:xfrm>
          <a:off x="4314206" y="321110"/>
          <a:ext cx="1887187" cy="18871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8B9FF8-2EA1-4A85-AAF5-AD44D6A283E0}">
      <dsp:nvSpPr>
        <dsp:cNvPr id="0" name=""/>
        <dsp:cNvSpPr/>
      </dsp:nvSpPr>
      <dsp:spPr>
        <a:xfrm>
          <a:off x="4716393" y="723298"/>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A5A6BC-F597-452E-B6A1-75EF5DF43804}">
      <dsp:nvSpPr>
        <dsp:cNvPr id="0" name=""/>
        <dsp:cNvSpPr/>
      </dsp:nvSpPr>
      <dsp:spPr>
        <a:xfrm>
          <a:off x="3710925" y="2796110"/>
          <a:ext cx="3093750" cy="1234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cap="all"/>
          </a:pPr>
          <a:r>
            <a:rPr lang="en-US" sz="2800" kern="1200" dirty="0">
              <a:latin typeface="Times New Roman" panose="02020603050405020304" pitchFamily="18" charset="0"/>
              <a:cs typeface="Times New Roman" panose="02020603050405020304" pitchFamily="18" charset="0"/>
            </a:rPr>
            <a:t>Agricultural productivity</a:t>
          </a:r>
          <a:r>
            <a:rPr lang="en-US" sz="2700" kern="1200" dirty="0"/>
            <a:t>.</a:t>
          </a:r>
        </a:p>
      </dsp:txBody>
      <dsp:txXfrm>
        <a:off x="3710925" y="2796110"/>
        <a:ext cx="3093750" cy="1234116"/>
      </dsp:txXfrm>
    </dsp:sp>
    <dsp:sp modelId="{0B795518-8A7A-4357-A35C-859EB846B07E}">
      <dsp:nvSpPr>
        <dsp:cNvPr id="0" name=""/>
        <dsp:cNvSpPr/>
      </dsp:nvSpPr>
      <dsp:spPr>
        <a:xfrm>
          <a:off x="7949362" y="321110"/>
          <a:ext cx="1887187" cy="18871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6A02F2-54C1-43F9-B7B8-3ABAE2B79856}">
      <dsp:nvSpPr>
        <dsp:cNvPr id="0" name=""/>
        <dsp:cNvSpPr/>
      </dsp:nvSpPr>
      <dsp:spPr>
        <a:xfrm>
          <a:off x="8351550" y="723298"/>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7BD02D-555F-4232-9C18-89A6383C1013}">
      <dsp:nvSpPr>
        <dsp:cNvPr id="0" name=""/>
        <dsp:cNvSpPr/>
      </dsp:nvSpPr>
      <dsp:spPr>
        <a:xfrm>
          <a:off x="7346081" y="2796110"/>
          <a:ext cx="3093750" cy="1234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cap="all"/>
          </a:pPr>
          <a:r>
            <a:rPr lang="en-US" sz="2800" kern="1200" dirty="0">
              <a:latin typeface="Times New Roman" panose="02020603050405020304" pitchFamily="18" charset="0"/>
              <a:cs typeface="Times New Roman" panose="02020603050405020304" pitchFamily="18" charset="0"/>
            </a:rPr>
            <a:t>Economic benefits</a:t>
          </a:r>
        </a:p>
      </dsp:txBody>
      <dsp:txXfrm>
        <a:off x="7346081" y="2796110"/>
        <a:ext cx="3093750" cy="12341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CC0F5-DE78-4FF5-915D-46D3B8B3CBA4}">
      <dsp:nvSpPr>
        <dsp:cNvPr id="0" name=""/>
        <dsp:cNvSpPr/>
      </dsp:nvSpPr>
      <dsp:spPr>
        <a:xfrm>
          <a:off x="0" y="549"/>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A0D25D-FC6C-4D0F-9502-FEF14C3DE669}">
      <dsp:nvSpPr>
        <dsp:cNvPr id="0" name=""/>
        <dsp:cNvSpPr/>
      </dsp:nvSpPr>
      <dsp:spPr>
        <a:xfrm>
          <a:off x="0" y="549"/>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9215419 OPOKU, William Clinton.</a:t>
          </a:r>
        </a:p>
      </dsp:txBody>
      <dsp:txXfrm>
        <a:off x="0" y="549"/>
        <a:ext cx="10762957" cy="449924"/>
      </dsp:txXfrm>
    </dsp:sp>
    <dsp:sp modelId="{92802340-68D7-4A1D-B8B8-847C3EAECF91}">
      <dsp:nvSpPr>
        <dsp:cNvPr id="0" name=""/>
        <dsp:cNvSpPr/>
      </dsp:nvSpPr>
      <dsp:spPr>
        <a:xfrm>
          <a:off x="0" y="450473"/>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493EA2-C42B-440B-9C8B-0D22F9005128}">
      <dsp:nvSpPr>
        <dsp:cNvPr id="0" name=""/>
        <dsp:cNvSpPr/>
      </dsp:nvSpPr>
      <dsp:spPr>
        <a:xfrm>
          <a:off x="0" y="450473"/>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9213419 NKETIA, </a:t>
          </a:r>
          <a:r>
            <a:rPr lang="en-US" sz="2000" kern="1200" dirty="0" err="1">
              <a:latin typeface="Times New Roman" panose="02020603050405020304" pitchFamily="18" charset="0"/>
              <a:cs typeface="Times New Roman" panose="02020603050405020304" pitchFamily="18" charset="0"/>
            </a:rPr>
            <a:t>Korankye</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Asiedua</a:t>
          </a:r>
          <a:r>
            <a:rPr lang="en-US" sz="2000" kern="1200" dirty="0"/>
            <a:t>.</a:t>
          </a:r>
        </a:p>
      </dsp:txBody>
      <dsp:txXfrm>
        <a:off x="0" y="450473"/>
        <a:ext cx="10762957" cy="449924"/>
      </dsp:txXfrm>
    </dsp:sp>
    <dsp:sp modelId="{541DB1C0-82F3-4A36-B2D5-713470E39D8E}">
      <dsp:nvSpPr>
        <dsp:cNvPr id="0" name=""/>
        <dsp:cNvSpPr/>
      </dsp:nvSpPr>
      <dsp:spPr>
        <a:xfrm>
          <a:off x="0" y="900398"/>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864821-0A14-4AB2-AEEF-798246E65334}">
      <dsp:nvSpPr>
        <dsp:cNvPr id="0" name=""/>
        <dsp:cNvSpPr/>
      </dsp:nvSpPr>
      <dsp:spPr>
        <a:xfrm>
          <a:off x="0" y="900398"/>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9193419 ABOAGYE, Reena </a:t>
          </a:r>
          <a:r>
            <a:rPr lang="en-US" sz="2000" kern="1200" dirty="0" err="1">
              <a:latin typeface="Times New Roman" panose="02020603050405020304" pitchFamily="18" charset="0"/>
              <a:cs typeface="Times New Roman" panose="02020603050405020304" pitchFamily="18" charset="0"/>
            </a:rPr>
            <a:t>Baaba</a:t>
          </a:r>
          <a:r>
            <a:rPr lang="en-US" sz="2000" kern="1200" dirty="0"/>
            <a:t>.</a:t>
          </a:r>
        </a:p>
      </dsp:txBody>
      <dsp:txXfrm>
        <a:off x="0" y="900398"/>
        <a:ext cx="10762957" cy="449924"/>
      </dsp:txXfrm>
    </dsp:sp>
    <dsp:sp modelId="{07CFD766-E19D-4C87-9519-93AB438FDC6C}">
      <dsp:nvSpPr>
        <dsp:cNvPr id="0" name=""/>
        <dsp:cNvSpPr/>
      </dsp:nvSpPr>
      <dsp:spPr>
        <a:xfrm>
          <a:off x="0" y="1350322"/>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DD8AA5-120F-45A3-B1EA-439B5822F225}">
      <dsp:nvSpPr>
        <dsp:cNvPr id="0" name=""/>
        <dsp:cNvSpPr/>
      </dsp:nvSpPr>
      <dsp:spPr>
        <a:xfrm>
          <a:off x="0" y="1350322"/>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9200819 ANYEMI, Eva </a:t>
          </a:r>
          <a:r>
            <a:rPr lang="en-US" sz="2000" kern="1200" dirty="0" err="1">
              <a:latin typeface="Times New Roman" panose="02020603050405020304" pitchFamily="18" charset="0"/>
              <a:cs typeface="Times New Roman" panose="02020603050405020304" pitchFamily="18" charset="0"/>
            </a:rPr>
            <a:t>Dedaa</a:t>
          </a:r>
          <a:r>
            <a:rPr lang="en-US" sz="2000" kern="1200" dirty="0"/>
            <a:t>.</a:t>
          </a:r>
        </a:p>
      </dsp:txBody>
      <dsp:txXfrm>
        <a:off x="0" y="1350322"/>
        <a:ext cx="10762957" cy="449924"/>
      </dsp:txXfrm>
    </dsp:sp>
    <dsp:sp modelId="{683B8D8D-D882-4389-8D37-206456880594}">
      <dsp:nvSpPr>
        <dsp:cNvPr id="0" name=""/>
        <dsp:cNvSpPr/>
      </dsp:nvSpPr>
      <dsp:spPr>
        <a:xfrm>
          <a:off x="0" y="1800247"/>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6BE60F-1447-489E-AB47-973C3E31D31C}">
      <dsp:nvSpPr>
        <dsp:cNvPr id="0" name=""/>
        <dsp:cNvSpPr/>
      </dsp:nvSpPr>
      <dsp:spPr>
        <a:xfrm>
          <a:off x="0" y="1800247"/>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9201119 APPIAH, Josephine</a:t>
          </a:r>
          <a:r>
            <a:rPr lang="en-US" sz="2000" kern="1200" dirty="0"/>
            <a:t>.</a:t>
          </a:r>
        </a:p>
      </dsp:txBody>
      <dsp:txXfrm>
        <a:off x="0" y="1800247"/>
        <a:ext cx="10762957" cy="449924"/>
      </dsp:txXfrm>
    </dsp:sp>
    <dsp:sp modelId="{C5547E7A-1315-468E-9295-029BE883E2CE}">
      <dsp:nvSpPr>
        <dsp:cNvPr id="0" name=""/>
        <dsp:cNvSpPr/>
      </dsp:nvSpPr>
      <dsp:spPr>
        <a:xfrm>
          <a:off x="0" y="2250171"/>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585E16-D413-4CF6-AD20-1C5EF9DDF633}">
      <dsp:nvSpPr>
        <dsp:cNvPr id="0" name=""/>
        <dsp:cNvSpPr/>
      </dsp:nvSpPr>
      <dsp:spPr>
        <a:xfrm>
          <a:off x="0" y="2250171"/>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9199219 AMOH, </a:t>
          </a:r>
          <a:r>
            <a:rPr lang="en-US" sz="2000" kern="1200" dirty="0" err="1">
              <a:latin typeface="Times New Roman" panose="02020603050405020304" pitchFamily="18" charset="0"/>
              <a:cs typeface="Times New Roman" panose="02020603050405020304" pitchFamily="18" charset="0"/>
            </a:rPr>
            <a:t>Godfred</a:t>
          </a:r>
          <a:r>
            <a:rPr lang="en-US" sz="2000" kern="1200" dirty="0"/>
            <a:t>.</a:t>
          </a:r>
        </a:p>
      </dsp:txBody>
      <dsp:txXfrm>
        <a:off x="0" y="2250171"/>
        <a:ext cx="10762957" cy="449924"/>
      </dsp:txXfrm>
    </dsp:sp>
    <dsp:sp modelId="{A7FED960-F05F-4826-8BBC-C64F77B676E4}">
      <dsp:nvSpPr>
        <dsp:cNvPr id="0" name=""/>
        <dsp:cNvSpPr/>
      </dsp:nvSpPr>
      <dsp:spPr>
        <a:xfrm>
          <a:off x="0" y="2700095"/>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21B55E-94EA-4B27-A406-EAE2C23F59B4}">
      <dsp:nvSpPr>
        <dsp:cNvPr id="0" name=""/>
        <dsp:cNvSpPr/>
      </dsp:nvSpPr>
      <dsp:spPr>
        <a:xfrm>
          <a:off x="0" y="2700095"/>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9210219 KABA, Nicholas </a:t>
          </a:r>
          <a:r>
            <a:rPr lang="en-US" sz="2000" kern="1200" dirty="0" err="1">
              <a:latin typeface="Times New Roman" panose="02020603050405020304" pitchFamily="18" charset="0"/>
              <a:cs typeface="Times New Roman" panose="02020603050405020304" pitchFamily="18" charset="0"/>
            </a:rPr>
            <a:t>Anteromowe</a:t>
          </a:r>
          <a:r>
            <a:rPr lang="en-US" sz="2000" kern="1200" dirty="0"/>
            <a:t>.</a:t>
          </a:r>
        </a:p>
      </dsp:txBody>
      <dsp:txXfrm>
        <a:off x="0" y="2700095"/>
        <a:ext cx="10762957" cy="449924"/>
      </dsp:txXfrm>
    </dsp:sp>
    <dsp:sp modelId="{94899EA7-0CA8-48B6-BD8E-F024D6EC60E5}">
      <dsp:nvSpPr>
        <dsp:cNvPr id="0" name=""/>
        <dsp:cNvSpPr/>
      </dsp:nvSpPr>
      <dsp:spPr>
        <a:xfrm>
          <a:off x="0" y="3150020"/>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C4D950-0DED-4FC3-A4C4-3E4791AA4E08}">
      <dsp:nvSpPr>
        <dsp:cNvPr id="0" name=""/>
        <dsp:cNvSpPr/>
      </dsp:nvSpPr>
      <dsp:spPr>
        <a:xfrm>
          <a:off x="0" y="3150020"/>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9212619 MENSAH, Kofi Agyei</a:t>
          </a:r>
          <a:r>
            <a:rPr lang="en-US" sz="2000" kern="1200" dirty="0"/>
            <a:t>.</a:t>
          </a:r>
        </a:p>
      </dsp:txBody>
      <dsp:txXfrm>
        <a:off x="0" y="3150020"/>
        <a:ext cx="10762957" cy="449924"/>
      </dsp:txXfrm>
    </dsp:sp>
    <dsp:sp modelId="{65E0C98F-2917-4552-98E0-E061EAACBD28}">
      <dsp:nvSpPr>
        <dsp:cNvPr id="0" name=""/>
        <dsp:cNvSpPr/>
      </dsp:nvSpPr>
      <dsp:spPr>
        <a:xfrm>
          <a:off x="0" y="3599944"/>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38E556-BC40-43CE-8EC6-7E795096C2FA}">
      <dsp:nvSpPr>
        <dsp:cNvPr id="0" name=""/>
        <dsp:cNvSpPr/>
      </dsp:nvSpPr>
      <dsp:spPr>
        <a:xfrm>
          <a:off x="0" y="3599944"/>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9207119 DUAH, Georgina</a:t>
          </a:r>
          <a:r>
            <a:rPr lang="en-US" sz="2000" kern="1200" dirty="0"/>
            <a:t>.</a:t>
          </a:r>
        </a:p>
      </dsp:txBody>
      <dsp:txXfrm>
        <a:off x="0" y="3599944"/>
        <a:ext cx="10762957" cy="449924"/>
      </dsp:txXfrm>
    </dsp:sp>
    <dsp:sp modelId="{644AB3A1-E2AE-4DCE-9467-0EE931DA9FC1}">
      <dsp:nvSpPr>
        <dsp:cNvPr id="0" name=""/>
        <dsp:cNvSpPr/>
      </dsp:nvSpPr>
      <dsp:spPr>
        <a:xfrm>
          <a:off x="0" y="4049869"/>
          <a:ext cx="107629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392E5E-33FE-494B-9766-AC6A112EFAF6}">
      <dsp:nvSpPr>
        <dsp:cNvPr id="0" name=""/>
        <dsp:cNvSpPr/>
      </dsp:nvSpPr>
      <dsp:spPr>
        <a:xfrm>
          <a:off x="0" y="4049869"/>
          <a:ext cx="10762957" cy="449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9209319 HENAKU, Boateng </a:t>
          </a:r>
          <a:r>
            <a:rPr lang="en-US" sz="2000" kern="1200" dirty="0" err="1">
              <a:latin typeface="Times New Roman" panose="02020603050405020304" pitchFamily="18" charset="0"/>
              <a:cs typeface="Times New Roman" panose="02020603050405020304" pitchFamily="18" charset="0"/>
            </a:rPr>
            <a:t>Oforiwaa</a:t>
          </a:r>
          <a:r>
            <a:rPr lang="en-US" sz="2000" kern="1200" dirty="0">
              <a:latin typeface="Times New Roman" panose="02020603050405020304" pitchFamily="18" charset="0"/>
              <a:cs typeface="Times New Roman" panose="02020603050405020304" pitchFamily="18" charset="0"/>
            </a:rPr>
            <a:t> Priscilla</a:t>
          </a:r>
          <a:r>
            <a:rPr lang="en-US" sz="2000" kern="1200" dirty="0"/>
            <a:t>.</a:t>
          </a:r>
        </a:p>
      </dsp:txBody>
      <dsp:txXfrm>
        <a:off x="0" y="4049869"/>
        <a:ext cx="10762957" cy="4499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C7324-4901-A1F5-64FB-5DB65DE4A3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A747A00A-594B-EDED-EF6C-884DDFCEB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C910798C-EF70-76C3-07DB-43FFB50C46DB}"/>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5" name="Footer Placeholder 4">
            <a:extLst>
              <a:ext uri="{FF2B5EF4-FFF2-40B4-BE49-F238E27FC236}">
                <a16:creationId xmlns:a16="http://schemas.microsoft.com/office/drawing/2014/main" id="{77268233-C1AC-EE52-6481-6A01118EAD4D}"/>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E416C2F4-3C31-DB66-A51F-03473D6FD8CC}"/>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265003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C7C4B-DD04-4E31-0DE0-0A6180B9B489}"/>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FA2B0445-DCB4-EB69-704A-9DF2A39214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CFAC7B85-B784-7F1B-96B3-E2179A14602F}"/>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5" name="Footer Placeholder 4">
            <a:extLst>
              <a:ext uri="{FF2B5EF4-FFF2-40B4-BE49-F238E27FC236}">
                <a16:creationId xmlns:a16="http://schemas.microsoft.com/office/drawing/2014/main" id="{7B269DBA-88E3-E081-D21B-BE5716D43C4B}"/>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ED1F0DC8-97FD-F8F8-D7D4-7A63FF12D077}"/>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2598740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04367-D677-F5C2-0304-6769D8010B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0EEB5CAF-52AD-41AC-0B65-2036BC9FEF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5D674D-7AE6-3DCF-D98E-3026D82A507A}"/>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5" name="Footer Placeholder 4">
            <a:extLst>
              <a:ext uri="{FF2B5EF4-FFF2-40B4-BE49-F238E27FC236}">
                <a16:creationId xmlns:a16="http://schemas.microsoft.com/office/drawing/2014/main" id="{177D23A4-F0E9-24CA-619B-843B43E49671}"/>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6B129F00-AB85-BAE8-B63D-910FC7796616}"/>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2307575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9AF2F-89DE-75C5-3451-62741569C3EF}"/>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590678B7-35A2-01DF-1D86-C168CC5DD6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84702910-2A96-8B79-9055-C9E9462995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086CA94B-D7BF-01A1-68B7-83DD67A37551}"/>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6" name="Footer Placeholder 5">
            <a:extLst>
              <a:ext uri="{FF2B5EF4-FFF2-40B4-BE49-F238E27FC236}">
                <a16:creationId xmlns:a16="http://schemas.microsoft.com/office/drawing/2014/main" id="{C7A22D6E-54FF-20A7-03A0-F4A8CCA7EDAF}"/>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6C8DB2BD-9F23-56E0-87BC-C9604F3B27E3}"/>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344033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521B-423F-8DF9-1C14-6A17A954DACD}"/>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B311880A-E246-D936-9AD9-C09FE37977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E8E51A-A300-8489-0BA4-12FA5948FB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A6D004AD-F76A-8C40-A6FB-B3EE3D1E09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C4ED3C-5D45-452A-DF79-00F59038D5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41B03E4F-EA4B-97E7-28D4-57BC5123E78C}"/>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8" name="Footer Placeholder 7">
            <a:extLst>
              <a:ext uri="{FF2B5EF4-FFF2-40B4-BE49-F238E27FC236}">
                <a16:creationId xmlns:a16="http://schemas.microsoft.com/office/drawing/2014/main" id="{3C458996-9C90-A638-15E5-8868C32938F7}"/>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A49B9CBA-3936-6B01-275D-35797B394FF1}"/>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969883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24FA-380C-43AD-41B6-55C873A706E1}"/>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31E83924-AB95-A7DA-F4C7-AD56EC532A9A}"/>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4" name="Footer Placeholder 3">
            <a:extLst>
              <a:ext uri="{FF2B5EF4-FFF2-40B4-BE49-F238E27FC236}">
                <a16:creationId xmlns:a16="http://schemas.microsoft.com/office/drawing/2014/main" id="{F5A87ADC-DA3F-D108-AF9B-64A0CD7A8E9E}"/>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406BEBC6-5461-4D73-DBA4-11DC8BCC9C3E}"/>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3776058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E16B9C-EA7B-E85B-0057-91E31395F580}"/>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3" name="Footer Placeholder 2">
            <a:extLst>
              <a:ext uri="{FF2B5EF4-FFF2-40B4-BE49-F238E27FC236}">
                <a16:creationId xmlns:a16="http://schemas.microsoft.com/office/drawing/2014/main" id="{F18CBC5C-7F45-E31B-C8E3-18871C9C1D6C}"/>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9DAE3C20-0AF9-5E2B-CA79-1B941EDB3891}"/>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2249529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326C1-3A6F-5658-BB4F-E71180CF49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286FB26A-7FE9-C8A0-19D9-3848D8B290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A62FE0C9-4D39-71F7-9AFD-DCAF9D5070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5066B-16CE-AC06-0923-E0310ED8A264}"/>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6" name="Footer Placeholder 5">
            <a:extLst>
              <a:ext uri="{FF2B5EF4-FFF2-40B4-BE49-F238E27FC236}">
                <a16:creationId xmlns:a16="http://schemas.microsoft.com/office/drawing/2014/main" id="{3F25FC7C-ED5A-4525-2C02-F68213767E93}"/>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85EC03A8-3253-5F07-7DC7-16B3BEDA9873}"/>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766440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17F97-4673-C05C-9BDD-246A76A32C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896B5A17-A9D6-55DC-C39F-98E2B244A0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CDFE1F3A-FA45-B0CB-8B0D-FDCB9B487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34ADB0-2C7F-1775-660F-7575347A06FB}"/>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6" name="Footer Placeholder 5">
            <a:extLst>
              <a:ext uri="{FF2B5EF4-FFF2-40B4-BE49-F238E27FC236}">
                <a16:creationId xmlns:a16="http://schemas.microsoft.com/office/drawing/2014/main" id="{6E1855F5-6C96-CD9C-D6B5-03C01F35B164}"/>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CF8636C1-DD1F-C830-1AEE-BEE5CA4F5324}"/>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2594891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76AD-9A90-BD21-91D3-031F736C57FE}"/>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605F500B-3E4C-7BA1-8D0B-916590D110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ECEC7481-4977-44C2-74F2-D0CA6796A985}"/>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5" name="Footer Placeholder 4">
            <a:extLst>
              <a:ext uri="{FF2B5EF4-FFF2-40B4-BE49-F238E27FC236}">
                <a16:creationId xmlns:a16="http://schemas.microsoft.com/office/drawing/2014/main" id="{87249C65-007B-AD81-0E7C-83CD08757FEC}"/>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AA29FA22-F0D3-093E-6EE0-66850F89676B}"/>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2627327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A781EB-08D3-4A86-BE86-C67A82A5EA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8E6D548D-E37E-9C21-6563-A34FFF0173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A31091BB-A50E-C81A-A104-119A9272D26E}"/>
              </a:ext>
            </a:extLst>
          </p:cNvPr>
          <p:cNvSpPr>
            <a:spLocks noGrp="1"/>
          </p:cNvSpPr>
          <p:nvPr>
            <p:ph type="dt" sz="half" idx="10"/>
          </p:nvPr>
        </p:nvSpPr>
        <p:spPr/>
        <p:txBody>
          <a:bodyPr/>
          <a:lstStyle/>
          <a:p>
            <a:fld id="{EF2F4CCC-EC83-4E65-81C2-8BF5A103202F}" type="datetimeFigureOut">
              <a:rPr lang="en-GH" smtClean="0"/>
              <a:t>16/07/2023</a:t>
            </a:fld>
            <a:endParaRPr lang="en-GH"/>
          </a:p>
        </p:txBody>
      </p:sp>
      <p:sp>
        <p:nvSpPr>
          <p:cNvPr id="5" name="Footer Placeholder 4">
            <a:extLst>
              <a:ext uri="{FF2B5EF4-FFF2-40B4-BE49-F238E27FC236}">
                <a16:creationId xmlns:a16="http://schemas.microsoft.com/office/drawing/2014/main" id="{D8797AFD-8D2C-8C91-77D0-0B465815568A}"/>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418B28A5-8B5F-2B05-C361-5DFA07CAE80E}"/>
              </a:ext>
            </a:extLst>
          </p:cNvPr>
          <p:cNvSpPr>
            <a:spLocks noGrp="1"/>
          </p:cNvSpPr>
          <p:nvPr>
            <p:ph type="sldNum" sz="quarter" idx="12"/>
          </p:nvPr>
        </p:nvSpPr>
        <p:spPr/>
        <p:txBody>
          <a:bodyPr/>
          <a:lstStyle/>
          <a:p>
            <a:fld id="{06E74C97-1F39-415E-B374-E4E83E64B846}" type="slidenum">
              <a:rPr lang="en-GH" smtClean="0"/>
              <a:t>‹#›</a:t>
            </a:fld>
            <a:endParaRPr lang="en-GH"/>
          </a:p>
        </p:txBody>
      </p:sp>
    </p:spTree>
    <p:extLst>
      <p:ext uri="{BB962C8B-B14F-4D97-AF65-F5344CB8AC3E}">
        <p14:creationId xmlns:p14="http://schemas.microsoft.com/office/powerpoint/2010/main" val="2058491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2A11E7-0A7B-0A02-1138-C361507097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D23AFB8B-82FD-F03C-FA83-4293721BEA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D0311DF6-FE16-17D8-C2D9-AAB3F0E243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2F4CCC-EC83-4E65-81C2-8BF5A103202F}" type="datetimeFigureOut">
              <a:rPr lang="en-GH" smtClean="0"/>
              <a:t>16/07/2023</a:t>
            </a:fld>
            <a:endParaRPr lang="en-GH"/>
          </a:p>
        </p:txBody>
      </p:sp>
      <p:sp>
        <p:nvSpPr>
          <p:cNvPr id="5" name="Footer Placeholder 4">
            <a:extLst>
              <a:ext uri="{FF2B5EF4-FFF2-40B4-BE49-F238E27FC236}">
                <a16:creationId xmlns:a16="http://schemas.microsoft.com/office/drawing/2014/main" id="{C4BEF5E3-8F32-22DA-7E17-F02A3717BA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21BBF9A2-67F8-C814-94E9-512ED14D1F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E74C97-1F39-415E-B374-E4E83E64B846}" type="slidenum">
              <a:rPr lang="en-GH" smtClean="0"/>
              <a:t>‹#›</a:t>
            </a:fld>
            <a:endParaRPr lang="en-GH"/>
          </a:p>
        </p:txBody>
      </p:sp>
    </p:spTree>
    <p:extLst>
      <p:ext uri="{BB962C8B-B14F-4D97-AF65-F5344CB8AC3E}">
        <p14:creationId xmlns:p14="http://schemas.microsoft.com/office/powerpoint/2010/main" val="1278284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20B71C2-D1DF-5D2C-E58B-672C100C65A3}"/>
              </a:ext>
            </a:extLst>
          </p:cNvPr>
          <p:cNvPicPr>
            <a:picLocks noChangeAspect="1"/>
          </p:cNvPicPr>
          <p:nvPr/>
        </p:nvPicPr>
        <p:blipFill rotWithShape="1">
          <a:blip r:embed="rId2">
            <a:alphaModFix amt="50000"/>
          </a:blip>
          <a:srcRect t="10626" r="-1" b="13596"/>
          <a:stretch/>
        </p:blipFill>
        <p:spPr>
          <a:xfrm>
            <a:off x="20" y="10"/>
            <a:ext cx="12188930" cy="6857990"/>
          </a:xfrm>
          <a:prstGeom prst="rect">
            <a:avLst/>
          </a:prstGeom>
        </p:spPr>
      </p:pic>
      <p:sp>
        <p:nvSpPr>
          <p:cNvPr id="2" name="Title 1">
            <a:extLst>
              <a:ext uri="{FF2B5EF4-FFF2-40B4-BE49-F238E27FC236}">
                <a16:creationId xmlns:a16="http://schemas.microsoft.com/office/drawing/2014/main" id="{5E38B2A3-0635-D11A-AA9E-A80CFDDDC809}"/>
              </a:ext>
            </a:extLst>
          </p:cNvPr>
          <p:cNvSpPr>
            <a:spLocks noGrp="1"/>
          </p:cNvSpPr>
          <p:nvPr>
            <p:ph type="ctrTitle"/>
          </p:nvPr>
        </p:nvSpPr>
        <p:spPr>
          <a:xfrm>
            <a:off x="1524000" y="1122363"/>
            <a:ext cx="9144000" cy="3063240"/>
          </a:xfrm>
        </p:spPr>
        <p:txBody>
          <a:bodyPr>
            <a:normAutofit/>
          </a:bodyPr>
          <a:lstStyle/>
          <a:p>
            <a:r>
              <a:rPr lang="en-US" sz="6600">
                <a:solidFill>
                  <a:schemeClr val="bg1"/>
                </a:solidFill>
                <a:latin typeface="Times New Roman" panose="02020603050405020304" pitchFamily="18" charset="0"/>
                <a:cs typeface="Times New Roman" panose="02020603050405020304" pitchFamily="18" charset="0"/>
              </a:rPr>
              <a:t>DOMESTICATED BIOTA</a:t>
            </a:r>
            <a:endParaRPr lang="en-GH" sz="660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3DBFAF3-AE2A-923C-A073-F372C0F20614}"/>
              </a:ext>
            </a:extLst>
          </p:cNvPr>
          <p:cNvSpPr>
            <a:spLocks noGrp="1"/>
          </p:cNvSpPr>
          <p:nvPr>
            <p:ph type="subTitle" idx="1"/>
          </p:nvPr>
        </p:nvSpPr>
        <p:spPr>
          <a:xfrm>
            <a:off x="1527048" y="4599432"/>
            <a:ext cx="9144000" cy="1536192"/>
          </a:xfrm>
        </p:spPr>
        <p:txBody>
          <a:bodyPr>
            <a:normAutofit/>
          </a:bodyPr>
          <a:lstStyle/>
          <a:p>
            <a:r>
              <a:rPr lang="en-US">
                <a:solidFill>
                  <a:schemeClr val="bg1"/>
                </a:solidFill>
                <a:latin typeface="Times New Roman" panose="02020603050405020304" pitchFamily="18" charset="0"/>
                <a:cs typeface="Times New Roman" panose="02020603050405020304" pitchFamily="18" charset="0"/>
              </a:rPr>
              <a:t>GROUP 12 (TOPIC 7)</a:t>
            </a:r>
            <a:endParaRPr lang="en-GH">
              <a:solidFill>
                <a:schemeClr val="bg1"/>
              </a:solidFill>
              <a:latin typeface="Times New Roman" panose="02020603050405020304" pitchFamily="18" charset="0"/>
              <a:cs typeface="Times New Roman" panose="02020603050405020304" pitchFamily="18" charset="0"/>
            </a:endParaRPr>
          </a:p>
        </p:txBody>
      </p:sp>
      <p:sp>
        <p:nvSpPr>
          <p:cNvPr id="2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2266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6DF253-0052-7067-E233-E8302A8A8A6A}"/>
              </a:ext>
            </a:extLst>
          </p:cNvPr>
          <p:cNvSpPr>
            <a:spLocks noGrp="1"/>
          </p:cNvSpPr>
          <p:nvPr>
            <p:ph type="title"/>
          </p:nvPr>
        </p:nvSpPr>
        <p:spPr>
          <a:xfrm>
            <a:off x="640080" y="255030"/>
            <a:ext cx="4368602" cy="1956841"/>
          </a:xfrm>
        </p:spPr>
        <p:txBody>
          <a:bodyPr anchor="b">
            <a:normAutofit/>
          </a:bodyPr>
          <a:lstStyle/>
          <a:p>
            <a:r>
              <a:rPr lang="en-US" sz="5400">
                <a:latin typeface="Times New Roman" panose="02020603050405020304" pitchFamily="18" charset="0"/>
                <a:cs typeface="Times New Roman" panose="02020603050405020304" pitchFamily="18" charset="0"/>
              </a:rPr>
              <a:t>OUTLINE</a:t>
            </a:r>
            <a:endParaRPr lang="en-GH" sz="5400">
              <a:latin typeface="Times New Roman" panose="02020603050405020304" pitchFamily="18" charset="0"/>
              <a:cs typeface="Times New Roman" panose="02020603050405020304" pitchFamily="18" charset="0"/>
            </a:endParaRPr>
          </a:p>
        </p:txBody>
      </p:sp>
      <p:sp>
        <p:nvSpPr>
          <p:cNvPr id="4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ontent Placeholder 2">
            <a:extLst>
              <a:ext uri="{FF2B5EF4-FFF2-40B4-BE49-F238E27FC236}">
                <a16:creationId xmlns:a16="http://schemas.microsoft.com/office/drawing/2014/main" id="{E45EB458-3E38-A88F-E8B9-AE391CEC7D91}"/>
              </a:ext>
            </a:extLst>
          </p:cNvPr>
          <p:cNvSpPr>
            <a:spLocks noGrp="1"/>
          </p:cNvSpPr>
          <p:nvPr>
            <p:ph idx="1"/>
          </p:nvPr>
        </p:nvSpPr>
        <p:spPr>
          <a:xfrm>
            <a:off x="640080" y="2872899"/>
            <a:ext cx="4243589" cy="3320668"/>
          </a:xfrm>
        </p:spPr>
        <p:txBody>
          <a:bodyPr>
            <a:normAutofit/>
          </a:bodyPr>
          <a:lstStyle/>
          <a:p>
            <a:r>
              <a:rPr lang="en-US" sz="2000" dirty="0">
                <a:latin typeface="Times New Roman" panose="02020603050405020304" pitchFamily="18" charset="0"/>
                <a:cs typeface="Times New Roman" panose="02020603050405020304" pitchFamily="18" charset="0"/>
              </a:rPr>
              <a:t>INTRODUCTION</a:t>
            </a:r>
          </a:p>
          <a:p>
            <a:r>
              <a:rPr lang="en-US" sz="2000" dirty="0">
                <a:latin typeface="Times New Roman" panose="02020603050405020304" pitchFamily="18" charset="0"/>
                <a:cs typeface="Times New Roman" panose="02020603050405020304" pitchFamily="18" charset="0"/>
              </a:rPr>
              <a:t>DOMESTICATED PLANTS</a:t>
            </a:r>
          </a:p>
          <a:p>
            <a:r>
              <a:rPr lang="en-US" sz="2000" dirty="0">
                <a:latin typeface="Times New Roman" panose="02020603050405020304" pitchFamily="18" charset="0"/>
                <a:cs typeface="Times New Roman" panose="02020603050405020304" pitchFamily="18" charset="0"/>
              </a:rPr>
              <a:t>DOMESTICATED ANIMALS</a:t>
            </a:r>
          </a:p>
          <a:p>
            <a:r>
              <a:rPr lang="en-US" sz="2000" dirty="0">
                <a:latin typeface="Times New Roman" panose="02020603050405020304" pitchFamily="18" charset="0"/>
                <a:cs typeface="Times New Roman" panose="02020603050405020304" pitchFamily="18" charset="0"/>
              </a:rPr>
              <a:t>IMPACTS OF DOMESTICATION</a:t>
            </a:r>
          </a:p>
          <a:p>
            <a:r>
              <a:rPr lang="en-US" sz="2000" dirty="0">
                <a:latin typeface="Times New Roman" panose="02020603050405020304" pitchFamily="18" charset="0"/>
                <a:cs typeface="Times New Roman" panose="02020603050405020304" pitchFamily="18" charset="0"/>
              </a:rPr>
              <a:t>BENEFITS OF DOMESTICATED BIOTA</a:t>
            </a:r>
          </a:p>
          <a:p>
            <a:r>
              <a:rPr lang="en-US" sz="2000" dirty="0">
                <a:latin typeface="Times New Roman" panose="02020603050405020304" pitchFamily="18" charset="0"/>
                <a:cs typeface="Times New Roman" panose="02020603050405020304" pitchFamily="18" charset="0"/>
              </a:rPr>
              <a:t>CONCLUSION</a:t>
            </a:r>
          </a:p>
        </p:txBody>
      </p:sp>
      <p:pic>
        <p:nvPicPr>
          <p:cNvPr id="5" name="Picture 4" descr="A hand touching a small plant">
            <a:extLst>
              <a:ext uri="{FF2B5EF4-FFF2-40B4-BE49-F238E27FC236}">
                <a16:creationId xmlns:a16="http://schemas.microsoft.com/office/drawing/2014/main" id="{5419D5D4-3E22-5AAE-EBBC-E92B952FAF4C}"/>
              </a:ext>
            </a:extLst>
          </p:cNvPr>
          <p:cNvPicPr>
            <a:picLocks noChangeAspect="1"/>
          </p:cNvPicPr>
          <p:nvPr/>
        </p:nvPicPr>
        <p:blipFill rotWithShape="1">
          <a:blip r:embed="rId2"/>
          <a:srcRect l="24338" r="8709"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TextBox 3">
            <a:extLst>
              <a:ext uri="{FF2B5EF4-FFF2-40B4-BE49-F238E27FC236}">
                <a16:creationId xmlns:a16="http://schemas.microsoft.com/office/drawing/2014/main" id="{BBE0B343-3963-1119-70E2-924F64555A17}"/>
              </a:ext>
            </a:extLst>
          </p:cNvPr>
          <p:cNvSpPr txBox="1"/>
          <p:nvPr/>
        </p:nvSpPr>
        <p:spPr>
          <a:xfrm flipH="1">
            <a:off x="421609" y="398585"/>
            <a:ext cx="45719" cy="861774"/>
          </a:xfrm>
          <a:prstGeom prst="rect">
            <a:avLst/>
          </a:prstGeom>
          <a:noFill/>
        </p:spPr>
        <p:txBody>
          <a:bodyPr wrap="square" rtlCol="0">
            <a:spAutoFit/>
          </a:bodyPr>
          <a:lstStyle/>
          <a:p>
            <a:r>
              <a:rPr lang="en-US" sz="3200" dirty="0"/>
              <a:t>1</a:t>
            </a:r>
          </a:p>
          <a:p>
            <a:endParaRPr lang="en-GH" dirty="0"/>
          </a:p>
        </p:txBody>
      </p:sp>
    </p:spTree>
    <p:extLst>
      <p:ext uri="{BB962C8B-B14F-4D97-AF65-F5344CB8AC3E}">
        <p14:creationId xmlns:p14="http://schemas.microsoft.com/office/powerpoint/2010/main" val="2402221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94FAC5-B09C-11E7-59C6-B91B1D41AE8B}"/>
              </a:ext>
            </a:extLst>
          </p:cNvPr>
          <p:cNvSpPr>
            <a:spLocks noGrp="1"/>
          </p:cNvSpPr>
          <p:nvPr>
            <p:ph type="title"/>
          </p:nvPr>
        </p:nvSpPr>
        <p:spPr>
          <a:xfrm>
            <a:off x="6401246" y="0"/>
            <a:ext cx="4840010" cy="1455613"/>
          </a:xfrm>
        </p:spPr>
        <p:txBody>
          <a:bodyPr>
            <a:normAutofit/>
          </a:bodyPr>
          <a:lstStyle/>
          <a:p>
            <a:r>
              <a:rPr lang="en-US" dirty="0">
                <a:latin typeface="Times New Roman" panose="02020603050405020304" pitchFamily="18" charset="0"/>
                <a:cs typeface="Times New Roman" panose="02020603050405020304" pitchFamily="18" charset="0"/>
              </a:rPr>
              <a:t>INTRODUCTION</a:t>
            </a:r>
            <a:endParaRPr lang="en-GH" dirty="0">
              <a:latin typeface="Times New Roman" panose="02020603050405020304" pitchFamily="18" charset="0"/>
              <a:cs typeface="Times New Roman" panose="02020603050405020304" pitchFamily="18" charset="0"/>
            </a:endParaRPr>
          </a:p>
        </p:txBody>
      </p:sp>
      <p:pic>
        <p:nvPicPr>
          <p:cNvPr id="12" name="Picture 4" descr="Green seedling sprouting on the earth">
            <a:extLst>
              <a:ext uri="{FF2B5EF4-FFF2-40B4-BE49-F238E27FC236}">
                <a16:creationId xmlns:a16="http://schemas.microsoft.com/office/drawing/2014/main" id="{2C75E00E-66F2-29D6-EB48-21A50F6D1312}"/>
              </a:ext>
            </a:extLst>
          </p:cNvPr>
          <p:cNvPicPr>
            <a:picLocks noChangeAspect="1"/>
          </p:cNvPicPr>
          <p:nvPr/>
        </p:nvPicPr>
        <p:blipFill rotWithShape="1">
          <a:blip r:embed="rId2"/>
          <a:srcRect l="42180" r="2523" b="-1"/>
          <a:stretch/>
        </p:blipFill>
        <p:spPr>
          <a:xfrm>
            <a:off x="59988"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13" name="Content Placeholder 2">
            <a:extLst>
              <a:ext uri="{FF2B5EF4-FFF2-40B4-BE49-F238E27FC236}">
                <a16:creationId xmlns:a16="http://schemas.microsoft.com/office/drawing/2014/main" id="{BE4532A8-253D-F5A2-0A41-5D1E489F4CF3}"/>
              </a:ext>
            </a:extLst>
          </p:cNvPr>
          <p:cNvSpPr>
            <a:spLocks noGrp="1"/>
          </p:cNvSpPr>
          <p:nvPr>
            <p:ph idx="1"/>
          </p:nvPr>
        </p:nvSpPr>
        <p:spPr>
          <a:xfrm>
            <a:off x="5964702" y="1336431"/>
            <a:ext cx="6116548" cy="4840532"/>
          </a:xfrm>
        </p:spPr>
        <p:txBody>
          <a:bodyPr>
            <a:noAutofit/>
          </a:bodyPr>
          <a:lstStyle/>
          <a:p>
            <a:r>
              <a:rPr lang="en-US" dirty="0">
                <a:effectLst/>
                <a:latin typeface="Times New Roman" panose="02020603050405020304" pitchFamily="18" charset="0"/>
                <a:ea typeface="Calibri" panose="020F0502020204030204" pitchFamily="34" charset="0"/>
              </a:rPr>
              <a:t>Domestication is the hereditary restructuring of wild animals and plants into domestic and cultivated forms based on human objectives.</a:t>
            </a:r>
          </a:p>
          <a:p>
            <a:r>
              <a:rPr lang="en-US" dirty="0">
                <a:effectLst/>
                <a:latin typeface="Times New Roman" panose="02020603050405020304" pitchFamily="18" charset="0"/>
                <a:ea typeface="Calibri" panose="020F0502020204030204" pitchFamily="34" charset="0"/>
              </a:rPr>
              <a:t>Domestication of animals and plants appears to have begun in the Old World during the Mesolithic (Middle Stone Age) Period</a:t>
            </a:r>
            <a:r>
              <a:rPr lang="en-US" dirty="0">
                <a:latin typeface="Times New Roman" panose="02020603050405020304" pitchFamily="18" charset="0"/>
                <a:ea typeface="Calibri" panose="020F0502020204030204" pitchFamily="34" charset="0"/>
              </a:rPr>
              <a:t>.</a:t>
            </a:r>
          </a:p>
          <a:p>
            <a:r>
              <a:rPr lang="en-US" dirty="0">
                <a:effectLst/>
                <a:latin typeface="Times New Roman" panose="02020603050405020304" pitchFamily="18" charset="0"/>
                <a:ea typeface="SimSun" panose="02010600030101010101" pitchFamily="2" charset="-122"/>
              </a:rPr>
              <a:t>It involves the controlled reproduction, cultivation, and management of species for various purposes, such as food production, companionship, transportation, and labor</a:t>
            </a:r>
            <a:endParaRPr lang="en-GH" dirty="0"/>
          </a:p>
        </p:txBody>
      </p:sp>
      <p:sp>
        <p:nvSpPr>
          <p:cNvPr id="4" name="TextBox 3">
            <a:extLst>
              <a:ext uri="{FF2B5EF4-FFF2-40B4-BE49-F238E27FC236}">
                <a16:creationId xmlns:a16="http://schemas.microsoft.com/office/drawing/2014/main" id="{A0958162-3E88-4BC5-B13C-4076792C6FD5}"/>
              </a:ext>
            </a:extLst>
          </p:cNvPr>
          <p:cNvSpPr txBox="1"/>
          <p:nvPr/>
        </p:nvSpPr>
        <p:spPr>
          <a:xfrm>
            <a:off x="363415" y="351692"/>
            <a:ext cx="45719" cy="861774"/>
          </a:xfrm>
          <a:prstGeom prst="rect">
            <a:avLst/>
          </a:prstGeom>
          <a:noFill/>
        </p:spPr>
        <p:txBody>
          <a:bodyPr wrap="square" rtlCol="0">
            <a:spAutoFit/>
          </a:bodyPr>
          <a:lstStyle/>
          <a:p>
            <a:r>
              <a:rPr lang="en-US" sz="3200" dirty="0">
                <a:solidFill>
                  <a:schemeClr val="bg1">
                    <a:lumMod val="95000"/>
                  </a:schemeClr>
                </a:solidFill>
              </a:rPr>
              <a:t>2</a:t>
            </a:r>
          </a:p>
          <a:p>
            <a:endParaRPr lang="en-GH" dirty="0"/>
          </a:p>
        </p:txBody>
      </p:sp>
    </p:spTree>
    <p:extLst>
      <p:ext uri="{BB962C8B-B14F-4D97-AF65-F5344CB8AC3E}">
        <p14:creationId xmlns:p14="http://schemas.microsoft.com/office/powerpoint/2010/main" val="4007906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3458ED-48A6-703A-D2A5-AD8B3ECCB8EC}"/>
              </a:ext>
            </a:extLst>
          </p:cNvPr>
          <p:cNvSpPr>
            <a:spLocks noGrp="1"/>
          </p:cNvSpPr>
          <p:nvPr>
            <p:ph type="title"/>
          </p:nvPr>
        </p:nvSpPr>
        <p:spPr>
          <a:xfrm>
            <a:off x="589560" y="856180"/>
            <a:ext cx="4560584" cy="1128068"/>
          </a:xfrm>
        </p:spPr>
        <p:txBody>
          <a:bodyPr anchor="ctr">
            <a:normAutofit/>
          </a:bodyPr>
          <a:lstStyle/>
          <a:p>
            <a:r>
              <a:rPr lang="en-US" sz="3700">
                <a:latin typeface="Times New Roman" panose="02020603050405020304" pitchFamily="18" charset="0"/>
                <a:cs typeface="Times New Roman" panose="02020603050405020304" pitchFamily="18" charset="0"/>
              </a:rPr>
              <a:t>DOMESTICATED PLANTS</a:t>
            </a:r>
            <a:endParaRPr lang="en-GH" sz="3700">
              <a:latin typeface="Times New Roman" panose="02020603050405020304" pitchFamily="18" charset="0"/>
              <a:cs typeface="Times New Roman" panose="02020603050405020304" pitchFamily="18" charset="0"/>
            </a:endParaRPr>
          </a:p>
        </p:txBody>
      </p:sp>
      <p:grpSp>
        <p:nvGrpSpPr>
          <p:cNvPr id="31" name="Group 2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3" name="Rectangle 2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2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8BA8C0-226D-2016-A9F5-F5333CBFF9CE}"/>
              </a:ext>
            </a:extLst>
          </p:cNvPr>
          <p:cNvSpPr>
            <a:spLocks noGrp="1"/>
          </p:cNvSpPr>
          <p:nvPr>
            <p:ph idx="1"/>
          </p:nvPr>
        </p:nvSpPr>
        <p:spPr>
          <a:xfrm>
            <a:off x="43681" y="2066643"/>
            <a:ext cx="5320536" cy="5101409"/>
          </a:xfrm>
        </p:spPr>
        <p:txBody>
          <a:bodyPr anchor="ctr">
            <a:normAutofit lnSpcReduction="10000"/>
          </a:bodyPr>
          <a:lstStyle/>
          <a:p>
            <a:pPr marL="0" indent="0">
              <a:buNone/>
            </a:pPr>
            <a:endParaRPr lang="en-US" sz="1400" dirty="0">
              <a:latin typeface="Times New Roman" panose="02020603050405020304" pitchFamily="18" charset="0"/>
              <a:ea typeface="Calibri" panose="020F0502020204030204" pitchFamily="34" charset="0"/>
            </a:endParaRPr>
          </a:p>
          <a:p>
            <a:r>
              <a:rPr lang="en-US" sz="2000" dirty="0">
                <a:effectLst/>
                <a:latin typeface="Times New Roman" panose="02020603050405020304" pitchFamily="18" charset="0"/>
                <a:ea typeface="Calibri" panose="020F0502020204030204" pitchFamily="34" charset="0"/>
              </a:rPr>
              <a:t>Plants were domesticated to provide food, medicine, oils, and other products.</a:t>
            </a:r>
          </a:p>
          <a:p>
            <a:r>
              <a:rPr lang="en-US" sz="2000" u="sng" dirty="0">
                <a:effectLst/>
                <a:latin typeface="Times New Roman" panose="02020603050405020304" pitchFamily="18" charset="0"/>
                <a:ea typeface="Times New Roman" panose="02020603050405020304" pitchFamily="18" charset="0"/>
              </a:rPr>
              <a:t>Maize (</a:t>
            </a:r>
            <a:r>
              <a:rPr lang="en-US" sz="2000" i="1" u="sng" dirty="0" err="1">
                <a:effectLst/>
                <a:latin typeface="Times New Roman" panose="02020603050405020304" pitchFamily="18" charset="0"/>
                <a:ea typeface="Times New Roman" panose="02020603050405020304" pitchFamily="18" charset="0"/>
              </a:rPr>
              <a:t>Zea</a:t>
            </a:r>
            <a:r>
              <a:rPr lang="en-US" sz="2000" i="1" u="sng" dirty="0">
                <a:effectLst/>
                <a:latin typeface="Times New Roman" panose="02020603050405020304" pitchFamily="18" charset="0"/>
                <a:ea typeface="Times New Roman" panose="02020603050405020304" pitchFamily="18" charset="0"/>
              </a:rPr>
              <a:t> mays</a:t>
            </a:r>
            <a:r>
              <a:rPr lang="en-US" sz="2000" dirty="0">
                <a:effectLst/>
                <a:latin typeface="Times New Roman" panose="02020603050405020304" pitchFamily="18" charset="0"/>
                <a:ea typeface="Times New Roman" panose="02020603050405020304" pitchFamily="18" charset="0"/>
              </a:rPr>
              <a:t>): Around 9,000 years ago, maize was domesticated in Mesoamerica. The teosinte wild grass is thought to be its source of origin. Domestication is assumed to have taken place in modern-day Mexico and Central America, while the exact location is still up for contention. </a:t>
            </a:r>
            <a:endParaRPr lang="en-US" sz="2000" dirty="0">
              <a:latin typeface="Times New Roman" panose="02020603050405020304" pitchFamily="18" charset="0"/>
              <a:ea typeface="Calibri" panose="020F0502020204030204" pitchFamily="34" charset="0"/>
            </a:endParaRPr>
          </a:p>
          <a:p>
            <a:r>
              <a:rPr lang="en-US" sz="2000" dirty="0">
                <a:effectLst/>
                <a:latin typeface="Times New Roman" panose="02020603050405020304" pitchFamily="18" charset="0"/>
                <a:ea typeface="Calibri" panose="020F0502020204030204" pitchFamily="34" charset="0"/>
              </a:rPr>
              <a:t>Some plants were domesticated specifically for the manufacturing of narcotics. </a:t>
            </a:r>
            <a:r>
              <a:rPr lang="en-US" sz="2000" dirty="0" err="1">
                <a:effectLst/>
                <a:latin typeface="Times New Roman" panose="02020603050405020304" pitchFamily="18" charset="0"/>
                <a:ea typeface="Calibri" panose="020F0502020204030204" pitchFamily="34" charset="0"/>
              </a:rPr>
              <a:t>E.g</a:t>
            </a:r>
            <a:r>
              <a:rPr lang="en-US" sz="2000" dirty="0">
                <a:effectLst/>
                <a:latin typeface="Times New Roman" panose="02020603050405020304" pitchFamily="18" charset="0"/>
                <a:ea typeface="Calibri" panose="020F0502020204030204" pitchFamily="34" charset="0"/>
              </a:rPr>
              <a:t> Tobacco.</a:t>
            </a:r>
          </a:p>
          <a:p>
            <a:pPr>
              <a:spcAft>
                <a:spcPts val="800"/>
              </a:spcAft>
            </a:pPr>
            <a:r>
              <a:rPr lang="en-US" sz="2000" dirty="0">
                <a:latin typeface="Times New Roman" panose="02020603050405020304" pitchFamily="18" charset="0"/>
                <a:ea typeface="Calibri" panose="020F0502020204030204" pitchFamily="34" charset="0"/>
              </a:rPr>
              <a:t>Examples of other plants that have been domesticated are; b</a:t>
            </a:r>
            <a:r>
              <a:rPr lang="en-US" sz="2000" dirty="0">
                <a:effectLst/>
                <a:latin typeface="Times New Roman" panose="02020603050405020304" pitchFamily="18" charset="0"/>
                <a:ea typeface="Times New Roman" panose="02020603050405020304" pitchFamily="18" charset="0"/>
              </a:rPr>
              <a:t>arley (</a:t>
            </a:r>
            <a:r>
              <a:rPr lang="en-US" sz="2000" i="1" dirty="0">
                <a:effectLst/>
                <a:latin typeface="Times New Roman" panose="02020603050405020304" pitchFamily="18" charset="0"/>
                <a:ea typeface="Times New Roman" panose="02020603050405020304" pitchFamily="18" charset="0"/>
              </a:rPr>
              <a:t>Hordeum vulgare</a:t>
            </a:r>
            <a:r>
              <a:rPr lang="en-US" sz="2000" dirty="0">
                <a:effectLst/>
                <a:latin typeface="Times New Roman" panose="02020603050405020304" pitchFamily="18" charset="0"/>
                <a:ea typeface="Times New Roman" panose="02020603050405020304" pitchFamily="18" charset="0"/>
              </a:rPr>
              <a:t>)</a:t>
            </a:r>
            <a:r>
              <a:rPr lang="en-US" sz="2000" dirty="0">
                <a:latin typeface="Times New Roman" panose="02020603050405020304" pitchFamily="18" charset="0"/>
                <a:ea typeface="Times New Roman" panose="02020603050405020304" pitchFamily="18" charset="0"/>
              </a:rPr>
              <a:t>, p</a:t>
            </a:r>
            <a:r>
              <a:rPr lang="en-US" sz="2000" dirty="0">
                <a:effectLst/>
                <a:latin typeface="Times New Roman" panose="02020603050405020304" pitchFamily="18" charset="0"/>
                <a:ea typeface="Times New Roman" panose="02020603050405020304" pitchFamily="18" charset="0"/>
              </a:rPr>
              <a:t>otatoes (</a:t>
            </a:r>
            <a:r>
              <a:rPr lang="en-US" sz="2000" i="1" dirty="0">
                <a:effectLst/>
                <a:latin typeface="Times New Roman" panose="02020603050405020304" pitchFamily="18" charset="0"/>
                <a:ea typeface="Times New Roman" panose="02020603050405020304" pitchFamily="18" charset="0"/>
              </a:rPr>
              <a:t>Solanum tuberosum</a:t>
            </a:r>
            <a:r>
              <a:rPr lang="en-US" sz="2000" dirty="0">
                <a:effectLst/>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s</a:t>
            </a:r>
            <a:r>
              <a:rPr lang="en-US" sz="2000" dirty="0">
                <a:effectLst/>
                <a:latin typeface="Times New Roman" panose="02020603050405020304" pitchFamily="18" charset="0"/>
                <a:ea typeface="Times New Roman" panose="02020603050405020304" pitchFamily="18" charset="0"/>
              </a:rPr>
              <a:t>oybean (</a:t>
            </a:r>
            <a:r>
              <a:rPr lang="en-US" sz="2000" i="1" dirty="0">
                <a:effectLst/>
                <a:latin typeface="Times New Roman" panose="02020603050405020304" pitchFamily="18" charset="0"/>
                <a:ea typeface="Times New Roman" panose="02020603050405020304" pitchFamily="18" charset="0"/>
              </a:rPr>
              <a:t>Glycine max</a:t>
            </a:r>
            <a:r>
              <a:rPr lang="en-US" sz="2000" dirty="0">
                <a:effectLst/>
                <a:latin typeface="Times New Roman" panose="02020603050405020304" pitchFamily="18" charset="0"/>
                <a:ea typeface="Times New Roman" panose="02020603050405020304" pitchFamily="18" charset="0"/>
              </a:rPr>
              <a:t>)</a:t>
            </a:r>
            <a:r>
              <a:rPr lang="en-US" sz="2000" dirty="0">
                <a:latin typeface="Times New Roman" panose="02020603050405020304" pitchFamily="18" charset="0"/>
                <a:ea typeface="Times New Roman" panose="02020603050405020304" pitchFamily="18" charset="0"/>
              </a:rPr>
              <a:t>, r</a:t>
            </a:r>
            <a:r>
              <a:rPr lang="en-US" sz="2000" dirty="0">
                <a:effectLst/>
                <a:latin typeface="Times New Roman" panose="02020603050405020304" pitchFamily="18" charset="0"/>
                <a:ea typeface="Times New Roman" panose="02020603050405020304" pitchFamily="18" charset="0"/>
              </a:rPr>
              <a:t>ice (</a:t>
            </a:r>
            <a:r>
              <a:rPr lang="en-US" sz="2000" i="1" dirty="0">
                <a:effectLst/>
                <a:latin typeface="Times New Roman" panose="02020603050405020304" pitchFamily="18" charset="0"/>
                <a:ea typeface="Times New Roman" panose="02020603050405020304" pitchFamily="18" charset="0"/>
              </a:rPr>
              <a:t>Oryza sativa</a:t>
            </a:r>
            <a:r>
              <a:rPr lang="en-US" sz="2000" dirty="0">
                <a:effectLst/>
                <a:latin typeface="Times New Roman" panose="02020603050405020304" pitchFamily="18" charset="0"/>
                <a:ea typeface="Times New Roman" panose="02020603050405020304" pitchFamily="18" charset="0"/>
              </a:rPr>
              <a:t>)</a:t>
            </a:r>
            <a:r>
              <a:rPr lang="en-US" sz="2000" dirty="0">
                <a:latin typeface="Times New Roman" panose="02020603050405020304" pitchFamily="18" charset="0"/>
                <a:ea typeface="Times New Roman" panose="02020603050405020304" pitchFamily="18" charset="0"/>
              </a:rPr>
              <a:t>, w</a:t>
            </a:r>
            <a:r>
              <a:rPr lang="en-US" sz="2000" dirty="0">
                <a:effectLst/>
                <a:latin typeface="Times New Roman" panose="02020603050405020304" pitchFamily="18" charset="0"/>
                <a:ea typeface="Times New Roman" panose="02020603050405020304" pitchFamily="18" charset="0"/>
              </a:rPr>
              <a:t>heat (</a:t>
            </a:r>
            <a:r>
              <a:rPr lang="en-US" sz="2000" i="1" dirty="0">
                <a:effectLst/>
                <a:latin typeface="Times New Roman" panose="02020603050405020304" pitchFamily="18" charset="0"/>
                <a:ea typeface="Times New Roman" panose="02020603050405020304" pitchFamily="18" charset="0"/>
              </a:rPr>
              <a:t>Triticum </a:t>
            </a:r>
            <a:r>
              <a:rPr lang="en-US" sz="2000" dirty="0">
                <a:effectLst/>
                <a:latin typeface="Times New Roman" panose="02020603050405020304" pitchFamily="18" charset="0"/>
                <a:ea typeface="Times New Roman" panose="02020603050405020304" pitchFamily="18" charset="0"/>
              </a:rPr>
              <a:t>spp.)</a:t>
            </a:r>
            <a:endParaRPr lang="en-GH" sz="2000" dirty="0">
              <a:effectLst/>
              <a:latin typeface="Calibri" panose="020F0502020204030204" pitchFamily="34" charset="0"/>
              <a:ea typeface="Calibri" panose="020F0502020204030204" pitchFamily="34" charset="0"/>
            </a:endParaRPr>
          </a:p>
          <a:p>
            <a:endParaRPr lang="en-GH" sz="1400" dirty="0"/>
          </a:p>
        </p:txBody>
      </p:sp>
      <p:sp>
        <p:nvSpPr>
          <p:cNvPr id="32" name="Rectangle 3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14D257E-700C-940E-A607-ACAB0640FDE7}"/>
              </a:ext>
            </a:extLst>
          </p:cNvPr>
          <p:cNvPicPr>
            <a:picLocks noChangeAspect="1"/>
          </p:cNvPicPr>
          <p:nvPr/>
        </p:nvPicPr>
        <p:blipFill rotWithShape="1">
          <a:blip r:embed="rId2"/>
          <a:srcRect t="673" r="4" b="2392"/>
          <a:stretch/>
        </p:blipFill>
        <p:spPr>
          <a:xfrm>
            <a:off x="5899883" y="710196"/>
            <a:ext cx="5517382" cy="5348452"/>
          </a:xfrm>
          <a:prstGeom prst="rect">
            <a:avLst/>
          </a:prstGeom>
        </p:spPr>
      </p:pic>
      <p:sp>
        <p:nvSpPr>
          <p:cNvPr id="5" name="TextBox 4">
            <a:extLst>
              <a:ext uri="{FF2B5EF4-FFF2-40B4-BE49-F238E27FC236}">
                <a16:creationId xmlns:a16="http://schemas.microsoft.com/office/drawing/2014/main" id="{424F7861-DAB9-1207-D514-5DD9CE6F6956}"/>
              </a:ext>
            </a:extLst>
          </p:cNvPr>
          <p:cNvSpPr txBox="1"/>
          <p:nvPr/>
        </p:nvSpPr>
        <p:spPr>
          <a:xfrm>
            <a:off x="87363" y="395955"/>
            <a:ext cx="45719" cy="861774"/>
          </a:xfrm>
          <a:prstGeom prst="rect">
            <a:avLst/>
          </a:prstGeom>
          <a:noFill/>
        </p:spPr>
        <p:txBody>
          <a:bodyPr wrap="square" rtlCol="0">
            <a:spAutoFit/>
          </a:bodyPr>
          <a:lstStyle/>
          <a:p>
            <a:r>
              <a:rPr lang="en-US" sz="3200" dirty="0"/>
              <a:t>3</a:t>
            </a:r>
          </a:p>
          <a:p>
            <a:endParaRPr lang="en-GH" dirty="0"/>
          </a:p>
        </p:txBody>
      </p:sp>
    </p:spTree>
    <p:extLst>
      <p:ext uri="{BB962C8B-B14F-4D97-AF65-F5344CB8AC3E}">
        <p14:creationId xmlns:p14="http://schemas.microsoft.com/office/powerpoint/2010/main" val="149340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59BECA-97CC-9891-EE03-C33600C8203A}"/>
              </a:ext>
            </a:extLst>
          </p:cNvPr>
          <p:cNvSpPr>
            <a:spLocks noGrp="1"/>
          </p:cNvSpPr>
          <p:nvPr>
            <p:ph type="title"/>
          </p:nvPr>
        </p:nvSpPr>
        <p:spPr>
          <a:xfrm>
            <a:off x="917214" y="336406"/>
            <a:ext cx="4766330" cy="1454051"/>
          </a:xfrm>
        </p:spPr>
        <p:txBody>
          <a:bodyPr>
            <a:normAutofit/>
          </a:bodyPr>
          <a:lstStyle/>
          <a:p>
            <a:r>
              <a:rPr lang="en-US" sz="3600" dirty="0">
                <a:latin typeface="Times New Roman" panose="02020603050405020304" pitchFamily="18" charset="0"/>
                <a:cs typeface="Times New Roman" panose="02020603050405020304" pitchFamily="18" charset="0"/>
              </a:rPr>
              <a:t>DOMESTICATED ANIMALS</a:t>
            </a:r>
            <a:endParaRPr lang="en-GH"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74AE2F-3AA7-F040-78BF-2514E1632135}"/>
              </a:ext>
            </a:extLst>
          </p:cNvPr>
          <p:cNvSpPr>
            <a:spLocks noGrp="1"/>
          </p:cNvSpPr>
          <p:nvPr>
            <p:ph idx="1"/>
          </p:nvPr>
        </p:nvSpPr>
        <p:spPr>
          <a:xfrm>
            <a:off x="245226" y="1790457"/>
            <a:ext cx="6903719" cy="4680779"/>
          </a:xfrm>
        </p:spPr>
        <p:txBody>
          <a:bodyPr anchor="t">
            <a:normAutofit/>
          </a:bodyPr>
          <a:lstStyle/>
          <a:p>
            <a:r>
              <a:rPr lang="en-US" sz="2400" dirty="0">
                <a:latin typeface="Times New Roman" panose="02020603050405020304" pitchFamily="18" charset="0"/>
                <a:cs typeface="Times New Roman" panose="02020603050405020304" pitchFamily="18" charset="0"/>
              </a:rPr>
              <a:t>Domesticated animals are animals that have been selectively bred and genetically adapted over generations to live alongside humans.</a:t>
            </a:r>
          </a:p>
          <a:p>
            <a:r>
              <a:rPr lang="en-US" sz="2400" dirty="0">
                <a:latin typeface="Times New Roman" panose="02020603050405020304" pitchFamily="18" charset="0"/>
                <a:cs typeface="Times New Roman" panose="02020603050405020304" pitchFamily="18" charset="0"/>
              </a:rPr>
              <a:t>Wolves were the first animal to be domesticated, sometime between 33,000 and 11,000 years ago.</a:t>
            </a:r>
          </a:p>
          <a:p>
            <a:r>
              <a:rPr lang="en-US" sz="2400" dirty="0">
                <a:latin typeface="Times New Roman" panose="02020603050405020304" pitchFamily="18" charset="0"/>
                <a:cs typeface="Times New Roman" panose="02020603050405020304" pitchFamily="18" charset="0"/>
              </a:rPr>
              <a:t>Animal domestication falls into three main groupings: </a:t>
            </a:r>
          </a:p>
          <a:p>
            <a:pPr marL="514350" indent="-514350">
              <a:buAutoNum type="arabicPeriod"/>
            </a:pPr>
            <a:r>
              <a:rPr lang="en-US" sz="2400" dirty="0">
                <a:latin typeface="Times New Roman" panose="02020603050405020304" pitchFamily="18" charset="0"/>
                <a:cs typeface="Times New Roman" panose="02020603050405020304" pitchFamily="18" charset="0"/>
              </a:rPr>
              <a:t>domestication for companionship (dogs and cats) </a:t>
            </a:r>
          </a:p>
          <a:p>
            <a:pPr marL="514350" indent="-514350">
              <a:buAutoNum type="arabicPeriod"/>
            </a:pPr>
            <a:r>
              <a:rPr lang="en-US" sz="2400" dirty="0">
                <a:latin typeface="Times New Roman" panose="02020603050405020304" pitchFamily="18" charset="0"/>
                <a:cs typeface="Times New Roman" panose="02020603050405020304" pitchFamily="18" charset="0"/>
              </a:rPr>
              <a:t>animals farmed for food (sheep, cows, pigs, turkeys, etc.)</a:t>
            </a:r>
          </a:p>
          <a:p>
            <a:pPr marL="514350" indent="-514350">
              <a:buAutoNum type="arabicPeriod"/>
            </a:pPr>
            <a:r>
              <a:rPr lang="en-US" sz="2400" dirty="0">
                <a:latin typeface="Times New Roman" panose="02020603050405020304" pitchFamily="18" charset="0"/>
                <a:cs typeface="Times New Roman" panose="02020603050405020304" pitchFamily="18" charset="0"/>
              </a:rPr>
              <a:t>working or draft animals (horses, donkeys, camels)</a:t>
            </a:r>
          </a:p>
          <a:p>
            <a:endParaRPr lang="en-GH" sz="1500" dirty="0">
              <a:solidFill>
                <a:schemeClr val="tx2"/>
              </a:solidFill>
            </a:endParaRPr>
          </a:p>
        </p:txBody>
      </p:sp>
      <p:grpSp>
        <p:nvGrpSpPr>
          <p:cNvPr id="13" name="Group 12">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4" name="Freeform: Shape 13">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193C7D7A-5426-0428-7E67-9281777B1FE9}"/>
              </a:ext>
            </a:extLst>
          </p:cNvPr>
          <p:cNvPicPr>
            <a:picLocks noChangeAspect="1"/>
          </p:cNvPicPr>
          <p:nvPr/>
        </p:nvPicPr>
        <p:blipFill>
          <a:blip r:embed="rId2"/>
          <a:stretch>
            <a:fillRect/>
          </a:stretch>
        </p:blipFill>
        <p:spPr>
          <a:xfrm>
            <a:off x="6850605" y="1403693"/>
            <a:ext cx="5388431" cy="4830852"/>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AE5790AE-7FE8-67E5-3AD3-4690C3A4922D}"/>
              </a:ext>
            </a:extLst>
          </p:cNvPr>
          <p:cNvSpPr txBox="1"/>
          <p:nvPr/>
        </p:nvSpPr>
        <p:spPr>
          <a:xfrm>
            <a:off x="245226" y="250955"/>
            <a:ext cx="45719" cy="584775"/>
          </a:xfrm>
          <a:prstGeom prst="rect">
            <a:avLst/>
          </a:prstGeom>
          <a:noFill/>
        </p:spPr>
        <p:txBody>
          <a:bodyPr wrap="square" rtlCol="0">
            <a:spAutoFit/>
          </a:bodyPr>
          <a:lstStyle/>
          <a:p>
            <a:r>
              <a:rPr lang="en-US" sz="3200" dirty="0"/>
              <a:t>4</a:t>
            </a:r>
            <a:endParaRPr lang="en-GH" sz="3200" dirty="0"/>
          </a:p>
        </p:txBody>
      </p:sp>
    </p:spTree>
    <p:extLst>
      <p:ext uri="{BB962C8B-B14F-4D97-AF65-F5344CB8AC3E}">
        <p14:creationId xmlns:p14="http://schemas.microsoft.com/office/powerpoint/2010/main" val="3287505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D81644-AD9F-D447-BD4B-E65435076157}"/>
              </a:ext>
            </a:extLst>
          </p:cNvPr>
          <p:cNvSpPr>
            <a:spLocks noGrp="1"/>
          </p:cNvSpPr>
          <p:nvPr>
            <p:ph type="title"/>
          </p:nvPr>
        </p:nvSpPr>
        <p:spPr>
          <a:xfrm>
            <a:off x="1043631" y="809898"/>
            <a:ext cx="10173010" cy="1554480"/>
          </a:xfrm>
        </p:spPr>
        <p:txBody>
          <a:bodyPr anchor="ctr">
            <a:normAutofit/>
          </a:bodyPr>
          <a:lstStyle/>
          <a:p>
            <a:r>
              <a:rPr lang="en-US" sz="4800" dirty="0">
                <a:latin typeface="Times New Roman" panose="02020603050405020304" pitchFamily="18" charset="0"/>
                <a:cs typeface="Times New Roman" panose="02020603050405020304" pitchFamily="18" charset="0"/>
              </a:rPr>
              <a:t>IMPACTS OF DOMESTICATION</a:t>
            </a:r>
            <a:endParaRPr lang="en-GH" sz="4800" dirty="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2">
            <a:extLst>
              <a:ext uri="{FF2B5EF4-FFF2-40B4-BE49-F238E27FC236}">
                <a16:creationId xmlns:a16="http://schemas.microsoft.com/office/drawing/2014/main" id="{58916BD3-CB86-B7AB-AC0A-069B3AB95B2E}"/>
              </a:ext>
            </a:extLst>
          </p:cNvPr>
          <p:cNvGraphicFramePr>
            <a:graphicFrameLocks noGrp="1"/>
          </p:cNvGraphicFramePr>
          <p:nvPr>
            <p:ph idx="1"/>
            <p:extLst>
              <p:ext uri="{D42A27DB-BD31-4B8C-83A1-F6EECF244321}">
                <p14:modId xmlns:p14="http://schemas.microsoft.com/office/powerpoint/2010/main" val="2563868842"/>
              </p:ext>
            </p:extLst>
          </p:nvPr>
        </p:nvGraphicFramePr>
        <p:xfrm>
          <a:off x="267836" y="2704014"/>
          <a:ext cx="11730199" cy="4153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E1016C3D-4F8C-EEB4-F0CE-65FB744737EE}"/>
              </a:ext>
            </a:extLst>
          </p:cNvPr>
          <p:cNvSpPr txBox="1"/>
          <p:nvPr/>
        </p:nvSpPr>
        <p:spPr>
          <a:xfrm>
            <a:off x="66908" y="290788"/>
            <a:ext cx="45719" cy="861774"/>
          </a:xfrm>
          <a:prstGeom prst="rect">
            <a:avLst/>
          </a:prstGeom>
          <a:noFill/>
        </p:spPr>
        <p:txBody>
          <a:bodyPr wrap="square" rtlCol="0">
            <a:spAutoFit/>
          </a:bodyPr>
          <a:lstStyle/>
          <a:p>
            <a:r>
              <a:rPr lang="en-US" sz="3200" dirty="0"/>
              <a:t>5</a:t>
            </a:r>
          </a:p>
          <a:p>
            <a:endParaRPr lang="en-GH" dirty="0"/>
          </a:p>
        </p:txBody>
      </p:sp>
    </p:spTree>
    <p:extLst>
      <p:ext uri="{BB962C8B-B14F-4D97-AF65-F5344CB8AC3E}">
        <p14:creationId xmlns:p14="http://schemas.microsoft.com/office/powerpoint/2010/main" val="502426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9F68C-486E-EE9A-6EFB-602C7632E1D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BENEFITS OF DOMESTICATED BIOTA FOR HUMAN SOCIETES</a:t>
            </a:r>
            <a:endParaRPr lang="en-GH" dirty="0">
              <a:latin typeface="Times New Roman" panose="02020603050405020304" pitchFamily="18" charset="0"/>
              <a:cs typeface="Times New Roman" panose="02020603050405020304" pitchFamily="18" charset="0"/>
            </a:endParaRPr>
          </a:p>
        </p:txBody>
      </p:sp>
      <p:graphicFrame>
        <p:nvGraphicFramePr>
          <p:cNvPr id="17" name="Content Placeholder 2">
            <a:extLst>
              <a:ext uri="{FF2B5EF4-FFF2-40B4-BE49-F238E27FC236}">
                <a16:creationId xmlns:a16="http://schemas.microsoft.com/office/drawing/2014/main" id="{285FE372-5A66-FE55-C6DA-A45F8B4CA1E4}"/>
              </a:ext>
            </a:extLst>
          </p:cNvPr>
          <p:cNvGraphicFramePr>
            <a:graphicFrameLocks noGrp="1"/>
          </p:cNvGraphicFramePr>
          <p:nvPr>
            <p:ph idx="1"/>
            <p:extLst>
              <p:ext uri="{D42A27DB-BD31-4B8C-83A1-F6EECF244321}">
                <p14:modId xmlns:p14="http://schemas.microsoft.com/office/powerpoint/2010/main" val="31155604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AEB1ACC7-2857-E55F-D5DD-64D509606658}"/>
              </a:ext>
            </a:extLst>
          </p:cNvPr>
          <p:cNvSpPr txBox="1"/>
          <p:nvPr/>
        </p:nvSpPr>
        <p:spPr>
          <a:xfrm>
            <a:off x="304800" y="316523"/>
            <a:ext cx="45719" cy="861774"/>
          </a:xfrm>
          <a:prstGeom prst="rect">
            <a:avLst/>
          </a:prstGeom>
          <a:noFill/>
        </p:spPr>
        <p:txBody>
          <a:bodyPr wrap="square" rtlCol="0">
            <a:spAutoFit/>
          </a:bodyPr>
          <a:lstStyle/>
          <a:p>
            <a:r>
              <a:rPr lang="en-US" sz="3200" dirty="0"/>
              <a:t>6</a:t>
            </a:r>
          </a:p>
          <a:p>
            <a:endParaRPr lang="en-GH" dirty="0"/>
          </a:p>
        </p:txBody>
      </p:sp>
    </p:spTree>
    <p:extLst>
      <p:ext uri="{BB962C8B-B14F-4D97-AF65-F5344CB8AC3E}">
        <p14:creationId xmlns:p14="http://schemas.microsoft.com/office/powerpoint/2010/main" val="1874588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5">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4" descr="Cows eating from trough">
            <a:extLst>
              <a:ext uri="{FF2B5EF4-FFF2-40B4-BE49-F238E27FC236}">
                <a16:creationId xmlns:a16="http://schemas.microsoft.com/office/drawing/2014/main" id="{F2261509-F120-BFD4-F642-5952B520DF11}"/>
              </a:ext>
            </a:extLst>
          </p:cNvPr>
          <p:cNvPicPr>
            <a:picLocks noChangeAspect="1"/>
          </p:cNvPicPr>
          <p:nvPr/>
        </p:nvPicPr>
        <p:blipFill rotWithShape="1">
          <a:blip r:embed="rId2"/>
          <a:srcRect t="2932" r="22965" b="5775"/>
          <a:stretch/>
        </p:blipFill>
        <p:spPr>
          <a:xfrm>
            <a:off x="3550604" y="10"/>
            <a:ext cx="8669532" cy="6857990"/>
          </a:xfrm>
          <a:prstGeom prst="rect">
            <a:avLst/>
          </a:prstGeom>
        </p:spPr>
      </p:pic>
      <p:sp>
        <p:nvSpPr>
          <p:cNvPr id="38" name="Rectangle 37">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6F5F87-6D12-7C80-20F9-0C6313D81E76}"/>
              </a:ext>
            </a:extLst>
          </p:cNvPr>
          <p:cNvSpPr>
            <a:spLocks noGrp="1"/>
          </p:cNvSpPr>
          <p:nvPr>
            <p:ph type="title"/>
          </p:nvPr>
        </p:nvSpPr>
        <p:spPr>
          <a:xfrm>
            <a:off x="371094" y="1208180"/>
            <a:ext cx="3438144" cy="1124712"/>
          </a:xfrm>
        </p:spPr>
        <p:txBody>
          <a:bodyPr anchor="b">
            <a:normAutofit/>
          </a:bodyPr>
          <a:lstStyle/>
          <a:p>
            <a:r>
              <a:rPr lang="en-US" sz="2800">
                <a:ln w="22225">
                  <a:solidFill>
                    <a:srgbClr val="FFFFFF"/>
                  </a:solidFill>
                </a:ln>
                <a:solidFill>
                  <a:schemeClr val="bg1"/>
                </a:solidFill>
                <a:latin typeface="Times New Roman" panose="02020603050405020304" pitchFamily="18" charset="0"/>
                <a:cs typeface="Times New Roman" panose="02020603050405020304" pitchFamily="18" charset="0"/>
              </a:rPr>
              <a:t>CONCLUSION</a:t>
            </a:r>
            <a:endParaRPr lang="en-GH" sz="2800">
              <a:ln w="22225">
                <a:solidFill>
                  <a:srgbClr val="FFFFFF"/>
                </a:solidFill>
              </a:ln>
              <a:solidFill>
                <a:schemeClr val="bg1"/>
              </a:solidFill>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2" name="Rectangle 4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B5F7132-3569-2077-7BE9-7C18B1C493EE}"/>
              </a:ext>
            </a:extLst>
          </p:cNvPr>
          <p:cNvSpPr>
            <a:spLocks noGrp="1"/>
          </p:cNvSpPr>
          <p:nvPr>
            <p:ph idx="1"/>
          </p:nvPr>
        </p:nvSpPr>
        <p:spPr>
          <a:xfrm>
            <a:off x="371093" y="2718054"/>
            <a:ext cx="8364943" cy="3687670"/>
          </a:xfrm>
        </p:spPr>
        <p:txBody>
          <a:bodyPr anchor="t">
            <a:normAutofit lnSpcReduction="10000"/>
          </a:bodyPr>
          <a:lstStyle/>
          <a:p>
            <a:pPr marL="0" indent="0">
              <a:buNone/>
            </a:pPr>
            <a:r>
              <a:rPr lang="en-US" dirty="0">
                <a:solidFill>
                  <a:schemeClr val="bg1"/>
                </a:solidFill>
                <a:latin typeface="Times New Roman" panose="02020603050405020304" pitchFamily="18" charset="0"/>
                <a:cs typeface="Times New Roman" panose="02020603050405020304" pitchFamily="18" charset="0"/>
              </a:rPr>
              <a:t>In conclusion, domesticated biota has had profound impacts on human societies and the environment. It has provided a stable food supply, supported agricultural productivity, and contributed to economic development through trade and specialization. However, the process of domestication has also raised concerns such as genetic vulnerability, habitat loss, and animal welfare. Finding a balance between reaping the benefits of domestication and mitigating its drawbacks is crucial for sustainable and responsible stewardship of domesticated biota. </a:t>
            </a:r>
            <a:endParaRPr lang="en-GH" dirty="0">
              <a:solidFill>
                <a:schemeClr val="bg1"/>
              </a:solidFill>
              <a:latin typeface="Times New Roman" panose="02020603050405020304" pitchFamily="18" charset="0"/>
              <a:cs typeface="Times New Roman" panose="02020603050405020304" pitchFamily="18" charset="0"/>
            </a:endParaRPr>
          </a:p>
          <a:p>
            <a:endParaRPr lang="en-GH" sz="1400" dirty="0">
              <a:solidFill>
                <a:schemeClr val="bg1"/>
              </a:solidFill>
            </a:endParaRPr>
          </a:p>
        </p:txBody>
      </p:sp>
      <p:sp>
        <p:nvSpPr>
          <p:cNvPr id="4" name="TextBox 3">
            <a:extLst>
              <a:ext uri="{FF2B5EF4-FFF2-40B4-BE49-F238E27FC236}">
                <a16:creationId xmlns:a16="http://schemas.microsoft.com/office/drawing/2014/main" id="{A99FA396-9C84-2014-C5EC-018324335214}"/>
              </a:ext>
            </a:extLst>
          </p:cNvPr>
          <p:cNvSpPr txBox="1"/>
          <p:nvPr/>
        </p:nvSpPr>
        <p:spPr>
          <a:xfrm>
            <a:off x="445977" y="-222086"/>
            <a:ext cx="45719" cy="1354217"/>
          </a:xfrm>
          <a:prstGeom prst="rect">
            <a:avLst/>
          </a:prstGeom>
          <a:noFill/>
        </p:spPr>
        <p:txBody>
          <a:bodyPr wrap="square" rtlCol="0">
            <a:spAutoFit/>
          </a:bodyPr>
          <a:lstStyle/>
          <a:p>
            <a:endParaRPr lang="en-US" sz="3200" dirty="0">
              <a:solidFill>
                <a:schemeClr val="bg1"/>
              </a:solidFill>
              <a:latin typeface="+mj-lt"/>
              <a:cs typeface="Times New Roman" panose="02020603050405020304" pitchFamily="18" charset="0"/>
            </a:endParaRPr>
          </a:p>
          <a:p>
            <a:r>
              <a:rPr lang="en-US" sz="3200" dirty="0">
                <a:solidFill>
                  <a:schemeClr val="bg1"/>
                </a:solidFill>
              </a:rPr>
              <a:t>7</a:t>
            </a:r>
          </a:p>
          <a:p>
            <a:endParaRPr lang="en-GH" dirty="0">
              <a:solidFill>
                <a:schemeClr val="bg1"/>
              </a:solidFill>
            </a:endParaRPr>
          </a:p>
        </p:txBody>
      </p:sp>
      <p:sp>
        <p:nvSpPr>
          <p:cNvPr id="6" name="TextBox 5">
            <a:extLst>
              <a:ext uri="{FF2B5EF4-FFF2-40B4-BE49-F238E27FC236}">
                <a16:creationId xmlns:a16="http://schemas.microsoft.com/office/drawing/2014/main" id="{F43C07B5-F12B-BF3D-5D4D-8A3D87ACBDE9}"/>
              </a:ext>
            </a:extLst>
          </p:cNvPr>
          <p:cNvSpPr txBox="1"/>
          <p:nvPr/>
        </p:nvSpPr>
        <p:spPr>
          <a:xfrm>
            <a:off x="401955" y="634476"/>
            <a:ext cx="45719" cy="369332"/>
          </a:xfrm>
          <a:prstGeom prst="rect">
            <a:avLst/>
          </a:prstGeom>
          <a:noFill/>
        </p:spPr>
        <p:txBody>
          <a:bodyPr wrap="square" rtlCol="0">
            <a:spAutoFit/>
          </a:bodyPr>
          <a:lstStyle/>
          <a:p>
            <a:r>
              <a:rPr lang="en-US" dirty="0"/>
              <a:t>7</a:t>
            </a:r>
            <a:endParaRPr lang="en-GH" dirty="0"/>
          </a:p>
        </p:txBody>
      </p:sp>
    </p:spTree>
    <p:extLst>
      <p:ext uri="{BB962C8B-B14F-4D97-AF65-F5344CB8AC3E}">
        <p14:creationId xmlns:p14="http://schemas.microsoft.com/office/powerpoint/2010/main" val="294264041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1D24F-FA9B-1DFF-0B72-2809964B325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A7E6F1-D76E-72D4-D54E-F37469113DB9}"/>
              </a:ext>
            </a:extLst>
          </p:cNvPr>
          <p:cNvSpPr>
            <a:spLocks noGrp="1"/>
          </p:cNvSpPr>
          <p:nvPr>
            <p:ph idx="1"/>
          </p:nvPr>
        </p:nvSpPr>
        <p:spPr>
          <a:xfrm>
            <a:off x="838199" y="1825625"/>
            <a:ext cx="10619509" cy="4667250"/>
          </a:xfrm>
        </p:spPr>
        <p:txBody>
          <a:bodyPr>
            <a:noAutofit/>
          </a:bodyPr>
          <a:lstStyle/>
          <a:p>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Badr, A., Müller, K., Schäfer-Pregl, R., &amp; Rabey, H. (2000). On the origin and domestication history of barley (Hordeum vulgare). Molecular Biology and Evolution, 17(4), 499-510.</a:t>
            </a:r>
            <a:endParaRPr lang="en-GH" sz="24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Jose, S. (2009). Agroforestry for ecosystem services and environmental benefits: an overview. Agroforestry Systems, 76(1), 1-10.</a:t>
            </a:r>
            <a:endParaRPr lang="en-GH"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pPr>
            <a:r>
              <a:rPr lang="en-GH" sz="2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Foley, J. A., DeFries, R., Asner, G. P., Barford, C., Bonan, G., Carpenter, S. R., ... &amp; Snyder, P. K. (2005). Global consequences of land use. science, 309(5734), 570-574.</a:t>
            </a:r>
            <a:endParaRPr lang="en-GH"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Diamond, J. (2002). Evolution, consequences and future of plant and animal domestication. Nature, 418(6898), 700-707.</a:t>
            </a:r>
          </a:p>
          <a:p>
            <a:r>
              <a:rPr lang="en-US" sz="2400" dirty="0">
                <a:latin typeface="Times New Roman" panose="02020603050405020304" pitchFamily="18" charset="0"/>
                <a:cs typeface="Times New Roman" panose="02020603050405020304" pitchFamily="18" charset="0"/>
              </a:rPr>
              <a:t>. What is Domestication? | AMNH. (n.d.). American Museum of Natural History.</a:t>
            </a:r>
          </a:p>
        </p:txBody>
      </p:sp>
    </p:spTree>
    <p:extLst>
      <p:ext uri="{BB962C8B-B14F-4D97-AF65-F5344CB8AC3E}">
        <p14:creationId xmlns:p14="http://schemas.microsoft.com/office/powerpoint/2010/main" val="92004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1">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D0E779-6EC3-822E-012C-A76459E04CC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dirty="0">
                <a:solidFill>
                  <a:schemeClr val="tx1"/>
                </a:solidFill>
                <a:latin typeface="+mj-lt"/>
                <a:ea typeface="+mj-ea"/>
                <a:cs typeface="+mj-cs"/>
              </a:rPr>
              <a:t>THANK YOU</a:t>
            </a:r>
          </a:p>
        </p:txBody>
      </p:sp>
      <p:sp>
        <p:nvSpPr>
          <p:cNvPr id="28" name="Rectangle 2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7" name="Graphic 6" descr="Handshake">
            <a:extLst>
              <a:ext uri="{FF2B5EF4-FFF2-40B4-BE49-F238E27FC236}">
                <a16:creationId xmlns:a16="http://schemas.microsoft.com/office/drawing/2014/main" id="{066AEDC0-22E9-4182-D53D-0660F895A4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60099" y="625683"/>
            <a:ext cx="5455380" cy="5455380"/>
          </a:xfrm>
          <a:prstGeom prst="rect">
            <a:avLst/>
          </a:prstGeom>
        </p:spPr>
      </p:pic>
    </p:spTree>
    <p:extLst>
      <p:ext uri="{BB962C8B-B14F-4D97-AF65-F5344CB8AC3E}">
        <p14:creationId xmlns:p14="http://schemas.microsoft.com/office/powerpoint/2010/main" val="2869638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F2A0A-F4D3-F2A1-9842-CB78AAC11D22}"/>
              </a:ext>
            </a:extLst>
          </p:cNvPr>
          <p:cNvSpPr>
            <a:spLocks noGrp="1"/>
          </p:cNvSpPr>
          <p:nvPr>
            <p:ph type="title"/>
          </p:nvPr>
        </p:nvSpPr>
        <p:spPr>
          <a:xfrm>
            <a:off x="984738" y="351057"/>
            <a:ext cx="10509738" cy="1325563"/>
          </a:xfrm>
        </p:spPr>
        <p:txBody>
          <a:bodyPr/>
          <a:lstStyle/>
          <a:p>
            <a:r>
              <a:rPr lang="en-US" dirty="0">
                <a:latin typeface="Times New Roman" panose="02020603050405020304" pitchFamily="18" charset="0"/>
                <a:cs typeface="Times New Roman" panose="02020603050405020304" pitchFamily="18" charset="0"/>
              </a:rPr>
              <a:t>GROUP MEMBERS</a:t>
            </a:r>
            <a:endParaRPr lang="en-GH" dirty="0">
              <a:latin typeface="Times New Roman" panose="02020603050405020304" pitchFamily="18" charset="0"/>
              <a:cs typeface="Times New Roman" panose="02020603050405020304" pitchFamily="18" charset="0"/>
            </a:endParaRPr>
          </a:p>
        </p:txBody>
      </p:sp>
      <p:graphicFrame>
        <p:nvGraphicFramePr>
          <p:cNvPr id="26" name="Content Placeholder 2">
            <a:extLst>
              <a:ext uri="{FF2B5EF4-FFF2-40B4-BE49-F238E27FC236}">
                <a16:creationId xmlns:a16="http://schemas.microsoft.com/office/drawing/2014/main" id="{347A7926-4B35-A117-24DB-A3B177669DE5}"/>
              </a:ext>
            </a:extLst>
          </p:cNvPr>
          <p:cNvGraphicFramePr>
            <a:graphicFrameLocks noGrp="1"/>
          </p:cNvGraphicFramePr>
          <p:nvPr>
            <p:ph idx="1"/>
            <p:extLst>
              <p:ext uri="{D42A27DB-BD31-4B8C-83A1-F6EECF244321}">
                <p14:modId xmlns:p14="http://schemas.microsoft.com/office/powerpoint/2010/main" val="1430562172"/>
              </p:ext>
            </p:extLst>
          </p:nvPr>
        </p:nvGraphicFramePr>
        <p:xfrm>
          <a:off x="508783" y="1676620"/>
          <a:ext cx="10762957" cy="4500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6660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666</Words>
  <Application>Microsoft Office PowerPoint</Application>
  <PresentationFormat>Widescreen</PresentationFormat>
  <Paragraphs>63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DOMESTICATED BIOTA</vt:lpstr>
      <vt:lpstr>OUTLINE</vt:lpstr>
      <vt:lpstr>INTRODUCTION</vt:lpstr>
      <vt:lpstr>DOMESTICATED PLANTS</vt:lpstr>
      <vt:lpstr>DOMESTICATED ANIMALS</vt:lpstr>
      <vt:lpstr>IMPACTS OF DOMESTICATION</vt:lpstr>
      <vt:lpstr>BENEFITS OF DOMESTICATED BIOTA FOR HUMAN SOCIETES</vt:lpstr>
      <vt:lpstr>CONCLUSION</vt:lpstr>
      <vt:lpstr>REFERENCES</vt:lpstr>
      <vt:lpstr>THANK YOU</vt:lpstr>
      <vt:lpstr>GROUP MEMBERS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DOMESTICATED BIOTA</dc:title>
  <dc:creator>Eva Anyemi</dc:creator>
  <cp:lastModifiedBy>Eva Anyemi</cp:lastModifiedBy>
  <cp:revision>1</cp:revision>
  <dcterms:created xsi:type="dcterms:W3CDTF">2023-07-16T14:27:56Z</dcterms:created>
  <dcterms:modified xsi:type="dcterms:W3CDTF">2023-07-16T16:49:30Z</dcterms:modified>
</cp:coreProperties>
</file>