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8" name=""/>
        <p:cNvGrpSpPr/>
        <p:nvPr/>
      </p:nvGrpSpPr>
      <p:grpSpPr>
        <a:xfrm>
          <a:off x="0" y="0"/>
          <a:ext cx="0" cy="0"/>
          <a:chOff x="0" y="0"/>
          <a:chExt cx="0" cy="0"/>
        </a:xfrm>
      </p:grpSpPr>
      <p:sp>
        <p:nvSpPr>
          <p:cNvPr id="1048695" name="Header Placeholder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696" name="Date Placeholder 2"/>
          <p:cNvSpPr>
            <a14:cpLocks xmlns:a14="http://schemas.microsoft.com/office/drawing/2010/main"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B2387-3461-4DD4-8D14-75D8D1FB55E0}" type="datetimeFigureOut">
              <a:rPr lang="en-US" smtClean="0"/>
            </a:fld>
            <a:endParaRPr lang="en-US"/>
          </a:p>
        </p:txBody>
      </p:sp>
      <p:sp>
        <p:nvSpPr>
          <p:cNvPr id="1048697" name="Slide Image Placeholder 3"/>
          <p:cNvSpPr>
            <a14:cpLocks xmlns:a14="http://schemas.microsoft.com/office/drawing/2010/main"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en-US"/>
          </a:p>
        </p:txBody>
      </p:sp>
      <p:sp>
        <p:nvSpPr>
          <p:cNvPr id="1048698" name="Notes Placeholder 4"/>
          <p:cNvSpPr>
            <a14:cpLocks xmlns:a14="http://schemas.microsoft.com/office/drawing/2010/main" noGrp="1"/>
          </p:cNvSpPr>
          <p:nvPr>
            <p:ph type="body" sz="quarter" idx="3"/>
          </p:nvPr>
        </p:nvSpPr>
        <p:spPr>
          <a:xfrm>
            <a:off x="685800" y="4400550"/>
            <a:ext cx="5486400" cy="3600450"/>
          </a:xfrm>
          <a:prstGeom prst="rect">
            <a:avLst/>
          </a:prstGeom>
        </p:spPr>
        <p:txBody>
          <a:bodyPr vert="horz" lIns="91440" tIns="45720" rIns="91440" bIns="45720" rtlCol="0"/>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9" name="Footer Placeholder 5"/>
          <p:cNvSpPr>
            <a14:cpLocks xmlns:a14="http://schemas.microsoft.com/office/drawing/2010/main"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00" name="Slide Number Placeholder 6"/>
          <p:cNvSpPr>
            <a14:cpLocks xmlns:a14="http://schemas.microsoft.com/office/drawing/2010/main"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51B276-95B6-4798-8BFA-AFBF2E0B886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24" name=""/>
        <p:cNvGrpSpPr/>
        <p:nvPr/>
      </p:nvGrpSpPr>
      <p:grpSpPr>
        <a:xfrm>
          <a:off x="0" y="0"/>
          <a:ext cx="0" cy="0"/>
          <a:chOff x="0" y="0"/>
          <a:chExt cx="0" cy="0"/>
        </a:xfrm>
      </p:grpSpPr>
      <p:sp>
        <p:nvSpPr>
          <p:cNvPr id="1048582" name="Title 1"/>
          <p:cNvSpPr>
            <a14:cpLocks xmlns:a14="http://schemas.microsoft.com/office/drawing/2010/main"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1048583" name="Subtitle 2"/>
          <p:cNvSpPr>
            <a14:cpLocks xmlns:a14="http://schemas.microsoft.com/office/drawing/2010/main"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48584" name="Date Placeholder 3"/>
          <p:cNvSpPr>
            <a14:cpLocks xmlns:a14="http://schemas.microsoft.com/office/drawing/2010/main" noGrp="1"/>
          </p:cNvSpPr>
          <p:nvPr>
            <p:ph type="dt" sz="half" idx="10"/>
          </p:nvPr>
        </p:nvSpPr>
        <p:spPr/>
        <p:txBody>
          <a:bodyPr/>
          <a:p>
            <a:fld id="{F8B08F8E-77C0-4B7D-B7F3-AD97E1067BF7}" type="datetime1">
              <a:rPr lang="en-US" smtClean="0"/>
            </a:fld>
            <a:endParaRPr lang="en-US"/>
          </a:p>
        </p:txBody>
      </p:sp>
      <p:sp>
        <p:nvSpPr>
          <p:cNvPr id="1048585" name="Footer Placeholder 4"/>
          <p:cNvSpPr>
            <a14:cpLocks xmlns:a14="http://schemas.microsoft.com/office/drawing/2010/main" noGrp="1"/>
          </p:cNvSpPr>
          <p:nvPr>
            <p:ph type="ftr" sz="quarter" idx="11"/>
          </p:nvPr>
        </p:nvSpPr>
        <p:spPr>
          <a:xfrm>
            <a:off x="2416500" y="329307"/>
            <a:ext cx="4973915" cy="309201"/>
          </a:xfrm>
        </p:spPr>
        <p:txBody>
          <a:bodyPr/>
          <a:p>
            <a:endParaRPr lang="en-US"/>
          </a:p>
        </p:txBody>
      </p:sp>
      <p:sp>
        <p:nvSpPr>
          <p:cNvPr id="1048586" name="Slide Number Placeholder 5"/>
          <p:cNvSpPr>
            <a14:cpLocks xmlns:a14="http://schemas.microsoft.com/office/drawing/2010/main" noGrp="1"/>
          </p:cNvSpPr>
          <p:nvPr>
            <p:ph type="sldNum" sz="quarter" idx="12"/>
          </p:nvPr>
        </p:nvSpPr>
        <p:spPr>
          <a:xfrm>
            <a:off x="1437664" y="798973"/>
            <a:ext cx="811019" cy="503578"/>
          </a:xfrm>
        </p:spPr>
        <p:txBody>
          <a:bodyPr/>
          <a:p>
            <a:fld id="{E92A122F-3F96-4A37-98BB-04140B2789B5}" type="slidenum">
              <a:rPr lang="en-US" smtClean="0"/>
            </a:fld>
            <a:endParaRPr lang="en-US"/>
          </a:p>
        </p:txBody>
      </p:sp>
      <p:cxnSp>
        <p:nvCxnSpPr>
          <p:cNvPr id="3145729"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32" name=""/>
        <p:cNvGrpSpPr/>
        <p:nvPr/>
      </p:nvGrpSpPr>
      <p:grpSpPr>
        <a:xfrm>
          <a:off x="0" y="0"/>
          <a:ext cx="0" cy="0"/>
          <a:chOff x="0" y="0"/>
          <a:chExt cx="0" cy="0"/>
        </a:xfrm>
      </p:grpSpPr>
      <p:sp>
        <p:nvSpPr>
          <p:cNvPr id="1048589" name="Title 1"/>
          <p:cNvSpPr>
            <a14:cpLocks xmlns:a14="http://schemas.microsoft.com/office/drawing/2010/main" noGrp="1"/>
          </p:cNvSpPr>
          <p:nvPr>
            <p:ph type="title"/>
          </p:nvPr>
        </p:nvSpPr>
        <p:spPr/>
        <p:txBody>
          <a:bodyPr/>
          <a:p>
            <a:r>
              <a:rPr lang="en-US"/>
              <a:t>Click to edit Master title style</a:t>
            </a:r>
            <a:endParaRPr lang="en-US" dirty="0"/>
          </a:p>
        </p:txBody>
      </p:sp>
      <p:sp>
        <p:nvSpPr>
          <p:cNvPr id="1048590" name="Content Placeholder 2"/>
          <p:cNvSpPr>
            <a14:cpLocks xmlns:a14="http://schemas.microsoft.com/office/drawing/2010/main" noGrp="1"/>
          </p:cNvSpPr>
          <p:nvPr>
            <p:ph idx="1" hasCustomPrompt="1"/>
          </p:nvPr>
        </p:nvSpPr>
        <p:spPr/>
        <p:txBody>
          <a:bodyPr anchor="t"/>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591" name="Date Placeholder 3"/>
          <p:cNvSpPr>
            <a14:cpLocks xmlns:a14="http://schemas.microsoft.com/office/drawing/2010/main" noGrp="1"/>
          </p:cNvSpPr>
          <p:nvPr>
            <p:ph type="dt" sz="half" idx="10"/>
          </p:nvPr>
        </p:nvSpPr>
        <p:spPr/>
        <p:txBody>
          <a:bodyPr/>
          <a:p>
            <a:fld id="{98F06319-05B1-4A8B-AFE6-049D28C4B3B2}" type="datetime1">
              <a:rPr lang="en-US" smtClean="0"/>
            </a:fld>
            <a:endParaRPr lang="en-US"/>
          </a:p>
        </p:txBody>
      </p:sp>
      <p:sp>
        <p:nvSpPr>
          <p:cNvPr id="1048592" name="Footer Placeholder 4"/>
          <p:cNvSpPr>
            <a14:cpLocks xmlns:a14="http://schemas.microsoft.com/office/drawing/2010/main" noGrp="1"/>
          </p:cNvSpPr>
          <p:nvPr>
            <p:ph type="ftr" sz="quarter" idx="11"/>
          </p:nvPr>
        </p:nvSpPr>
        <p:spPr/>
        <p:txBody>
          <a:bodyPr/>
          <a:p>
            <a:endParaRPr lang="en-US"/>
          </a:p>
        </p:txBody>
      </p:sp>
      <p:sp>
        <p:nvSpPr>
          <p:cNvPr id="1048593" name="Slide Number Placeholder 5"/>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0"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54" name=""/>
        <p:cNvGrpSpPr/>
        <p:nvPr/>
      </p:nvGrpSpPr>
      <p:grpSpPr>
        <a:xfrm>
          <a:off x="0" y="0"/>
          <a:ext cx="0" cy="0"/>
          <a:chOff x="0" y="0"/>
          <a:chExt cx="0" cy="0"/>
        </a:xfrm>
      </p:grpSpPr>
      <p:sp>
        <p:nvSpPr>
          <p:cNvPr id="1048673" name="Title 1"/>
          <p:cNvSpPr>
            <a14:cpLocks xmlns:a14="http://schemas.microsoft.com/office/drawing/2010/main"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1048674" name="Text Placeholder 2"/>
          <p:cNvSpPr>
            <a14:cpLocks xmlns:a14="http://schemas.microsoft.com/office/drawing/2010/main" noGrp="1"/>
          </p:cNvSpPr>
          <p:nvPr>
            <p:ph type="body" idx="1" hasCustomPrompt="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1048675" name="Date Placeholder 3"/>
          <p:cNvSpPr>
            <a14:cpLocks xmlns:a14="http://schemas.microsoft.com/office/drawing/2010/main" noGrp="1"/>
          </p:cNvSpPr>
          <p:nvPr>
            <p:ph type="dt" sz="half" idx="10"/>
          </p:nvPr>
        </p:nvSpPr>
        <p:spPr/>
        <p:txBody>
          <a:bodyPr/>
          <a:p>
            <a:fld id="{31D0611F-77F3-4B6E-A90D-44D88713A1D5}" type="datetime1">
              <a:rPr lang="en-US" smtClean="0"/>
            </a:fld>
            <a:endParaRPr lang="en-US"/>
          </a:p>
        </p:txBody>
      </p:sp>
      <p:sp>
        <p:nvSpPr>
          <p:cNvPr id="1048676" name="Footer Placeholder 4"/>
          <p:cNvSpPr>
            <a14:cpLocks xmlns:a14="http://schemas.microsoft.com/office/drawing/2010/main" noGrp="1"/>
          </p:cNvSpPr>
          <p:nvPr>
            <p:ph type="ftr" sz="quarter" idx="11"/>
          </p:nvPr>
        </p:nvSpPr>
        <p:spPr/>
        <p:txBody>
          <a:bodyPr/>
          <a:p>
            <a:endParaRPr lang="en-US"/>
          </a:p>
        </p:txBody>
      </p:sp>
      <p:sp>
        <p:nvSpPr>
          <p:cNvPr id="1048677" name="Slide Number Placeholder 5"/>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6"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35" name=""/>
        <p:cNvGrpSpPr/>
        <p:nvPr/>
      </p:nvGrpSpPr>
      <p:grpSpPr>
        <a:xfrm>
          <a:off x="0" y="0"/>
          <a:ext cx="0" cy="0"/>
          <a:chOff x="0" y="0"/>
          <a:chExt cx="0" cy="0"/>
        </a:xfrm>
      </p:grpSpPr>
      <p:sp>
        <p:nvSpPr>
          <p:cNvPr id="1048600" name="Title 1"/>
          <p:cNvSpPr>
            <a14:cpLocks xmlns:a14="http://schemas.microsoft.com/office/drawing/2010/main" noGrp="1"/>
          </p:cNvSpPr>
          <p:nvPr>
            <p:ph type="title"/>
          </p:nvPr>
        </p:nvSpPr>
        <p:spPr>
          <a:xfrm>
            <a:off x="1449217" y="804889"/>
            <a:ext cx="9605635" cy="1059305"/>
          </a:xfrm>
        </p:spPr>
        <p:txBody>
          <a:bodyPr/>
          <a:p>
            <a:r>
              <a:rPr lang="en-US"/>
              <a:t>Click to edit Master title style</a:t>
            </a:r>
            <a:endParaRPr lang="en-US" dirty="0"/>
          </a:p>
        </p:txBody>
      </p:sp>
      <p:sp>
        <p:nvSpPr>
          <p:cNvPr id="1048601" name="Content Placeholder 2"/>
          <p:cNvSpPr>
            <a14:cpLocks xmlns:a14="http://schemas.microsoft.com/office/drawing/2010/main" noGrp="1"/>
          </p:cNvSpPr>
          <p:nvPr>
            <p:ph sz="half" idx="1" hasCustomPrompt="1"/>
          </p:nvPr>
        </p:nvSpPr>
        <p:spPr>
          <a:xfrm>
            <a:off x="1447331" y="2010878"/>
            <a:ext cx="4645152" cy="3448595"/>
          </a:xfrm>
        </p:spPr>
        <p:txBody>
          <a:bodyPr/>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02" name="Content Placeholder 3"/>
          <p:cNvSpPr>
            <a14:cpLocks xmlns:a14="http://schemas.microsoft.com/office/drawing/2010/main" noGrp="1"/>
          </p:cNvSpPr>
          <p:nvPr>
            <p:ph sz="half" idx="2" hasCustomPrompt="1"/>
          </p:nvPr>
        </p:nvSpPr>
        <p:spPr>
          <a:xfrm>
            <a:off x="6413771" y="2017343"/>
            <a:ext cx="4645152" cy="3441520"/>
          </a:xfrm>
        </p:spPr>
        <p:txBody>
          <a:bodyPr/>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03" name="Date Placeholder 4"/>
          <p:cNvSpPr>
            <a14:cpLocks xmlns:a14="http://schemas.microsoft.com/office/drawing/2010/main" noGrp="1"/>
          </p:cNvSpPr>
          <p:nvPr>
            <p:ph type="dt" sz="half" idx="10"/>
          </p:nvPr>
        </p:nvSpPr>
        <p:spPr/>
        <p:txBody>
          <a:bodyPr/>
          <a:p>
            <a:fld id="{61215694-8C5E-46FE-BD62-6192B4CF8B76}" type="datetime1">
              <a:rPr lang="en-US" smtClean="0"/>
            </a:fld>
            <a:endParaRPr lang="en-US"/>
          </a:p>
        </p:txBody>
      </p:sp>
      <p:sp>
        <p:nvSpPr>
          <p:cNvPr id="1048604" name="Footer Placeholder 5"/>
          <p:cNvSpPr>
            <a14:cpLocks xmlns:a14="http://schemas.microsoft.com/office/drawing/2010/main" noGrp="1"/>
          </p:cNvSpPr>
          <p:nvPr>
            <p:ph type="ftr" sz="quarter" idx="11"/>
          </p:nvPr>
        </p:nvSpPr>
        <p:spPr/>
        <p:txBody>
          <a:bodyPr/>
          <a:p>
            <a:endParaRPr lang="en-US"/>
          </a:p>
        </p:txBody>
      </p:sp>
      <p:sp>
        <p:nvSpPr>
          <p:cNvPr id="1048605" name="Slide Number Placeholder 6"/>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1"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55" name=""/>
        <p:cNvGrpSpPr/>
        <p:nvPr/>
      </p:nvGrpSpPr>
      <p:grpSpPr>
        <a:xfrm>
          <a:off x="0" y="0"/>
          <a:ext cx="0" cy="0"/>
          <a:chOff x="0" y="0"/>
          <a:chExt cx="0" cy="0"/>
        </a:xfrm>
      </p:grpSpPr>
      <p:sp>
        <p:nvSpPr>
          <p:cNvPr id="1048678" name="Title 1"/>
          <p:cNvSpPr>
            <a14:cpLocks xmlns:a14="http://schemas.microsoft.com/office/drawing/2010/main" noGrp="1"/>
          </p:cNvSpPr>
          <p:nvPr>
            <p:ph type="title"/>
          </p:nvPr>
        </p:nvSpPr>
        <p:spPr>
          <a:xfrm>
            <a:off x="1447191" y="804163"/>
            <a:ext cx="9607661" cy="1056319"/>
          </a:xfrm>
        </p:spPr>
        <p:txBody>
          <a:bodyPr/>
          <a:p>
            <a:r>
              <a:rPr lang="en-US"/>
              <a:t>Click to edit Master title style</a:t>
            </a:r>
            <a:endParaRPr lang="en-US" dirty="0"/>
          </a:p>
        </p:txBody>
      </p:sp>
      <p:sp>
        <p:nvSpPr>
          <p:cNvPr id="1048679" name="Text Placeholder 2"/>
          <p:cNvSpPr>
            <a14:cpLocks xmlns:a14="http://schemas.microsoft.com/office/drawing/2010/main" noGrp="1"/>
          </p:cNvSpPr>
          <p:nvPr>
            <p:ph type="body" idx="1" hasCustomPrompt="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1048680" name="Content Placeholder 3"/>
          <p:cNvSpPr>
            <a14:cpLocks xmlns:a14="http://schemas.microsoft.com/office/drawing/2010/main" noGrp="1"/>
          </p:cNvSpPr>
          <p:nvPr>
            <p:ph sz="half" idx="2" hasCustomPrompt="1"/>
          </p:nvPr>
        </p:nvSpPr>
        <p:spPr>
          <a:xfrm>
            <a:off x="1447191" y="2824269"/>
            <a:ext cx="4645152" cy="2644457"/>
          </a:xfrm>
        </p:spPr>
        <p:txBody>
          <a:bodyPr/>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81" name="Text Placeholder 4"/>
          <p:cNvSpPr>
            <a14:cpLocks xmlns:a14="http://schemas.microsoft.com/office/drawing/2010/main" noGrp="1"/>
          </p:cNvSpPr>
          <p:nvPr>
            <p:ph type="body" sz="quarter" idx="3" hasCustomPrompt="1"/>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1048682" name="Content Placeholder 5"/>
          <p:cNvSpPr>
            <a14:cpLocks xmlns:a14="http://schemas.microsoft.com/office/drawing/2010/main" noGrp="1"/>
          </p:cNvSpPr>
          <p:nvPr>
            <p:ph sz="quarter" idx="4" hasCustomPrompt="1"/>
          </p:nvPr>
        </p:nvSpPr>
        <p:spPr>
          <a:xfrm>
            <a:off x="6412362" y="2821491"/>
            <a:ext cx="4645152" cy="2637371"/>
          </a:xfrm>
        </p:spPr>
        <p:txBody>
          <a:bodyPr/>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83" name="Date Placeholder 6"/>
          <p:cNvSpPr>
            <a14:cpLocks xmlns:a14="http://schemas.microsoft.com/office/drawing/2010/main" noGrp="1"/>
          </p:cNvSpPr>
          <p:nvPr>
            <p:ph type="dt" sz="half" idx="10"/>
          </p:nvPr>
        </p:nvSpPr>
        <p:spPr/>
        <p:txBody>
          <a:bodyPr/>
          <a:p>
            <a:fld id="{4AED798E-86C3-4BD6-846A-91DB6CD2477C}" type="datetime1">
              <a:rPr lang="en-US" smtClean="0"/>
            </a:fld>
            <a:endParaRPr lang="en-US"/>
          </a:p>
        </p:txBody>
      </p:sp>
      <p:sp>
        <p:nvSpPr>
          <p:cNvPr id="1048684" name="Footer Placeholder 7"/>
          <p:cNvSpPr>
            <a14:cpLocks xmlns:a14="http://schemas.microsoft.com/office/drawing/2010/main" noGrp="1"/>
          </p:cNvSpPr>
          <p:nvPr>
            <p:ph type="ftr" sz="quarter" idx="11"/>
          </p:nvPr>
        </p:nvSpPr>
        <p:spPr/>
        <p:txBody>
          <a:bodyPr/>
          <a:p>
            <a:endParaRPr lang="en-US"/>
          </a:p>
        </p:txBody>
      </p:sp>
      <p:sp>
        <p:nvSpPr>
          <p:cNvPr id="1048685" name="Slide Number Placeholder 8"/>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7"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48" name=""/>
        <p:cNvGrpSpPr/>
        <p:nvPr/>
      </p:nvGrpSpPr>
      <p:grpSpPr>
        <a:xfrm>
          <a:off x="0" y="0"/>
          <a:ext cx="0" cy="0"/>
          <a:chOff x="0" y="0"/>
          <a:chExt cx="0" cy="0"/>
        </a:xfrm>
      </p:grpSpPr>
      <p:sp>
        <p:nvSpPr>
          <p:cNvPr id="1048649" name="Title 1"/>
          <p:cNvSpPr>
            <a14:cpLocks xmlns:a14="http://schemas.microsoft.com/office/drawing/2010/main" noGrp="1"/>
          </p:cNvSpPr>
          <p:nvPr>
            <p:ph type="title"/>
          </p:nvPr>
        </p:nvSpPr>
        <p:spPr/>
        <p:txBody>
          <a:bodyPr/>
          <a:p>
            <a:r>
              <a:rPr lang="en-US"/>
              <a:t>Click to edit Master title style</a:t>
            </a:r>
            <a:endParaRPr lang="en-US" dirty="0"/>
          </a:p>
        </p:txBody>
      </p:sp>
      <p:sp>
        <p:nvSpPr>
          <p:cNvPr id="1048650" name="Date Placeholder 2"/>
          <p:cNvSpPr>
            <a14:cpLocks xmlns:a14="http://schemas.microsoft.com/office/drawing/2010/main" noGrp="1"/>
          </p:cNvSpPr>
          <p:nvPr>
            <p:ph type="dt" sz="half" idx="10"/>
          </p:nvPr>
        </p:nvSpPr>
        <p:spPr/>
        <p:txBody>
          <a:bodyPr/>
          <a:p>
            <a:fld id="{0D6ABBFB-9B3A-4C08-9C42-EA4283A81379}" type="datetime1">
              <a:rPr lang="en-US" smtClean="0"/>
            </a:fld>
            <a:endParaRPr lang="en-US"/>
          </a:p>
        </p:txBody>
      </p:sp>
      <p:sp>
        <p:nvSpPr>
          <p:cNvPr id="1048651" name="Footer Placeholder 3"/>
          <p:cNvSpPr>
            <a14:cpLocks xmlns:a14="http://schemas.microsoft.com/office/drawing/2010/main" noGrp="1"/>
          </p:cNvSpPr>
          <p:nvPr>
            <p:ph type="ftr" sz="quarter" idx="11"/>
          </p:nvPr>
        </p:nvSpPr>
        <p:spPr/>
        <p:txBody>
          <a:bodyPr/>
          <a:p>
            <a:endParaRPr lang="en-US"/>
          </a:p>
        </p:txBody>
      </p:sp>
      <p:sp>
        <p:nvSpPr>
          <p:cNvPr id="1048652" name="Slide Number Placeholder 4"/>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2"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56" name=""/>
        <p:cNvGrpSpPr/>
        <p:nvPr/>
      </p:nvGrpSpPr>
      <p:grpSpPr>
        <a:xfrm>
          <a:off x="0" y="0"/>
          <a:ext cx="0" cy="0"/>
          <a:chOff x="0" y="0"/>
          <a:chExt cx="0" cy="0"/>
        </a:xfrm>
      </p:grpSpPr>
      <p:sp>
        <p:nvSpPr>
          <p:cNvPr id="1048686" name="Date Placeholder 1"/>
          <p:cNvSpPr>
            <a14:cpLocks xmlns:a14="http://schemas.microsoft.com/office/drawing/2010/main" noGrp="1"/>
          </p:cNvSpPr>
          <p:nvPr>
            <p:ph type="dt" sz="half" idx="10"/>
          </p:nvPr>
        </p:nvSpPr>
        <p:spPr/>
        <p:txBody>
          <a:bodyPr/>
          <a:p>
            <a:fld id="{F9437A14-4B1E-4805-8952-CFC251CF6E2E}" type="datetime1">
              <a:rPr lang="en-US" smtClean="0"/>
            </a:fld>
            <a:endParaRPr lang="en-US"/>
          </a:p>
        </p:txBody>
      </p:sp>
      <p:sp>
        <p:nvSpPr>
          <p:cNvPr id="1048687" name="Footer Placeholder 2"/>
          <p:cNvSpPr>
            <a14:cpLocks xmlns:a14="http://schemas.microsoft.com/office/drawing/2010/main" noGrp="1"/>
          </p:cNvSpPr>
          <p:nvPr>
            <p:ph type="ftr" sz="quarter" idx="11"/>
          </p:nvPr>
        </p:nvSpPr>
        <p:spPr/>
        <p:txBody>
          <a:bodyPr/>
          <a:p>
            <a:endParaRPr lang="en-US"/>
          </a:p>
        </p:txBody>
      </p:sp>
      <p:sp>
        <p:nvSpPr>
          <p:cNvPr id="1048688" name="Slide Number Placeholder 3"/>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57" name=""/>
        <p:cNvGrpSpPr/>
        <p:nvPr/>
      </p:nvGrpSpPr>
      <p:grpSpPr>
        <a:xfrm>
          <a:off x="0" y="0"/>
          <a:ext cx="0" cy="0"/>
          <a:chOff x="0" y="0"/>
          <a:chExt cx="0" cy="0"/>
        </a:xfrm>
      </p:grpSpPr>
      <p:sp>
        <p:nvSpPr>
          <p:cNvPr id="1048689" name="Title 1"/>
          <p:cNvSpPr>
            <a14:cpLocks xmlns:a14="http://schemas.microsoft.com/office/drawing/2010/main"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1048690" name="Content Placeholder 2"/>
          <p:cNvSpPr>
            <a14:cpLocks xmlns:a14="http://schemas.microsoft.com/office/drawing/2010/main" noGrp="1"/>
          </p:cNvSpPr>
          <p:nvPr>
            <p:ph idx="1" hasCustomPrompt="1"/>
          </p:nvPr>
        </p:nvSpPr>
        <p:spPr>
          <a:xfrm>
            <a:off x="5043714" y="798974"/>
            <a:ext cx="6012470" cy="4658826"/>
          </a:xfrm>
        </p:spPr>
        <p:txBody>
          <a:bodyPr anchor="ctr"/>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91" name="Text Placeholder 3"/>
          <p:cNvSpPr>
            <a14:cpLocks xmlns:a14="http://schemas.microsoft.com/office/drawing/2010/main" noGrp="1"/>
          </p:cNvSpPr>
          <p:nvPr>
            <p:ph type="body" sz="half" idx="2" hasCustomPrompt="1"/>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1048692" name="Date Placeholder 4"/>
          <p:cNvSpPr>
            <a14:cpLocks xmlns:a14="http://schemas.microsoft.com/office/drawing/2010/main" noGrp="1"/>
          </p:cNvSpPr>
          <p:nvPr>
            <p:ph type="dt" sz="half" idx="10"/>
          </p:nvPr>
        </p:nvSpPr>
        <p:spPr/>
        <p:txBody>
          <a:bodyPr/>
          <a:p>
            <a:fld id="{1C50C62E-345C-4287-9D38-77F75CF08831}" type="datetime1">
              <a:rPr lang="en-US" smtClean="0"/>
            </a:fld>
            <a:endParaRPr lang="en-US"/>
          </a:p>
        </p:txBody>
      </p:sp>
      <p:sp>
        <p:nvSpPr>
          <p:cNvPr id="1048693" name="Footer Placeholder 5"/>
          <p:cNvSpPr>
            <a14:cpLocks xmlns:a14="http://schemas.microsoft.com/office/drawing/2010/main" noGrp="1"/>
          </p:cNvSpPr>
          <p:nvPr>
            <p:ph type="ftr" sz="quarter" idx="11"/>
          </p:nvPr>
        </p:nvSpPr>
        <p:spPr/>
        <p:txBody>
          <a:bodyPr/>
          <a:p>
            <a:endParaRPr lang="en-US"/>
          </a:p>
        </p:txBody>
      </p:sp>
      <p:sp>
        <p:nvSpPr>
          <p:cNvPr id="1048694" name="Slide Number Placeholder 6"/>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8"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51" name=""/>
        <p:cNvGrpSpPr/>
        <p:nvPr/>
      </p:nvGrpSpPr>
      <p:grpSpPr>
        <a:xfrm>
          <a:off x="0" y="0"/>
          <a:ext cx="0" cy="0"/>
          <a:chOff x="0" y="0"/>
          <a:chExt cx="0" cy="0"/>
        </a:xfrm>
      </p:grpSpPr>
      <p:grpSp>
        <p:nvGrpSpPr>
          <p:cNvPr id="52" name="Group 7"/>
          <p:cNvGrpSpPr/>
          <p:nvPr/>
        </p:nvGrpSpPr>
        <p:grpSpPr>
          <a:xfrm>
            <a:off x="7477387" y="482170"/>
            <a:ext cx="4074533" cy="5149101"/>
            <a:chOff x="7477387" y="482170"/>
            <a:chExt cx="4074533" cy="5149101"/>
          </a:xfrm>
        </p:grpSpPr>
        <p:sp>
          <p:nvSpPr>
            <p:cNvPr id="1048660"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048661"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1048662" name="Title 1"/>
          <p:cNvSpPr>
            <a14:cpLocks xmlns:a14="http://schemas.microsoft.com/office/drawing/2010/main"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1048663" name="Picture Placeholder 2"/>
          <p:cNvSpPr>
            <a14:cpLocks xmlns:a14="http://schemas.microsoft.com/office/drawing/2010/main"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664" name="Text Placeholder 3"/>
          <p:cNvSpPr>
            <a14:cpLocks xmlns:a14="http://schemas.microsoft.com/office/drawing/2010/main" noGrp="1"/>
          </p:cNvSpPr>
          <p:nvPr>
            <p:ph type="body" sz="half" idx="2" hasCustomPrompt="1"/>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1048665" name="Date Placeholder 4"/>
          <p:cNvSpPr>
            <a14:cpLocks xmlns:a14="http://schemas.microsoft.com/office/drawing/2010/main" noGrp="1"/>
          </p:cNvSpPr>
          <p:nvPr>
            <p:ph type="dt" sz="half" idx="10"/>
          </p:nvPr>
        </p:nvSpPr>
        <p:spPr>
          <a:xfrm>
            <a:off x="1447382" y="5469856"/>
            <a:ext cx="5527351" cy="320123"/>
          </a:xfrm>
        </p:spPr>
        <p:txBody>
          <a:bodyPr/>
          <a:lstStyle>
            <a:lvl1pPr algn="l"/>
          </a:lstStyle>
          <a:p>
            <a:fld id="{9B60449E-FEA1-4583-86C8-EE3AF7E30477}" type="datetime1">
              <a:rPr lang="en-US" smtClean="0"/>
            </a:fld>
            <a:endParaRPr lang="en-US"/>
          </a:p>
        </p:txBody>
      </p:sp>
      <p:sp>
        <p:nvSpPr>
          <p:cNvPr id="1048666" name="Footer Placeholder 5"/>
          <p:cNvSpPr>
            <a14:cpLocks xmlns:a14="http://schemas.microsoft.com/office/drawing/2010/main" noGrp="1"/>
          </p:cNvSpPr>
          <p:nvPr>
            <p:ph type="ftr" sz="quarter" idx="11"/>
          </p:nvPr>
        </p:nvSpPr>
        <p:spPr>
          <a:xfrm>
            <a:off x="1447382" y="318640"/>
            <a:ext cx="5541004" cy="320931"/>
          </a:xfrm>
        </p:spPr>
        <p:txBody>
          <a:bodyPr/>
          <a:p>
            <a:endParaRPr lang="en-US"/>
          </a:p>
        </p:txBody>
      </p:sp>
      <p:sp>
        <p:nvSpPr>
          <p:cNvPr id="1048667" name="Slide Number Placeholder 6"/>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4"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53" name=""/>
        <p:cNvGrpSpPr/>
        <p:nvPr/>
      </p:nvGrpSpPr>
      <p:grpSpPr>
        <a:xfrm>
          <a:off x="0" y="0"/>
          <a:ext cx="0" cy="0"/>
          <a:chOff x="0" y="0"/>
          <a:chExt cx="0" cy="0"/>
        </a:xfrm>
      </p:grpSpPr>
      <p:sp>
        <p:nvSpPr>
          <p:cNvPr id="1048668" name="Title 1"/>
          <p:cNvSpPr>
            <a14:cpLocks xmlns:a14="http://schemas.microsoft.com/office/drawing/2010/main" noGrp="1"/>
          </p:cNvSpPr>
          <p:nvPr>
            <p:ph type="title"/>
          </p:nvPr>
        </p:nvSpPr>
        <p:spPr/>
        <p:txBody>
          <a:bodyPr/>
          <a:p>
            <a:r>
              <a:rPr lang="en-US"/>
              <a:t>Click to edit Master title style</a:t>
            </a:r>
            <a:endParaRPr lang="en-US" dirty="0"/>
          </a:p>
        </p:txBody>
      </p:sp>
      <p:sp>
        <p:nvSpPr>
          <p:cNvPr id="1048669" name="Vertical Text Placeholder 2"/>
          <p:cNvSpPr>
            <a14:cpLocks xmlns:a14="http://schemas.microsoft.com/office/drawing/2010/main" noGrp="1"/>
          </p:cNvSpPr>
          <p:nvPr>
            <p:ph type="body" orient="vert" idx="1" hasCustomPrompt="1"/>
          </p:nvPr>
        </p:nvSpPr>
        <p:spPr/>
        <p:txBody>
          <a:bodyPr vert="eaVert"/>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70" name="Date Placeholder 3"/>
          <p:cNvSpPr>
            <a14:cpLocks xmlns:a14="http://schemas.microsoft.com/office/drawing/2010/main" noGrp="1"/>
          </p:cNvSpPr>
          <p:nvPr>
            <p:ph type="dt" sz="half" idx="10"/>
          </p:nvPr>
        </p:nvSpPr>
        <p:spPr/>
        <p:txBody>
          <a:bodyPr/>
          <a:p>
            <a:fld id="{B6571C20-3F23-40B6-BAB2-2224C0BE18AF}" type="datetime1">
              <a:rPr lang="en-US" smtClean="0"/>
            </a:fld>
            <a:endParaRPr lang="en-US"/>
          </a:p>
        </p:txBody>
      </p:sp>
      <p:sp>
        <p:nvSpPr>
          <p:cNvPr id="1048671" name="Footer Placeholder 4"/>
          <p:cNvSpPr>
            <a14:cpLocks xmlns:a14="http://schemas.microsoft.com/office/drawing/2010/main" noGrp="1"/>
          </p:cNvSpPr>
          <p:nvPr>
            <p:ph type="ftr" sz="quarter" idx="11"/>
          </p:nvPr>
        </p:nvSpPr>
        <p:spPr/>
        <p:txBody>
          <a:bodyPr/>
          <a:p>
            <a:endParaRPr lang="en-US"/>
          </a:p>
        </p:txBody>
      </p:sp>
      <p:sp>
        <p:nvSpPr>
          <p:cNvPr id="1048672" name="Slide Number Placeholder 5"/>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5"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50" name=""/>
        <p:cNvGrpSpPr/>
        <p:nvPr/>
      </p:nvGrpSpPr>
      <p:grpSpPr>
        <a:xfrm>
          <a:off x="0" y="0"/>
          <a:ext cx="0" cy="0"/>
          <a:chOff x="0" y="0"/>
          <a:chExt cx="0" cy="0"/>
        </a:xfrm>
      </p:grpSpPr>
      <p:sp>
        <p:nvSpPr>
          <p:cNvPr id="1048655" name="Vertical Title 1"/>
          <p:cNvSpPr>
            <a14:cpLocks xmlns:a14="http://schemas.microsoft.com/office/drawing/2010/main" noGrp="1"/>
          </p:cNvSpPr>
          <p:nvPr>
            <p:ph type="title" orient="vert"/>
          </p:nvPr>
        </p:nvSpPr>
        <p:spPr>
          <a:xfrm>
            <a:off x="9439111" y="798973"/>
            <a:ext cx="1615742" cy="4659889"/>
          </a:xfrm>
        </p:spPr>
        <p:txBody>
          <a:bodyPr vert="eaVert"/>
          <a:lstStyle>
            <a:lvl1pPr algn="l"/>
          </a:lstStyle>
          <a:p>
            <a:r>
              <a:rPr lang="en-US"/>
              <a:t>Click to edit Master title style</a:t>
            </a:r>
            <a:endParaRPr lang="en-US" dirty="0"/>
          </a:p>
        </p:txBody>
      </p:sp>
      <p:sp>
        <p:nvSpPr>
          <p:cNvPr id="1048656" name="Vertical Text Placeholder 2"/>
          <p:cNvSpPr>
            <a14:cpLocks xmlns:a14="http://schemas.microsoft.com/office/drawing/2010/main" noGrp="1"/>
          </p:cNvSpPr>
          <p:nvPr>
            <p:ph type="body" orient="vert" idx="1" hasCustomPrompt="1"/>
          </p:nvPr>
        </p:nvSpPr>
        <p:spPr>
          <a:xfrm>
            <a:off x="1444672" y="798973"/>
            <a:ext cx="7828830" cy="4659889"/>
          </a:xfrm>
        </p:spPr>
        <p:txBody>
          <a:bodyPr vert="eaVert"/>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48657" name="Date Placeholder 3"/>
          <p:cNvSpPr>
            <a14:cpLocks xmlns:a14="http://schemas.microsoft.com/office/drawing/2010/main" noGrp="1"/>
          </p:cNvSpPr>
          <p:nvPr>
            <p:ph type="dt" sz="half" idx="10"/>
          </p:nvPr>
        </p:nvSpPr>
        <p:spPr/>
        <p:txBody>
          <a:bodyPr/>
          <a:p>
            <a:fld id="{44F99C05-E132-46A0-A022-99C1A530DCC1}" type="datetime1">
              <a:rPr lang="en-US" smtClean="0"/>
            </a:fld>
            <a:endParaRPr lang="en-US"/>
          </a:p>
        </p:txBody>
      </p:sp>
      <p:sp>
        <p:nvSpPr>
          <p:cNvPr id="1048658" name="Footer Placeholder 4"/>
          <p:cNvSpPr>
            <a14:cpLocks xmlns:a14="http://schemas.microsoft.com/office/drawing/2010/main" noGrp="1"/>
          </p:cNvSpPr>
          <p:nvPr>
            <p:ph type="ftr" sz="quarter" idx="11"/>
          </p:nvPr>
        </p:nvSpPr>
        <p:spPr/>
        <p:txBody>
          <a:bodyPr/>
          <a:p>
            <a:endParaRPr lang="en-US"/>
          </a:p>
        </p:txBody>
      </p:sp>
      <p:sp>
        <p:nvSpPr>
          <p:cNvPr id="1048659" name="Slide Number Placeholder 5"/>
          <p:cNvSpPr>
            <a14:cpLocks xmlns:a14="http://schemas.microsoft.com/office/drawing/2010/main" noGrp="1"/>
          </p:cNvSpPr>
          <p:nvPr>
            <p:ph type="sldNum" sz="quarter" idx="12"/>
          </p:nvPr>
        </p:nvSpPr>
        <p:spPr/>
        <p:txBody>
          <a:bodyPr/>
          <a:p>
            <a:fld id="{E92A122F-3F96-4A37-98BB-04140B2789B5}" type="slidenum">
              <a:rPr lang="en-US" smtClean="0"/>
            </a:fld>
            <a:endParaRPr lang="en-US"/>
          </a:p>
        </p:txBody>
      </p:sp>
      <p:cxnSp>
        <p:nvCxnSpPr>
          <p:cNvPr id="3145733"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2" name=""/>
        <p:cNvGrpSpPr/>
        <p:nvPr/>
      </p:nvGrpSpPr>
      <p:grpSpPr>
        <a:xfrm>
          <a:off x="0" y="0"/>
          <a:ext cx="0" cy="0"/>
          <a:chOff x="0" y="0"/>
          <a:chExt cx="0" cy="0"/>
        </a:xfrm>
      </p:grpSpPr>
      <p:sp>
        <p:nvSpPr>
          <p:cNvPr id="1048576"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2097152" name="Picture 6"/>
          <p:cNvPicPr>
            <a:picLocks noChangeAspect="1"/>
          </p:cNvPicPr>
          <p:nvPr/>
        </p:nvPicPr>
        <p:blipFill rotWithShape="1">
          <a:blip r:embed="rId12"/>
          <a:srcRect t="1538" b="-1538"/>
          <a:stretch>
            <a:fillRect/>
          </a:stretch>
        </p:blipFill>
        <p:spPr bwMode="black">
          <a:xfrm>
            <a:off x="0" y="6126480"/>
            <a:ext cx="12192000" cy="742950"/>
          </a:xfrm>
          <a:prstGeom prst="rect">
            <a:avLst/>
          </a:prstGeom>
        </p:spPr>
      </p:pic>
      <p:sp>
        <p:nvSpPr>
          <p:cNvPr id="1048577" name="Title Placeholder 1"/>
          <p:cNvSpPr>
            <a14:cpLocks xmlns:a14="http://schemas.microsoft.com/office/drawing/2010/main" noGrp="1"/>
          </p:cNvSpPr>
          <p:nvPr>
            <p:ph type="title"/>
          </p:nvPr>
        </p:nvSpPr>
        <p:spPr>
          <a:xfrm>
            <a:off x="1451579" y="804519"/>
            <a:ext cx="9603275" cy="1049235"/>
          </a:xfrm>
          <a:prstGeom prst="rect">
            <a:avLst/>
          </a:prstGeom>
        </p:spPr>
        <p:txBody>
          <a:bodyPr vert="horz" lIns="91440" tIns="45720" rIns="91440" bIns="45720" rtlCol="0" anchor="t">
            <a:normAutofit/>
          </a:bodyPr>
          <a:p>
            <a:r>
              <a:rPr lang="en-US"/>
              <a:t>Click to edit Master title style</a:t>
            </a:r>
            <a:endParaRPr lang="en-US" dirty="0"/>
          </a:p>
        </p:txBody>
      </p:sp>
      <p:sp>
        <p:nvSpPr>
          <p:cNvPr id="1048578" name="Text Placeholder 2"/>
          <p:cNvSpPr>
            <a14:cpLocks xmlns:a14="http://schemas.microsoft.com/office/drawing/2010/main" noGrp="1"/>
          </p:cNvSpPr>
          <p:nvPr>
            <p:ph type="body" idx="1"/>
          </p:nvPr>
        </p:nvSpPr>
        <p:spPr>
          <a:xfrm>
            <a:off x="1451579" y="2015732"/>
            <a:ext cx="9603275" cy="3450613"/>
          </a:xfrm>
          <a:prstGeom prst="rect">
            <a:avLst/>
          </a:prstGeom>
        </p:spPr>
        <p:txBody>
          <a:bodyPr vert="horz" lIns="91440" tIns="45720" rIns="91440" bIns="45720" rtlCol="0">
            <a:normAutofit/>
          </a:bodyPr>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48579" name="Date Placeholder 3"/>
          <p:cNvSpPr>
            <a14:cpLocks xmlns:a14="http://schemas.microsoft.com/office/drawing/2010/main"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A77461E-8B51-4656-ACB9-276A6C21FBF9}" type="datetime1">
              <a:rPr lang="en-US" smtClean="0"/>
            </a:fld>
            <a:endParaRPr lang="en-US"/>
          </a:p>
        </p:txBody>
      </p:sp>
      <p:sp>
        <p:nvSpPr>
          <p:cNvPr id="1048580" name="Footer Placeholder 4"/>
          <p:cNvSpPr>
            <a14:cpLocks xmlns:a14="http://schemas.microsoft.com/office/drawing/2010/main"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1048581" name="Slide Number Placeholder 5"/>
          <p:cNvSpPr>
            <a14:cpLocks xmlns:a14="http://schemas.microsoft.com/office/drawing/2010/main"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92A122F-3F96-4A37-98BB-04140B2789B5}" type="slidenum">
              <a:rPr lang="en-US" smtClean="0"/>
            </a:fld>
            <a:endParaRPr lang="en-US"/>
          </a:p>
        </p:txBody>
      </p:sp>
      <p:cxnSp>
        <p:nvCxnSpPr>
          <p:cNvPr id="3145728"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iucn.org/news/protected-areas/201905/enhancing-progress-towards-aichi-target-11" TargetMode="External"/><Relationship Id="rId2" Type="http://schemas.openxmlformats.org/officeDocument/2006/relationships/hyperlink" Target="https://www.cbd.int/doc/publications/cbd-ts-78-en.pdf" TargetMode="External"/><Relationship Id="rId1" Type="http://schemas.openxmlformats.org/officeDocument/2006/relationships/hyperlink" Target="https://www.cbd.int/doc/c/409e/19ae/369752b245f05e88f760aeb3/wg2020-05-l-02-en.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7" name="Title 1"/>
          <p:cNvSpPr>
            <a14:cpLocks xmlns:a14="http://schemas.microsoft.com/office/drawing/2010/main" noGrp="1"/>
          </p:cNvSpPr>
          <p:nvPr>
            <p:ph type="ctrTitle"/>
          </p:nvPr>
        </p:nvSpPr>
        <p:spPr>
          <a:xfrm>
            <a:off x="779929" y="1041401"/>
            <a:ext cx="10717306" cy="2185893"/>
          </a:xfrm>
        </p:spPr>
        <p:txBody>
          <a:bodyPr>
            <a:normAutofit/>
          </a:bodyPr>
          <a:p>
            <a:r>
              <a:rPr lang="en-US" sz="6000" dirty="0">
                <a:latin typeface="Times New Roman" pitchFamily="18" charset="0"/>
                <a:cs typeface="Times New Roman" pitchFamily="18" charset="0"/>
              </a:rPr>
              <a:t>PROGRESS MADE TOWARDS AICHI’S TARGETS </a:t>
            </a:r>
            <a:endParaRPr lang="en-US" sz="6000" dirty="0">
              <a:latin typeface="Times New Roman" pitchFamily="18" charset="0"/>
              <a:cs typeface="Times New Roman" pitchFamily="18" charset="0"/>
            </a:endParaRPr>
          </a:p>
        </p:txBody>
      </p:sp>
      <p:sp>
        <p:nvSpPr>
          <p:cNvPr id="1048588" name="Subtitle 2"/>
          <p:cNvSpPr>
            <a14:cpLocks xmlns:a14="http://schemas.microsoft.com/office/drawing/2010/main" noGrp="1"/>
          </p:cNvSpPr>
          <p:nvPr>
            <p:ph type="subTitle" idx="1"/>
          </p:nvPr>
        </p:nvSpPr>
        <p:spPr>
          <a:xfrm>
            <a:off x="9103657" y="5069540"/>
            <a:ext cx="2796990" cy="747059"/>
          </a:xfrm>
        </p:spPr>
        <p:txBody>
          <a:bodyPr/>
          <a:p>
            <a:r>
              <a:rPr lang="en-US" dirty="0">
                <a:latin typeface="Times New Roman" pitchFamily="18" charset="0"/>
                <a:cs typeface="Times New Roman" pitchFamily="18" charset="0"/>
              </a:rPr>
              <a:t>GROUP 21</a:t>
            </a:r>
            <a:endParaRPr lang="en-US"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4" name="Title 1"/>
          <p:cNvSpPr>
            <a14:cpLocks xmlns:a14="http://schemas.microsoft.com/office/drawing/2010/main" noGrp="1"/>
          </p:cNvSpPr>
          <p:nvPr>
            <p:ph type="title"/>
          </p:nvPr>
        </p:nvSpPr>
        <p:spPr>
          <a:xfrm>
            <a:off x="1451580" y="804519"/>
            <a:ext cx="8996786" cy="822575"/>
          </a:xfrm>
        </p:spPr>
        <p:txBody>
          <a:bodyPr/>
          <a:p>
            <a:pPr algn="ctr"/>
            <a:r>
              <a:rPr lang="en-US" sz="4400" cap="none" dirty="0">
                <a:latin typeface="Times New Roman" pitchFamily="18" charset="0"/>
                <a:cs typeface="Times New Roman" pitchFamily="18" charset="0"/>
              </a:rPr>
              <a:t>OUTLINE</a:t>
            </a:r>
            <a:r>
              <a:rPr lang="en-US" cap="none" dirty="0">
                <a:latin typeface="Times New Roman" pitchFamily="18" charset="0"/>
                <a:cs typeface="Times New Roman" pitchFamily="18" charset="0"/>
              </a:rPr>
              <a:t> </a:t>
            </a:r>
            <a:endParaRPr lang="zh-CN" altLang="en-US"/>
          </a:p>
        </p:txBody>
      </p:sp>
      <p:sp>
        <p:nvSpPr>
          <p:cNvPr id="1048595" name="Content Placeholder 2"/>
          <p:cNvSpPr>
            <a14:cpLocks xmlns:a14="http://schemas.microsoft.com/office/drawing/2010/main" noGrp="1"/>
          </p:cNvSpPr>
          <p:nvPr>
            <p:ph idx="1"/>
          </p:nvPr>
        </p:nvSpPr>
        <p:spPr>
          <a:xfrm>
            <a:off x="672353" y="2015732"/>
            <a:ext cx="10744200" cy="4037749"/>
          </a:xfrm>
        </p:spPr>
        <p:txBody>
          <a:bodyPr>
            <a:noAutofit/>
          </a:bodyPr>
          <a:p>
            <a:r>
              <a:rPr lang="en-US" sz="2400" dirty="0">
                <a:latin typeface="Times New Roman" pitchFamily="18" charset="0"/>
                <a:cs typeface="Times New Roman" pitchFamily="18" charset="0"/>
              </a:rPr>
              <a:t>Introduction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Progress Made Towards Aichi’s Target</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Challenges Faced In Achieving Aichi’s Targets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Way Forward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Post 2020 Global Biodiversity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Role Of Stakeholders And Global corporation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Conclusion </a:t>
            </a:r>
            <a:endParaRPr lang="en-US" sz="2400" dirty="0">
              <a:latin typeface="Times New Roman" pitchFamily="18" charset="0"/>
              <a:cs typeface="Times New Roman" pitchFamily="18" charset="0"/>
            </a:endParaRPr>
          </a:p>
        </p:txBody>
      </p:sp>
      <p:sp>
        <p:nvSpPr>
          <p:cNvPr id="1048596" name="Slide Number Placeholder 3"/>
          <p:cNvSpPr>
            <a14:cpLocks xmlns:a14="http://schemas.microsoft.com/office/drawing/2010/main" noGrp="1"/>
          </p:cNvSpPr>
          <p:nvPr>
            <p:ph type="sldNum" sz="quarter" idx="12"/>
          </p:nvPr>
        </p:nvSpPr>
        <p:spPr>
          <a:xfrm>
            <a:off x="11114137" y="5549903"/>
            <a:ext cx="811019" cy="503578"/>
          </a:xfrm>
        </p:spPr>
        <p:txBody>
          <a:bodyPr/>
          <a:p>
            <a:fld id="{E92A122F-3F96-4A37-98BB-04140B2789B5}" type="slidenum">
              <a:rPr lang="en-US" smtClean="0"/>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97" name="Title 1"/>
          <p:cNvSpPr>
            <a14:cpLocks xmlns:a14="http://schemas.microsoft.com/office/drawing/2010/main" noGrp="1"/>
          </p:cNvSpPr>
          <p:nvPr>
            <p:ph type="title"/>
          </p:nvPr>
        </p:nvSpPr>
        <p:spPr>
          <a:xfrm>
            <a:off x="847165" y="804519"/>
            <a:ext cx="10207689" cy="1049235"/>
          </a:xfrm>
        </p:spPr>
        <p:txBody>
          <a:bodyPr/>
          <a:p>
            <a:pPr algn="ctr"/>
            <a:r>
              <a:rPr lang="en-US" sz="4400" cap="none" dirty="0">
                <a:latin typeface="Times New Roman" pitchFamily="18" charset="0"/>
                <a:ea typeface="SimSun" charset="-122"/>
                <a:cs typeface="Times New Roman" pitchFamily="18" charset="0"/>
              </a:rPr>
              <a:t>INTRODUCTION</a:t>
            </a:r>
            <a:r>
              <a:rPr lang="en-US" dirty="0">
                <a:latin typeface="Times New Roman" pitchFamily="18" charset="0"/>
                <a:cs typeface="Times New Roman" pitchFamily="18" charset="0"/>
              </a:rPr>
              <a:t> </a:t>
            </a:r>
            <a:endParaRPr lang="zh-CN" altLang="en-US"/>
          </a:p>
        </p:txBody>
      </p:sp>
      <p:sp>
        <p:nvSpPr>
          <p:cNvPr id="1048598" name="Content Placeholder 2"/>
          <p:cNvSpPr>
            <a14:cpLocks xmlns:a14="http://schemas.microsoft.com/office/drawing/2010/main" noGrp="1"/>
          </p:cNvSpPr>
          <p:nvPr>
            <p:ph idx="1"/>
          </p:nvPr>
        </p:nvSpPr>
        <p:spPr>
          <a:xfrm>
            <a:off x="480060" y="2015731"/>
            <a:ext cx="11711939" cy="4196809"/>
          </a:xfrm>
        </p:spPr>
        <p:txBody>
          <a:bodyPr>
            <a:noAutofit/>
          </a:bodyPr>
          <a:p>
            <a:r>
              <a:rPr lang="en-US" sz="2400" dirty="0">
                <a:latin typeface="Times New Roman" pitchFamily="18" charset="0"/>
                <a:cs typeface="Times New Roman" pitchFamily="18" charset="0"/>
              </a:rPr>
              <a:t>The Aichi’s targets are a set of 20 strategic goals established by the Convention on Biological Diversity (CBD) during their 10</a:t>
            </a:r>
            <a:r>
              <a:rPr lang="en-US" sz="2400" baseline="30000" dirty="0">
                <a:latin typeface="Times New Roman" pitchFamily="18" charset="0"/>
                <a:cs typeface="Times New Roman" pitchFamily="18" charset="0"/>
              </a:rPr>
              <a:t>th</a:t>
            </a:r>
            <a:r>
              <a:rPr lang="en-US" sz="2400" dirty="0">
                <a:latin typeface="Times New Roman" pitchFamily="18" charset="0"/>
                <a:cs typeface="Times New Roman" pitchFamily="18" charset="0"/>
              </a:rPr>
              <a:t> meeting in Nagoya, Japan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These targets are crucial as they aim to address biodiversity crises including biodiversity loss and promotes the sustainable use of natural resources.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Aichi’s target was set to be achieved within a 10-year frame, thus from 2011- 2020. </a:t>
            </a:r>
            <a:endParaRPr lang="en-US" sz="2400" dirty="0">
              <a:latin typeface="Times New Roman" pitchFamily="18" charset="0"/>
              <a:cs typeface="Times New Roman" pitchFamily="18" charset="0"/>
            </a:endParaRPr>
          </a:p>
        </p:txBody>
      </p:sp>
      <p:sp>
        <p:nvSpPr>
          <p:cNvPr id="1048599" name="Slide Number Placeholder 3"/>
          <p:cNvSpPr>
            <a14:cpLocks xmlns:a14="http://schemas.microsoft.com/office/drawing/2010/main" noGrp="1"/>
          </p:cNvSpPr>
          <p:nvPr>
            <p:ph type="sldNum" sz="quarter" idx="12"/>
          </p:nvPr>
        </p:nvSpPr>
        <p:spPr>
          <a:xfrm>
            <a:off x="11054854" y="5549903"/>
            <a:ext cx="811019" cy="503578"/>
          </a:xfrm>
        </p:spPr>
        <p:txBody>
          <a:bodyPr/>
          <a:p>
            <a:fld id="{E92A122F-3F96-4A37-98BB-04140B2789B5}"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6" name="Title 1"/>
          <p:cNvSpPr>
            <a14:cpLocks xmlns:a14="http://schemas.microsoft.com/office/drawing/2010/main" noGrp="1"/>
          </p:cNvSpPr>
          <p:nvPr>
            <p:ph type="title"/>
          </p:nvPr>
        </p:nvSpPr>
        <p:spPr>
          <a:xfrm>
            <a:off x="389966" y="322730"/>
            <a:ext cx="11321974" cy="1263036"/>
          </a:xfrm>
        </p:spPr>
        <p:txBody>
          <a:bodyPr>
            <a:noAutofit/>
          </a:bodyPr>
          <a:p>
            <a:pPr algn="just"/>
            <a:r>
              <a:rPr lang="en-US" sz="4400" cap="none" dirty="0">
                <a:latin typeface="Times New Roman" pitchFamily="18" charset="0"/>
                <a:cs typeface="Times New Roman" pitchFamily="18" charset="0"/>
              </a:rPr>
              <a:t> PROGRESS MADE TOWARDS AICHI'S TARGET: MET TARGETS</a:t>
            </a:r>
            <a:endParaRPr lang="zh-CN" altLang="en-US"/>
          </a:p>
        </p:txBody>
      </p:sp>
      <p:sp>
        <p:nvSpPr>
          <p:cNvPr id="1048607" name="Text Placeholder 5"/>
          <p:cNvSpPr>
            <a14:cpLocks xmlns:a14="http://schemas.microsoft.com/office/drawing/2010/main" noGrp="1"/>
          </p:cNvSpPr>
          <p:nvPr>
            <p:ph sz="half" idx="1"/>
          </p:nvPr>
        </p:nvSpPr>
        <p:spPr>
          <a:xfrm>
            <a:off x="161366" y="2017059"/>
            <a:ext cx="5215799" cy="3870316"/>
          </a:xfrm>
        </p:spPr>
        <p:txBody>
          <a:bodyPr>
            <a:normAutofit/>
          </a:bodyPr>
          <a:p>
            <a:pPr marL="0" indent="0">
              <a:buNone/>
            </a:pP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Target 1- Expansion of protected areas: Costa Rica has made remarkable progress in expanding its protected areas by the establishment of its PES program. </a:t>
            </a:r>
            <a:endParaRPr lang="en-US" sz="2400" dirty="0">
              <a:latin typeface="Times New Roman" pitchFamily="18" charset="0"/>
              <a:cs typeface="Times New Roman" pitchFamily="18" charset="0"/>
            </a:endParaRPr>
          </a:p>
          <a:p>
            <a:pPr marL="0" indent="0">
              <a:buNone/>
            </a:pPr>
            <a:endParaRPr lang="en-US" dirty="0"/>
          </a:p>
        </p:txBody>
      </p:sp>
      <p:sp>
        <p:nvSpPr>
          <p:cNvPr id="1048608" name="Content Placeholder 6"/>
          <p:cNvSpPr>
            <a14:cpLocks xmlns:a14="http://schemas.microsoft.com/office/drawing/2010/main" noGrp="1"/>
          </p:cNvSpPr>
          <p:nvPr>
            <p:ph sz="half" idx="2"/>
          </p:nvPr>
        </p:nvSpPr>
        <p:spPr>
          <a:xfrm>
            <a:off x="6096000" y="1938857"/>
            <a:ext cx="5603384" cy="3948518"/>
          </a:xfrm>
        </p:spPr>
        <p:txBody>
          <a:bodyPr/>
          <a:p>
            <a:endParaRPr lang="en-US" dirty="0"/>
          </a:p>
        </p:txBody>
      </p:sp>
      <p:sp>
        <p:nvSpPr>
          <p:cNvPr id="1048609" name="Slide Number Placeholder 7"/>
          <p:cNvSpPr>
            <a14:cpLocks xmlns:a14="http://schemas.microsoft.com/office/drawing/2010/main" noGrp="1"/>
          </p:cNvSpPr>
          <p:nvPr>
            <p:ph type="sldNum" sz="quarter" idx="12"/>
          </p:nvPr>
        </p:nvSpPr>
        <p:spPr>
          <a:xfrm>
            <a:off x="11293874" y="5568463"/>
            <a:ext cx="811019" cy="503578"/>
          </a:xfrm>
        </p:spPr>
        <p:txBody>
          <a:bodyPr/>
          <a:p>
            <a:fld id="{E92A122F-3F96-4A37-98BB-04140B2789B5}" type="slidenum">
              <a:rPr lang="en-US" smtClean="0"/>
            </a:fld>
            <a:endParaRPr lang="en-US" dirty="0"/>
          </a:p>
        </p:txBody>
      </p:sp>
      <p:pic>
        <p:nvPicPr>
          <p:cNvPr id="2097153" name="Picture 4"/>
          <p:cNvPicPr>
            <a:picLocks noChangeAspect="1"/>
          </p:cNvPicPr>
          <p:nvPr/>
        </p:nvPicPr>
        <p:blipFill>
          <a:blip r:embed="rId1"/>
          <a:stretch>
            <a:fillRect/>
          </a:stretch>
        </p:blipFill>
        <p:spPr>
          <a:xfrm>
            <a:off x="5706035" y="1833935"/>
            <a:ext cx="5378660" cy="3843595"/>
          </a:xfrm>
          <a:prstGeom prst="rect">
            <a:avLst/>
          </a:prstGeom>
        </p:spPr>
      </p:pic>
      <p:sp>
        <p:nvSpPr>
          <p:cNvPr id="1048610" name="TextBox 8"/>
          <p:cNvSpPr txBox="1"/>
          <p:nvPr/>
        </p:nvSpPr>
        <p:spPr>
          <a:xfrm>
            <a:off x="6561939" y="5887375"/>
            <a:ext cx="4168588" cy="624840"/>
          </a:xfrm>
          <a:prstGeom prst="rect">
            <a:avLst/>
          </a:prstGeom>
          <a:noFill/>
        </p:spPr>
        <p:txBody>
          <a:bodyPr wrap="square" rtlCol="0">
            <a:spAutoFit/>
          </a:bodyPr>
          <a:p>
            <a:r>
              <a:rPr lang="en-US" dirty="0"/>
              <a:t> Structure of Costa Rica’s PES </a:t>
            </a:r>
            <a:r>
              <a:rPr lang="en-US" dirty="0" err="1"/>
              <a:t>programme</a:t>
            </a:r>
            <a:r>
              <a:rPr lang="en-US" dirty="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11" name="Title 1"/>
          <p:cNvSpPr>
            <a14:cpLocks xmlns:a14="http://schemas.microsoft.com/office/drawing/2010/main" noGrp="1"/>
          </p:cNvSpPr>
          <p:nvPr>
            <p:ph type="title"/>
          </p:nvPr>
        </p:nvSpPr>
        <p:spPr>
          <a:xfrm>
            <a:off x="1176682" y="642369"/>
            <a:ext cx="10226198" cy="1549655"/>
          </a:xfrm>
        </p:spPr>
        <p:txBody>
          <a:bodyPr>
            <a:noAutofit/>
          </a:bodyPr>
          <a:p>
            <a:r>
              <a:rPr lang="en-US" sz="4400" b="0" cap="none" dirty="0">
                <a:latin typeface="Times New Roman" pitchFamily="18" charset="0"/>
                <a:cs typeface="Times New Roman" pitchFamily="18" charset="0"/>
              </a:rPr>
              <a:t> PROGRESS MADE TOWARDS AICHI'S TARGET: MET TARGETS</a:t>
            </a:r>
            <a:br>
              <a:rPr lang="en-US" sz="4400" b="0" cap="none" dirty="0">
                <a:latin typeface="Times New Roman" pitchFamily="18" charset="0"/>
                <a:cs typeface="Times New Roman" pitchFamily="18" charset="0"/>
              </a:rPr>
            </a:br>
            <a:endParaRPr lang="zh-CN" altLang="en-US" sz="4400" b="0"/>
          </a:p>
        </p:txBody>
      </p:sp>
      <p:sp>
        <p:nvSpPr>
          <p:cNvPr id="1048612" name="Content Placeholder 2"/>
          <p:cNvSpPr>
            <a14:cpLocks xmlns:a14="http://schemas.microsoft.com/office/drawing/2010/main" noGrp="1"/>
          </p:cNvSpPr>
          <p:nvPr>
            <p:ph idx="1"/>
          </p:nvPr>
        </p:nvSpPr>
        <p:spPr>
          <a:xfrm>
            <a:off x="1953926" y="2385122"/>
            <a:ext cx="8786495" cy="3157131"/>
          </a:xfrm>
        </p:spPr>
        <p:txBody>
          <a:bodyPr>
            <a:noAutofit/>
          </a:bodyPr>
          <a:p>
            <a:r>
              <a:rPr lang="en-US" sz="2400" dirty="0">
                <a:latin typeface="Times New Roman" pitchFamily="18" charset="0"/>
                <a:cs typeface="Times New Roman" pitchFamily="18" charset="0"/>
              </a:rPr>
              <a:t>Target 15 - Ecosystem restoration initiatives: Restoration efforts include reforestation, habitat restoration and the rehabilitation of degraded ecosystems.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Atlantic forest restoration in brazil is an example of this initiative and aims to restore 15 million hectares of the Atlantic forest by 2050. </a:t>
            </a:r>
            <a:endParaRPr lang="en-US" sz="2400" dirty="0">
              <a:latin typeface="Times New Roman" pitchFamily="18" charset="0"/>
              <a:cs typeface="Times New Roman" pitchFamily="18" charset="0"/>
            </a:endParaRPr>
          </a:p>
        </p:txBody>
      </p:sp>
      <p:sp>
        <p:nvSpPr>
          <p:cNvPr id="1048613" name="Slide Number Placeholder 5"/>
          <p:cNvSpPr>
            <a14:cpLocks xmlns:a14="http://schemas.microsoft.com/office/drawing/2010/main" noGrp="1"/>
          </p:cNvSpPr>
          <p:nvPr>
            <p:ph type="sldNum" sz="quarter" idx="12"/>
          </p:nvPr>
        </p:nvSpPr>
        <p:spPr>
          <a:xfrm>
            <a:off x="10238074" y="5294936"/>
            <a:ext cx="1650139" cy="1024604"/>
          </a:xfrm>
        </p:spPr>
        <p:txBody>
          <a:bodyPr/>
          <a:p>
            <a:fld id="{E92A122F-3F96-4A37-98BB-04140B2789B5}"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4" name="Title 1"/>
          <p:cNvSpPr>
            <a14:cpLocks xmlns:a14="http://schemas.microsoft.com/office/drawing/2010/main" noGrp="1"/>
          </p:cNvSpPr>
          <p:nvPr>
            <p:ph type="title"/>
          </p:nvPr>
        </p:nvSpPr>
        <p:spPr>
          <a:xfrm>
            <a:off x="537882" y="268942"/>
            <a:ext cx="11335871" cy="1129646"/>
          </a:xfrm>
        </p:spPr>
        <p:txBody>
          <a:bodyPr>
            <a:normAutofit fontScale="90000"/>
          </a:bodyPr>
          <a:p>
            <a:r>
              <a:rPr lang="en-US" sz="4900" cap="none" dirty="0">
                <a:latin typeface="Times New Roman" pitchFamily="18" charset="0"/>
                <a:cs typeface="Times New Roman" pitchFamily="18" charset="0"/>
              </a:rPr>
              <a:t> PROGRESS MADE TOWARDS AICHI'S TARGET: MET TARGETS</a:t>
            </a:r>
            <a:br>
              <a:rPr lang="en-US" sz="4900" cap="none" dirty="0">
                <a:latin typeface="Times New Roman" pitchFamily="18" charset="0"/>
                <a:cs typeface="Times New Roman" pitchFamily="18" charset="0"/>
              </a:rPr>
            </a:br>
            <a:br>
              <a:rPr lang="en-US" sz="4900" cap="none"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p>
        </p:txBody>
      </p:sp>
      <p:sp>
        <p:nvSpPr>
          <p:cNvPr id="1048615" name="Content Placeholder 2"/>
          <p:cNvSpPr>
            <a14:cpLocks xmlns:a14="http://schemas.microsoft.com/office/drawing/2010/main" noGrp="1"/>
          </p:cNvSpPr>
          <p:nvPr>
            <p:ph sz="half" idx="1"/>
          </p:nvPr>
        </p:nvSpPr>
        <p:spPr>
          <a:xfrm>
            <a:off x="134471" y="2017713"/>
            <a:ext cx="5961529" cy="3936908"/>
          </a:xfrm>
        </p:spPr>
        <p:txBody>
          <a:bodyPr>
            <a:normAutofit/>
          </a:bodyPr>
          <a:p>
            <a:r>
              <a:rPr lang="en-US" sz="2400" dirty="0">
                <a:latin typeface="Times New Roman" pitchFamily="18" charset="0"/>
                <a:cs typeface="Times New Roman" pitchFamily="18" charset="0"/>
              </a:rPr>
              <a:t>Target 11- Expansion of marine protected areas:  Countries like the UK has achieved a significant success in achieving this target by designing the </a:t>
            </a:r>
            <a:r>
              <a:rPr lang="en-US" sz="2400" dirty="0" err="1">
                <a:latin typeface="Times New Roman" pitchFamily="18" charset="0"/>
                <a:cs typeface="Times New Roman" pitchFamily="18" charset="0"/>
              </a:rPr>
              <a:t>Chargo’s</a:t>
            </a:r>
            <a:r>
              <a:rPr lang="en-US" sz="2400" dirty="0">
                <a:latin typeface="Times New Roman" pitchFamily="18" charset="0"/>
                <a:cs typeface="Times New Roman" pitchFamily="18" charset="0"/>
              </a:rPr>
              <a:t> Archipelago, a vast marine protected area in the Indian ocean, covering over 640, 000 sq. kilometers.</a:t>
            </a:r>
            <a:endParaRPr lang="en-US" sz="2400" dirty="0">
              <a:latin typeface="Times New Roman" pitchFamily="18" charset="0"/>
              <a:cs typeface="Times New Roman" pitchFamily="18" charset="0"/>
            </a:endParaRPr>
          </a:p>
          <a:p>
            <a:endParaRPr lang="en-US" dirty="0"/>
          </a:p>
          <a:p>
            <a:endParaRPr lang="en-US" dirty="0"/>
          </a:p>
          <a:p>
            <a:endParaRPr lang="en-US" dirty="0"/>
          </a:p>
        </p:txBody>
      </p:sp>
      <p:pic>
        <p:nvPicPr>
          <p:cNvPr id="2097154" name="Picture 2" descr="World's largest marine reserve created"/>
          <p:cNvPicPr>
            <a:picLocks noGrp="1" noChangeAspect="1" noChangeArrowheads="1"/>
          </p:cNvPicPr>
          <p:nvPr>
            <p:ph sz="half" idx="2"/>
          </p:nvPr>
        </p:nvPicPr>
        <p:blipFill>
          <a:blip r:embed="rId1"/>
          <a:stretch>
            <a:fillRect/>
          </a:stretch>
        </p:blipFill>
        <p:spPr bwMode="auto">
          <a:xfrm>
            <a:off x="6453559" y="2017713"/>
            <a:ext cx="4564907" cy="3441700"/>
          </a:xfrm>
          <a:prstGeom prst="rect">
            <a:avLst/>
          </a:prstGeom>
          <a:noFill/>
        </p:spPr>
      </p:pic>
      <p:sp>
        <p:nvSpPr>
          <p:cNvPr id="1048616" name="Slide Number Placeholder 4"/>
          <p:cNvSpPr>
            <a14:cpLocks xmlns:a14="http://schemas.microsoft.com/office/drawing/2010/main" noGrp="1"/>
          </p:cNvSpPr>
          <p:nvPr>
            <p:ph type="sldNum" sz="quarter" idx="12"/>
          </p:nvPr>
        </p:nvSpPr>
        <p:spPr>
          <a:xfrm>
            <a:off x="11246510" y="5444176"/>
            <a:ext cx="811019" cy="503578"/>
          </a:xfrm>
        </p:spPr>
        <p:txBody>
          <a:bodyPr/>
          <a:p>
            <a:fld id="{E92A122F-3F96-4A37-98BB-04140B2789B5}" type="slidenum">
              <a:rPr lang="en-US" smtClean="0"/>
            </a:fld>
            <a:endParaRPr lang="en-US" dirty="0"/>
          </a:p>
        </p:txBody>
      </p:sp>
      <p:sp>
        <p:nvSpPr>
          <p:cNvPr id="1048617" name="TextBox 5"/>
          <p:cNvSpPr txBox="1"/>
          <p:nvPr/>
        </p:nvSpPr>
        <p:spPr>
          <a:xfrm flipH="1">
            <a:off x="7357688" y="5709206"/>
            <a:ext cx="2756647" cy="624840"/>
          </a:xfrm>
          <a:prstGeom prst="rect">
            <a:avLst/>
          </a:prstGeom>
          <a:noFill/>
        </p:spPr>
        <p:txBody>
          <a:bodyPr wrap="square" rtlCol="0">
            <a:spAutoFit/>
          </a:bodyPr>
          <a:p>
            <a:r>
              <a:rPr lang="en-US" dirty="0"/>
              <a:t>The </a:t>
            </a:r>
            <a:r>
              <a:rPr lang="en-US" dirty="0" err="1"/>
              <a:t>Chargo’s</a:t>
            </a:r>
            <a:r>
              <a:rPr lang="en-US" dirty="0"/>
              <a:t> Archipelago</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8" name="Title 3"/>
          <p:cNvSpPr>
            <a14:cpLocks xmlns:a14="http://schemas.microsoft.com/office/drawing/2010/main" noGrp="1"/>
          </p:cNvSpPr>
          <p:nvPr>
            <p:ph type="title"/>
          </p:nvPr>
        </p:nvSpPr>
        <p:spPr>
          <a:xfrm>
            <a:off x="322730" y="324784"/>
            <a:ext cx="11389210" cy="1275415"/>
          </a:xfrm>
        </p:spPr>
        <p:txBody>
          <a:bodyPr>
            <a:noAutofit/>
          </a:bodyPr>
          <a:p>
            <a:r>
              <a:rPr lang="en-US" sz="4400" cap="none" dirty="0">
                <a:latin typeface="Times New Roman" pitchFamily="18" charset="0"/>
                <a:cs typeface="Times New Roman" pitchFamily="18" charset="0"/>
              </a:rPr>
              <a:t> PROGRESS MADE TOWARDS AICHI'S TARGET: PARTIALLY MET TARGETS</a:t>
            </a:r>
            <a:br>
              <a:rPr lang="en-US" sz="4400" cap="none" dirty="0">
                <a:latin typeface="Times New Roman" pitchFamily="18" charset="0"/>
                <a:cs typeface="Times New Roman" pitchFamily="18" charset="0"/>
              </a:rPr>
            </a:br>
            <a:br>
              <a:rPr lang="en-US" sz="4400" cap="none" dirty="0">
                <a:latin typeface="Times New Roman" pitchFamily="18" charset="0"/>
                <a:cs typeface="Times New Roman" pitchFamily="18" charset="0"/>
              </a:rPr>
            </a:br>
            <a:endParaRPr lang="en-US" sz="4400" cap="none" dirty="0"/>
          </a:p>
        </p:txBody>
      </p:sp>
      <p:sp>
        <p:nvSpPr>
          <p:cNvPr id="1048619" name="Content Placeholder 2"/>
          <p:cNvSpPr>
            <a14:cpLocks xmlns:a14="http://schemas.microsoft.com/office/drawing/2010/main" noGrp="1"/>
          </p:cNvSpPr>
          <p:nvPr>
            <p:ph sz="half" idx="1"/>
          </p:nvPr>
        </p:nvSpPr>
        <p:spPr>
          <a:xfrm>
            <a:off x="204413" y="1825625"/>
            <a:ext cx="5340128" cy="3889375"/>
          </a:xfrm>
        </p:spPr>
        <p:txBody>
          <a:bodyPr/>
          <a:p>
            <a:r>
              <a:rPr lang="en-US" sz="2400" dirty="0">
                <a:latin typeface="Times New Roman" pitchFamily="18" charset="0"/>
                <a:cs typeface="Times New Roman" pitchFamily="18" charset="0"/>
              </a:rPr>
              <a:t>Target 12 - Conservation of threatened species: Efforts to conserve threatened species have yielded positive results .</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Example: In  new Zealand, the successful conservation of the </a:t>
            </a:r>
            <a:r>
              <a:rPr lang="en-US" sz="2400" i="1" dirty="0" err="1">
                <a:latin typeface="Times New Roman" pitchFamily="18" charset="0"/>
                <a:cs typeface="Times New Roman" pitchFamily="18" charset="0"/>
              </a:rPr>
              <a:t>Petroica</a:t>
            </a:r>
            <a:r>
              <a:rPr lang="en-US" sz="2400" i="1" dirty="0">
                <a:latin typeface="Times New Roman" pitchFamily="18" charset="0"/>
                <a:cs typeface="Times New Roman" pitchFamily="18" charset="0"/>
              </a:rPr>
              <a:t> </a:t>
            </a:r>
            <a:r>
              <a:rPr lang="en-US" sz="2400" i="1" dirty="0" err="1">
                <a:latin typeface="Times New Roman" pitchFamily="18" charset="0"/>
                <a:cs typeface="Times New Roman" pitchFamily="18" charset="0"/>
              </a:rPr>
              <a:t>traversi</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saved them from extinction. </a:t>
            </a:r>
            <a:endParaRPr lang="en-US" sz="2400" dirty="0">
              <a:latin typeface="Times New Roman" pitchFamily="18" charset="0"/>
              <a:cs typeface="Times New Roman" pitchFamily="18" charset="0"/>
            </a:endParaRPr>
          </a:p>
          <a:p>
            <a:pPr marL="0" indent="0">
              <a:buNone/>
            </a:pPr>
            <a:endParaRPr lang="en-US" dirty="0"/>
          </a:p>
        </p:txBody>
      </p:sp>
      <p:sp>
        <p:nvSpPr>
          <p:cNvPr id="1048620" name="Content Placeholder 4"/>
          <p:cNvSpPr>
            <a14:cpLocks xmlns:a14="http://schemas.microsoft.com/office/drawing/2010/main" noGrp="1"/>
          </p:cNvSpPr>
          <p:nvPr>
            <p:ph sz="half" idx="2"/>
          </p:nvPr>
        </p:nvSpPr>
        <p:spPr/>
        <p:txBody>
          <a:bodyPr/>
          <a:p>
            <a:endParaRPr lang="en-US" dirty="0"/>
          </a:p>
        </p:txBody>
      </p:sp>
      <p:sp>
        <p:nvSpPr>
          <p:cNvPr id="1048621" name="Slide Number Placeholder 5"/>
          <p:cNvSpPr>
            <a14:cpLocks xmlns:a14="http://schemas.microsoft.com/office/drawing/2010/main" noGrp="1"/>
          </p:cNvSpPr>
          <p:nvPr>
            <p:ph type="sldNum" sz="quarter" idx="12"/>
          </p:nvPr>
        </p:nvSpPr>
        <p:spPr>
          <a:xfrm>
            <a:off x="10858232" y="5458863"/>
            <a:ext cx="1129355" cy="688245"/>
          </a:xfrm>
        </p:spPr>
        <p:txBody>
          <a:bodyPr/>
          <a:p>
            <a:fld id="{E92A122F-3F96-4A37-98BB-04140B2789B5}" type="slidenum">
              <a:rPr lang="en-US" smtClean="0"/>
            </a:fld>
            <a:endParaRPr lang="en-US" dirty="0"/>
          </a:p>
        </p:txBody>
      </p:sp>
      <p:pic>
        <p:nvPicPr>
          <p:cNvPr id="2097155" name="Picture 2" descr="Black robin - Wikipedia"/>
          <p:cNvPicPr>
            <a:picLocks noChangeAspect="1" noChangeArrowheads="1"/>
          </p:cNvPicPr>
          <p:nvPr/>
        </p:nvPicPr>
        <p:blipFill>
          <a:blip r:embed="rId1"/>
          <a:srcRect/>
          <a:stretch>
            <a:fillRect/>
          </a:stretch>
        </p:blipFill>
        <p:spPr bwMode="auto">
          <a:xfrm>
            <a:off x="5966405" y="2017343"/>
            <a:ext cx="4936562" cy="3697657"/>
          </a:xfrm>
          <a:prstGeom prst="rect">
            <a:avLst/>
          </a:prstGeom>
          <a:noFill/>
        </p:spPr>
      </p:pic>
      <p:sp>
        <p:nvSpPr>
          <p:cNvPr id="1048622" name="TextBox 6"/>
          <p:cNvSpPr txBox="1"/>
          <p:nvPr/>
        </p:nvSpPr>
        <p:spPr>
          <a:xfrm flipH="1">
            <a:off x="7620896" y="5774204"/>
            <a:ext cx="3732904" cy="369332"/>
          </a:xfrm>
          <a:prstGeom prst="rect">
            <a:avLst/>
          </a:prstGeom>
          <a:noFill/>
        </p:spPr>
        <p:txBody>
          <a:bodyPr wrap="square" rtlCol="0">
            <a:spAutoFit/>
          </a:bodyPr>
          <a:p>
            <a:r>
              <a:rPr lang="en-US" i="1" dirty="0" err="1"/>
              <a:t>Petroica</a:t>
            </a:r>
            <a:r>
              <a:rPr lang="en-US" i="1" dirty="0"/>
              <a:t> </a:t>
            </a:r>
            <a:r>
              <a:rPr lang="en-US" i="1" dirty="0" err="1"/>
              <a:t>traversi</a:t>
            </a:r>
            <a:r>
              <a:rPr lang="en-US" i="1" dirty="0"/>
              <a:t> </a:t>
            </a:r>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23" name="Title 4"/>
          <p:cNvSpPr>
            <a14:cpLocks xmlns:a14="http://schemas.microsoft.com/office/drawing/2010/main" noGrp="1"/>
          </p:cNvSpPr>
          <p:nvPr>
            <p:ph type="title"/>
          </p:nvPr>
        </p:nvSpPr>
        <p:spPr>
          <a:xfrm>
            <a:off x="228601" y="134471"/>
            <a:ext cx="11860306" cy="1573305"/>
          </a:xfrm>
        </p:spPr>
        <p:txBody>
          <a:bodyPr>
            <a:noAutofit/>
          </a:bodyPr>
          <a:p>
            <a:r>
              <a:rPr lang="en-US" sz="4400" cap="none" dirty="0">
                <a:latin typeface="Times New Roman" pitchFamily="18" charset="0"/>
                <a:cs typeface="Times New Roman" pitchFamily="18" charset="0"/>
              </a:rPr>
              <a:t> PROGRESS MADE TOWARDS AICHI'S TARGET: UNMET TARGETS</a:t>
            </a:r>
            <a:br>
              <a:rPr lang="en-US" sz="4400" cap="none" dirty="0">
                <a:latin typeface="Times New Roman" pitchFamily="18" charset="0"/>
                <a:cs typeface="Times New Roman" pitchFamily="18" charset="0"/>
              </a:rPr>
            </a:br>
            <a:br>
              <a:rPr lang="en-US" sz="4400" cap="none" dirty="0">
                <a:latin typeface="Times New Roman" pitchFamily="18" charset="0"/>
                <a:cs typeface="Times New Roman" pitchFamily="18" charset="0"/>
              </a:rPr>
            </a:br>
            <a:endParaRPr lang="en-US" sz="4400" cap="none" dirty="0"/>
          </a:p>
        </p:txBody>
      </p:sp>
      <p:sp>
        <p:nvSpPr>
          <p:cNvPr id="1048624" name="Content Placeholder 2"/>
          <p:cNvSpPr>
            <a14:cpLocks xmlns:a14="http://schemas.microsoft.com/office/drawing/2010/main" noGrp="1"/>
          </p:cNvSpPr>
          <p:nvPr>
            <p:ph idx="1"/>
          </p:nvPr>
        </p:nvSpPr>
        <p:spPr>
          <a:xfrm>
            <a:off x="228601" y="2096415"/>
            <a:ext cx="11658600" cy="3450613"/>
          </a:xfrm>
        </p:spPr>
        <p:txBody>
          <a:bodyPr/>
          <a:p>
            <a:r>
              <a:rPr lang="en-US" sz="2400" dirty="0">
                <a:latin typeface="Times New Roman" pitchFamily="18" charset="0"/>
                <a:cs typeface="Times New Roman" pitchFamily="18" charset="0"/>
              </a:rPr>
              <a:t>Target 5 - Reduction of habitat loss : Increased demand for agriculture, urbanization and infrastructure development.</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Target 10 - Sustainable use of fisheries: Inadequate enforcement of fishing regulations, insufficient monitoring, lack of capacity to address </a:t>
            </a:r>
            <a:r>
              <a:rPr lang="en-US" sz="2400">
                <a:latin typeface="Times New Roman" pitchFamily="18" charset="0"/>
                <a:cs typeface="Times New Roman" pitchFamily="18" charset="0"/>
              </a:rPr>
              <a:t>illegal mining </a:t>
            </a:r>
            <a:r>
              <a:rPr lang="en-GB" sz="2400">
                <a:latin typeface="Times New Roman" pitchFamily="18" charset="0"/>
                <a:cs typeface="Times New Roman" pitchFamily="18" charset="0"/>
              </a:rPr>
              <a:t>.</a:t>
            </a:r>
            <a:endParaRPr lang="en-US" sz="240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endParaRPr lang="en-US" dirty="0"/>
          </a:p>
        </p:txBody>
      </p:sp>
      <p:sp>
        <p:nvSpPr>
          <p:cNvPr id="1048625" name="Slide Number Placeholder 5"/>
          <p:cNvSpPr>
            <a14:cpLocks xmlns:a14="http://schemas.microsoft.com/office/drawing/2010/main" noGrp="1"/>
          </p:cNvSpPr>
          <p:nvPr>
            <p:ph type="sldNum" sz="quarter" idx="12"/>
          </p:nvPr>
        </p:nvSpPr>
        <p:spPr>
          <a:xfrm>
            <a:off x="10952771" y="5391748"/>
            <a:ext cx="811019" cy="503578"/>
          </a:xfrm>
        </p:spPr>
        <p:txBody>
          <a:bodyPr/>
          <a:p>
            <a:fld id="{E92A122F-3F96-4A37-98BB-04140B2789B5}"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26" name="Title 1"/>
          <p:cNvSpPr>
            <a14:cpLocks xmlns:a14="http://schemas.microsoft.com/office/drawing/2010/main" noGrp="1"/>
          </p:cNvSpPr>
          <p:nvPr>
            <p:ph type="title"/>
          </p:nvPr>
        </p:nvSpPr>
        <p:spPr>
          <a:xfrm>
            <a:off x="38257" y="426257"/>
            <a:ext cx="11884595" cy="1700356"/>
          </a:xfrm>
        </p:spPr>
        <p:txBody>
          <a:bodyPr>
            <a:noAutofit/>
          </a:bodyPr>
          <a:p>
            <a:r>
              <a:rPr lang="en-US" sz="4400" cap="none" dirty="0">
                <a:latin typeface="Times New Roman" pitchFamily="18" charset="0"/>
                <a:cs typeface="Times New Roman" pitchFamily="18" charset="0"/>
              </a:rPr>
              <a:t>CHALLENGES FACED IN ACHIEVING AICHI'S TARGETS </a:t>
            </a:r>
            <a:endParaRPr lang="zh-CN" altLang="en-US"/>
          </a:p>
        </p:txBody>
      </p:sp>
      <p:sp>
        <p:nvSpPr>
          <p:cNvPr id="1048627" name="Content Placeholder 2"/>
          <p:cNvSpPr>
            <a14:cpLocks xmlns:a14="http://schemas.microsoft.com/office/drawing/2010/main" noGrp="1"/>
          </p:cNvSpPr>
          <p:nvPr>
            <p:ph idx="1"/>
          </p:nvPr>
        </p:nvSpPr>
        <p:spPr>
          <a:xfrm>
            <a:off x="685801" y="2015732"/>
            <a:ext cx="10369054" cy="3450613"/>
          </a:xfrm>
        </p:spPr>
        <p:txBody>
          <a:bodyPr/>
          <a:p>
            <a:r>
              <a:rPr lang="en-US" sz="2400" dirty="0">
                <a:latin typeface="Times New Roman" pitchFamily="18" charset="0"/>
                <a:cs typeface="Times New Roman" pitchFamily="18" charset="0"/>
              </a:rPr>
              <a:t>Habitat loss and degradation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Overexploitation of natural resources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Lack of adequate funding and resources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Limited technological capacity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Urbanization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Lack of political will</a:t>
            </a:r>
            <a:endParaRPr lang="en-US" sz="2400"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p:sp>
        <p:nvSpPr>
          <p:cNvPr id="1048628" name="Slide Number Placeholder 3"/>
          <p:cNvSpPr>
            <a14:cpLocks xmlns:a14="http://schemas.microsoft.com/office/drawing/2010/main" noGrp="1"/>
          </p:cNvSpPr>
          <p:nvPr>
            <p:ph type="sldNum" sz="quarter" idx="12"/>
          </p:nvPr>
        </p:nvSpPr>
        <p:spPr>
          <a:xfrm>
            <a:off x="10922409" y="5466345"/>
            <a:ext cx="811019" cy="503578"/>
          </a:xfrm>
        </p:spPr>
        <p:txBody>
          <a:bodyPr/>
          <a:p>
            <a:fld id="{E92A122F-3F96-4A37-98BB-04140B2789B5}" type="slidenum">
              <a:rPr lang="en-US" smtClean="0"/>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29" name="Title 1"/>
          <p:cNvSpPr>
            <a14:cpLocks xmlns:a14="http://schemas.microsoft.com/office/drawing/2010/main" noGrp="1"/>
          </p:cNvSpPr>
          <p:nvPr>
            <p:ph type="title"/>
          </p:nvPr>
        </p:nvSpPr>
        <p:spPr>
          <a:xfrm>
            <a:off x="838201" y="804519"/>
            <a:ext cx="10216654" cy="1049235"/>
          </a:xfrm>
        </p:spPr>
        <p:txBody>
          <a:bodyPr>
            <a:normAutofit/>
          </a:bodyPr>
          <a:p>
            <a:pPr algn="ctr"/>
            <a:r>
              <a:rPr lang="en-US" sz="4400" cap="none" dirty="0">
                <a:latin typeface="Times New Roman" pitchFamily="18" charset="0"/>
                <a:cs typeface="Times New Roman" pitchFamily="18" charset="0"/>
              </a:rPr>
              <a:t>THE WAY FORWARD </a:t>
            </a:r>
            <a:endParaRPr lang="zh-CN" altLang="en-US"/>
          </a:p>
        </p:txBody>
      </p:sp>
      <p:sp>
        <p:nvSpPr>
          <p:cNvPr id="1048630" name="Content Placeholder 2"/>
          <p:cNvSpPr>
            <a14:cpLocks xmlns:a14="http://schemas.microsoft.com/office/drawing/2010/main" noGrp="1"/>
          </p:cNvSpPr>
          <p:nvPr>
            <p:ph idx="1"/>
          </p:nvPr>
        </p:nvSpPr>
        <p:spPr>
          <a:xfrm>
            <a:off x="837908" y="1875711"/>
            <a:ext cx="11111753" cy="4079222"/>
          </a:xfrm>
        </p:spPr>
        <p:txBody>
          <a:bodyPr>
            <a:normAutofit/>
          </a:bodyPr>
          <a:p>
            <a:r>
              <a:rPr lang="en-US" sz="2400" dirty="0">
                <a:latin typeface="Times New Roman" pitchFamily="18" charset="0"/>
                <a:cs typeface="Times New Roman" pitchFamily="18" charset="0"/>
              </a:rPr>
              <a:t>Strengthening policy ad legal framework legacy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Enhanced monitoring and reporting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Incentive mechanisms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Empowering local communities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Development planning </a:t>
            </a:r>
            <a:endParaRPr lang="en-US" sz="2400" dirty="0">
              <a:latin typeface="Times New Roman" pitchFamily="18" charset="0"/>
              <a:cs typeface="Times New Roman" pitchFamily="18" charset="0"/>
            </a:endParaRPr>
          </a:p>
        </p:txBody>
      </p:sp>
      <p:sp>
        <p:nvSpPr>
          <p:cNvPr id="1048631" name="Slide Number Placeholder 3"/>
          <p:cNvSpPr>
            <a14:cpLocks xmlns:a14="http://schemas.microsoft.com/office/drawing/2010/main" noGrp="1"/>
          </p:cNvSpPr>
          <p:nvPr>
            <p:ph type="sldNum" sz="quarter" idx="12"/>
          </p:nvPr>
        </p:nvSpPr>
        <p:spPr>
          <a:xfrm>
            <a:off x="10948290" y="5451655"/>
            <a:ext cx="811019" cy="503578"/>
          </a:xfrm>
        </p:spPr>
        <p:txBody>
          <a:bodyPr/>
          <a:p>
            <a:fld id="{E92A122F-3F96-4A37-98BB-04140B2789B5}" type="slidenum">
              <a:rPr lang="en-US" smtClean="0"/>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32" name="Title 1"/>
          <p:cNvSpPr>
            <a14:cpLocks xmlns:a14="http://schemas.microsoft.com/office/drawing/2010/main" noGrp="1"/>
          </p:cNvSpPr>
          <p:nvPr>
            <p:ph type="title"/>
          </p:nvPr>
        </p:nvSpPr>
        <p:spPr>
          <a:xfrm>
            <a:off x="903050" y="0"/>
            <a:ext cx="10856259" cy="925793"/>
          </a:xfrm>
        </p:spPr>
        <p:txBody>
          <a:bodyPr>
            <a:noAutofit/>
          </a:bodyPr>
          <a:p>
            <a:r>
              <a:rPr lang="en-US" sz="4400" cap="none" dirty="0">
                <a:latin typeface="Times New Roman" pitchFamily="18" charset="0"/>
                <a:cs typeface="Times New Roman" pitchFamily="18" charset="0"/>
              </a:rPr>
              <a:t> </a:t>
            </a:r>
            <a:br>
              <a:rPr lang="en-US" sz="4400" dirty="0">
                <a:latin typeface="Times New Roman" pitchFamily="18" charset="0"/>
                <a:cs typeface="Times New Roman" pitchFamily="18" charset="0"/>
              </a:rPr>
            </a:br>
            <a:r>
              <a:rPr lang="en-US" sz="4400" dirty="0">
                <a:latin typeface="Times New Roman" pitchFamily="18" charset="0"/>
                <a:cs typeface="Times New Roman" pitchFamily="18" charset="0"/>
              </a:rPr>
              <a:t>POST 2020 GLOBAL BIODIVERSITY FRAMEWORK</a:t>
            </a:r>
            <a:endParaRPr lang="en-US" sz="4400" dirty="0">
              <a:latin typeface="Times New Roman" pitchFamily="18" charset="0"/>
              <a:cs typeface="Times New Roman" pitchFamily="18" charset="0"/>
            </a:endParaRPr>
          </a:p>
        </p:txBody>
      </p:sp>
      <p:sp>
        <p:nvSpPr>
          <p:cNvPr id="1048633" name="Content Placeholder 2"/>
          <p:cNvSpPr>
            <a14:cpLocks xmlns:a14="http://schemas.microsoft.com/office/drawing/2010/main" noGrp="1"/>
          </p:cNvSpPr>
          <p:nvPr>
            <p:ph sz="half" idx="1"/>
          </p:nvPr>
        </p:nvSpPr>
        <p:spPr>
          <a:xfrm>
            <a:off x="0" y="1963299"/>
            <a:ext cx="6019800" cy="4213664"/>
          </a:xfrm>
        </p:spPr>
        <p:txBody>
          <a:bodyPr>
            <a:normAutofit/>
          </a:bodyPr>
          <a:p>
            <a:r>
              <a:rPr lang="en-US" sz="2400" dirty="0">
                <a:latin typeface="Times New Roman" pitchFamily="18" charset="0"/>
                <a:cs typeface="Times New Roman" pitchFamily="18" charset="0"/>
              </a:rPr>
              <a:t>A new strategic plan being developed by the CBD to succeed the Aichi’s biodiversity target.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development of this target is as a response to the recognition that the Aichi’s targets were not fully achieved and that urgent and more comprehensive action is needed to halt biodiversity loss</a:t>
            </a:r>
            <a:r>
              <a:rPr lang="en-US" sz="2400" dirty="0"/>
              <a:t>. </a:t>
            </a:r>
            <a:endParaRPr lang="en-US" sz="2400" dirty="0"/>
          </a:p>
        </p:txBody>
      </p:sp>
      <p:sp>
        <p:nvSpPr>
          <p:cNvPr id="1048634" name="Content Placeholder 4"/>
          <p:cNvSpPr>
            <a14:cpLocks xmlns:a14="http://schemas.microsoft.com/office/drawing/2010/main" noGrp="1"/>
          </p:cNvSpPr>
          <p:nvPr>
            <p:ph sz="half" idx="2"/>
          </p:nvPr>
        </p:nvSpPr>
        <p:spPr/>
        <p:txBody>
          <a:bodyPr>
            <a:normAutofit/>
          </a:bodyPr>
          <a:p>
            <a:endParaRPr lang="en-US"/>
          </a:p>
        </p:txBody>
      </p:sp>
      <p:sp>
        <p:nvSpPr>
          <p:cNvPr id="1048635" name="Slide Number Placeholder 5"/>
          <p:cNvSpPr>
            <a14:cpLocks xmlns:a14="http://schemas.microsoft.com/office/drawing/2010/main" noGrp="1"/>
          </p:cNvSpPr>
          <p:nvPr>
            <p:ph type="sldNum" sz="quarter" idx="12"/>
          </p:nvPr>
        </p:nvSpPr>
        <p:spPr>
          <a:xfrm>
            <a:off x="11353800" y="5485757"/>
            <a:ext cx="811019" cy="503578"/>
          </a:xfrm>
        </p:spPr>
        <p:txBody>
          <a:bodyPr/>
          <a:p>
            <a:fld id="{E92A122F-3F96-4A37-98BB-04140B2789B5}" type="slidenum">
              <a:rPr lang="en-US" smtClean="0"/>
            </a:fld>
            <a:endParaRPr lang="en-US" dirty="0"/>
          </a:p>
        </p:txBody>
      </p:sp>
      <p:pic>
        <p:nvPicPr>
          <p:cNvPr id="2097156" name="Content Placeholder 6"/>
          <p:cNvPicPr>
            <a:picLocks noChangeAspect="1"/>
          </p:cNvPicPr>
          <p:nvPr/>
        </p:nvPicPr>
        <p:blipFill>
          <a:blip r:embed="rId1"/>
          <a:stretch>
            <a:fillRect/>
          </a:stretch>
        </p:blipFill>
        <p:spPr>
          <a:xfrm>
            <a:off x="6096000" y="1963299"/>
            <a:ext cx="5136819" cy="4092622"/>
          </a:xfrm>
          <a:prstGeom prst="rect">
            <a:avLst/>
          </a:prstGeom>
        </p:spPr>
      </p:pic>
      <p:sp>
        <p:nvSpPr>
          <p:cNvPr id="1048636" name="TextBox 6"/>
          <p:cNvSpPr txBox="1"/>
          <p:nvPr/>
        </p:nvSpPr>
        <p:spPr>
          <a:xfrm>
            <a:off x="7032812" y="6131244"/>
            <a:ext cx="4007224" cy="624839"/>
          </a:xfrm>
          <a:prstGeom prst="rect">
            <a:avLst/>
          </a:prstGeom>
          <a:noFill/>
        </p:spPr>
        <p:txBody>
          <a:bodyPr wrap="square" rtlCol="0">
            <a:spAutoFit/>
          </a:bodyPr>
          <a:p>
            <a:r>
              <a:rPr lang="en-US" dirty="0"/>
              <a:t>Post 2020 Global Biodiversity framework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37" name="Title 1"/>
          <p:cNvSpPr>
            <a14:cpLocks xmlns:a14="http://schemas.microsoft.com/office/drawing/2010/main" noGrp="1"/>
          </p:cNvSpPr>
          <p:nvPr>
            <p:ph type="title"/>
          </p:nvPr>
        </p:nvSpPr>
        <p:spPr>
          <a:xfrm>
            <a:off x="645459" y="591671"/>
            <a:ext cx="10409396" cy="1262083"/>
          </a:xfrm>
        </p:spPr>
        <p:txBody>
          <a:bodyPr>
            <a:noAutofit/>
          </a:bodyPr>
          <a:p>
            <a:r>
              <a:rPr lang="en-US" sz="4400" cap="none" dirty="0">
                <a:latin typeface="Times New Roman" pitchFamily="18" charset="0"/>
                <a:cs typeface="Times New Roman" pitchFamily="18" charset="0"/>
              </a:rPr>
              <a:t>POST 2020 GLOBAL BIODIVERSITY FRAMEWORK</a:t>
            </a:r>
            <a:endParaRPr lang="zh-CN" altLang="en-US"/>
          </a:p>
        </p:txBody>
      </p:sp>
      <p:sp>
        <p:nvSpPr>
          <p:cNvPr id="1048638" name="Content Placeholder 2"/>
          <p:cNvSpPr>
            <a14:cpLocks xmlns:a14="http://schemas.microsoft.com/office/drawing/2010/main" noGrp="1"/>
          </p:cNvSpPr>
          <p:nvPr>
            <p:ph idx="1"/>
          </p:nvPr>
        </p:nvSpPr>
        <p:spPr>
          <a:xfrm>
            <a:off x="206732" y="2015732"/>
            <a:ext cx="10409395" cy="3450613"/>
          </a:xfrm>
        </p:spPr>
        <p:txBody>
          <a:bodyPr/>
          <a:p>
            <a:pPr marL="0" indent="0">
              <a:buNone/>
            </a:pPr>
            <a:r>
              <a:rPr lang="en-US" sz="2400" dirty="0">
                <a:latin typeface="Times New Roman" pitchFamily="18" charset="0"/>
                <a:cs typeface="Times New Roman" pitchFamily="18" charset="0"/>
              </a:rPr>
              <a:t>The post 2020 global biodiversity framework includes key features and improvements such as:</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Enhanced ambition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Integrated approach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Inclusivity and participation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Mainstreaming biodiversity </a:t>
            </a:r>
            <a:endParaRPr lang="en-US" sz="2400" dirty="0">
              <a:latin typeface="Times New Roman" pitchFamily="18" charset="0"/>
              <a:cs typeface="Times New Roman" pitchFamily="18" charset="0"/>
            </a:endParaRPr>
          </a:p>
          <a:p>
            <a:endParaRPr lang="en-US" dirty="0"/>
          </a:p>
        </p:txBody>
      </p:sp>
      <p:sp>
        <p:nvSpPr>
          <p:cNvPr id="1048639" name="Slide Number Placeholder 3"/>
          <p:cNvSpPr>
            <a14:cpLocks xmlns:a14="http://schemas.microsoft.com/office/drawing/2010/main" noGrp="1"/>
          </p:cNvSpPr>
          <p:nvPr>
            <p:ph type="sldNum" sz="quarter" idx="12"/>
          </p:nvPr>
        </p:nvSpPr>
        <p:spPr>
          <a:xfrm>
            <a:off x="11054854" y="5466345"/>
            <a:ext cx="811019" cy="503578"/>
          </a:xfrm>
        </p:spPr>
        <p:txBody>
          <a:bodyPr/>
          <a:p>
            <a:fld id="{E92A122F-3F96-4A37-98BB-04140B2789B5}" type="slidenum">
              <a:rPr lang="en-US" smtClean="0"/>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40" name="Title 1"/>
          <p:cNvSpPr>
            <a14:cpLocks xmlns:a14="http://schemas.microsoft.com/office/drawing/2010/main" noGrp="1"/>
          </p:cNvSpPr>
          <p:nvPr>
            <p:ph type="title"/>
          </p:nvPr>
        </p:nvSpPr>
        <p:spPr>
          <a:xfrm>
            <a:off x="981797" y="405466"/>
            <a:ext cx="11066929" cy="1261969"/>
          </a:xfrm>
        </p:spPr>
        <p:txBody>
          <a:bodyPr>
            <a:noAutofit/>
          </a:bodyPr>
          <a:p>
            <a:r>
              <a:rPr lang="en-US" sz="4400" cap="none" dirty="0">
                <a:latin typeface="Times New Roman" pitchFamily="18" charset="0"/>
                <a:cs typeface="Times New Roman" pitchFamily="18" charset="0"/>
              </a:rPr>
              <a:t>THE ROLE OF STAKEHOLDERS AND GLOBAL COOPERATION</a:t>
            </a:r>
            <a:endParaRPr lang="zh-CN" altLang="en-US"/>
          </a:p>
        </p:txBody>
      </p:sp>
      <p:sp>
        <p:nvSpPr>
          <p:cNvPr id="1048641" name="Content Placeholder 2"/>
          <p:cNvSpPr>
            <a14:cpLocks xmlns:a14="http://schemas.microsoft.com/office/drawing/2010/main" noGrp="1"/>
          </p:cNvSpPr>
          <p:nvPr>
            <p:ph idx="1"/>
          </p:nvPr>
        </p:nvSpPr>
        <p:spPr>
          <a:xfrm>
            <a:off x="833718" y="2015732"/>
            <a:ext cx="10221136" cy="3450613"/>
          </a:xfrm>
        </p:spPr>
        <p:txBody>
          <a:bodyPr>
            <a:normAutofit/>
          </a:bodyPr>
          <a:p>
            <a:pPr marL="0" indent="0">
              <a:buNone/>
            </a:pPr>
            <a:r>
              <a:rPr lang="en-US" sz="2400" dirty="0">
                <a:latin typeface="Times New Roman" pitchFamily="18" charset="0"/>
                <a:cs typeface="Times New Roman" pitchFamily="18" charset="0"/>
              </a:rPr>
              <a:t>Collaboration among government NGO’s, businesses and local communities is crucial for achieving biodiversity goals effectively and sustainably.</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Successful collaborations that contributed to the Aichi’s target include debt for nature swaps, conservation partnerships, initiatives like the Global Environment Facility, and corporative efforts of the Coral Triangle. </a:t>
            </a:r>
            <a:endParaRPr lang="en-US" sz="2400" dirty="0">
              <a:latin typeface="Times New Roman" pitchFamily="18" charset="0"/>
              <a:cs typeface="Times New Roman" pitchFamily="18" charset="0"/>
            </a:endParaRPr>
          </a:p>
        </p:txBody>
      </p:sp>
      <p:sp>
        <p:nvSpPr>
          <p:cNvPr id="1048642" name="Slide Number Placeholder 3"/>
          <p:cNvSpPr>
            <a14:cpLocks xmlns:a14="http://schemas.microsoft.com/office/drawing/2010/main" noGrp="1"/>
          </p:cNvSpPr>
          <p:nvPr>
            <p:ph type="sldNum" sz="quarter" idx="12"/>
          </p:nvPr>
        </p:nvSpPr>
        <p:spPr>
          <a:xfrm>
            <a:off x="11237707" y="5466345"/>
            <a:ext cx="811019" cy="503578"/>
          </a:xfrm>
        </p:spPr>
        <p:txBody>
          <a:bodyPr/>
          <a:p>
            <a:fld id="{E92A122F-3F96-4A37-98BB-04140B2789B5}" type="slidenum">
              <a:rPr lang="en-US" smtClean="0"/>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43" name="Title 1"/>
          <p:cNvSpPr>
            <a14:cpLocks xmlns:a14="http://schemas.microsoft.com/office/drawing/2010/main" noGrp="1"/>
          </p:cNvSpPr>
          <p:nvPr>
            <p:ph type="title"/>
          </p:nvPr>
        </p:nvSpPr>
        <p:spPr>
          <a:xfrm>
            <a:off x="1344707" y="804519"/>
            <a:ext cx="9710148" cy="1049235"/>
          </a:xfrm>
        </p:spPr>
        <p:txBody>
          <a:bodyPr>
            <a:normAutofit/>
          </a:bodyPr>
          <a:p>
            <a:pPr algn="ctr"/>
            <a:r>
              <a:rPr lang="en-US" sz="4400" cap="none" dirty="0">
                <a:latin typeface="Times New Roman" pitchFamily="18" charset="0"/>
                <a:cs typeface="Times New Roman" pitchFamily="18" charset="0"/>
              </a:rPr>
              <a:t>CONCLUSION</a:t>
            </a:r>
            <a:r>
              <a:rPr lang="en-US" sz="5400" cap="none" dirty="0">
                <a:latin typeface="Times New Roman" pitchFamily="18" charset="0"/>
                <a:cs typeface="Times New Roman" pitchFamily="18" charset="0"/>
              </a:rPr>
              <a:t> </a:t>
            </a:r>
            <a:endParaRPr lang="zh-CN" altLang="en-US"/>
          </a:p>
        </p:txBody>
      </p:sp>
      <p:sp>
        <p:nvSpPr>
          <p:cNvPr id="1048644" name="Content Placeholder 2"/>
          <p:cNvSpPr>
            <a14:cpLocks xmlns:a14="http://schemas.microsoft.com/office/drawing/2010/main" noGrp="1"/>
          </p:cNvSpPr>
          <p:nvPr>
            <p:ph idx="1"/>
          </p:nvPr>
        </p:nvSpPr>
        <p:spPr>
          <a:xfrm>
            <a:off x="389965" y="2015732"/>
            <a:ext cx="10664889" cy="3450613"/>
          </a:xfrm>
        </p:spPr>
        <p:txBody>
          <a:bodyPr>
            <a:normAutofit/>
          </a:bodyPr>
          <a:p>
            <a:pPr marL="0" indent="0">
              <a:buNone/>
            </a:pPr>
            <a:r>
              <a:rPr lang="en-US" sz="2400" dirty="0">
                <a:latin typeface="Times New Roman" pitchFamily="18" charset="0"/>
                <a:cs typeface="Times New Roman" pitchFamily="18" charset="0"/>
              </a:rPr>
              <a:t>Biodiversity  conservation remains our utmost concern due to its critical role in sustaining ecosystems and human wellbeing. </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The Post 2020 Global Biodiversity Framework provides an opportunity to strengthen commitments and set ambiguous goals  such that renewed efforts can halt biodiversity loss, conserve threatened species and restore ecosystems for the benefit of present and future generations</a:t>
            </a:r>
            <a:r>
              <a:rPr lang="en-US" sz="2400" dirty="0"/>
              <a:t>. </a:t>
            </a:r>
            <a:endParaRPr lang="en-US" sz="2400" dirty="0"/>
          </a:p>
        </p:txBody>
      </p:sp>
      <p:sp>
        <p:nvSpPr>
          <p:cNvPr id="1048645" name="Slide Number Placeholder 3"/>
          <p:cNvSpPr>
            <a14:cpLocks xmlns:a14="http://schemas.microsoft.com/office/drawing/2010/main" noGrp="1"/>
          </p:cNvSpPr>
          <p:nvPr>
            <p:ph type="sldNum" sz="quarter" idx="12"/>
          </p:nvPr>
        </p:nvSpPr>
        <p:spPr>
          <a:xfrm>
            <a:off x="11237707" y="5466345"/>
            <a:ext cx="811019" cy="503578"/>
          </a:xfrm>
        </p:spPr>
        <p:txBody>
          <a:bodyPr/>
          <a:p>
            <a:fld id="{E92A122F-3F96-4A37-98BB-04140B2789B5}"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46" name="Title 5"/>
          <p:cNvSpPr>
            <a14:cpLocks xmlns:a14="http://schemas.microsoft.com/office/drawing/2010/main" noGrp="1"/>
          </p:cNvSpPr>
          <p:nvPr>
            <p:ph type="title"/>
          </p:nvPr>
        </p:nvSpPr>
        <p:spPr>
          <a:xfrm>
            <a:off x="739589" y="804519"/>
            <a:ext cx="10315266" cy="1049235"/>
          </a:xfrm>
        </p:spPr>
        <p:txBody>
          <a:bodyPr>
            <a:normAutofit/>
          </a:bodyPr>
          <a:p>
            <a:pPr algn="ctr"/>
            <a:r>
              <a:rPr lang="en-US" sz="4400" cap="none" dirty="0">
                <a:latin typeface="Times New Roman" pitchFamily="18" charset="0"/>
                <a:cs typeface="Times New Roman" pitchFamily="18" charset="0"/>
              </a:rPr>
              <a:t>REFERENCES</a:t>
            </a:r>
            <a:endParaRPr lang="zh-CN" altLang="en-US"/>
          </a:p>
        </p:txBody>
      </p:sp>
      <p:sp>
        <p:nvSpPr>
          <p:cNvPr id="1048647" name="Content Placeholder 6"/>
          <p:cNvSpPr>
            <a14:cpLocks xmlns:a14="http://schemas.microsoft.com/office/drawing/2010/main" noGrp="1"/>
          </p:cNvSpPr>
          <p:nvPr>
            <p:ph idx="1"/>
          </p:nvPr>
        </p:nvSpPr>
        <p:spPr>
          <a:xfrm>
            <a:off x="484095" y="2015732"/>
            <a:ext cx="10570760" cy="3450613"/>
          </a:xfrm>
        </p:spPr>
        <p:txBody>
          <a:bodyPr>
            <a:normAutofit fontScale="90000" lnSpcReduction="20000"/>
          </a:bodyPr>
          <a:p>
            <a:r>
              <a:rPr lang="en-GB" sz="2000" dirty="0">
                <a:latin typeface="Times New Roman" pitchFamily="18" charset="0"/>
                <a:cs typeface="Times New Roman" pitchFamily="18" charset="0"/>
                <a:hlinkClick r:id="rId1"/>
              </a:rPr>
              <a:t>Post-2020 Global Biodiversity Framework (cbd.int)</a:t>
            </a:r>
            <a:endParaRPr lang="en-GB" sz="2000" dirty="0">
              <a:latin typeface="Times New Roman" pitchFamily="18" charset="0"/>
              <a:cs typeface="Times New Roman" pitchFamily="18" charset="0"/>
            </a:endParaRPr>
          </a:p>
          <a:p>
            <a:r>
              <a:rPr lang="en-GB" sz="2000" dirty="0">
                <a:latin typeface="Times New Roman" pitchFamily="18" charset="0"/>
                <a:cs typeface="Times New Roman" pitchFamily="18" charset="0"/>
              </a:rPr>
              <a:t>Buchanan, G. M., Butchart, S. H., Chandler, G., &amp; Gregory, R. D. (2020). Assessment of national-level progress towards elements of the Aichi Biodiversity Targets. </a:t>
            </a:r>
            <a:r>
              <a:rPr lang="en-GB" sz="2000" i="1" dirty="0">
                <a:latin typeface="Times New Roman" pitchFamily="18" charset="0"/>
                <a:cs typeface="Times New Roman" pitchFamily="18" charset="0"/>
              </a:rPr>
              <a:t>Ecological Indicators</a:t>
            </a:r>
            <a:r>
              <a:rPr lang="en-GB" sz="2000" dirty="0">
                <a:latin typeface="Times New Roman" pitchFamily="18" charset="0"/>
                <a:cs typeface="Times New Roman" pitchFamily="18" charset="0"/>
              </a:rPr>
              <a:t>, </a:t>
            </a:r>
            <a:r>
              <a:rPr lang="en-GB" sz="2000" i="1" dirty="0">
                <a:latin typeface="Times New Roman" pitchFamily="18" charset="0"/>
                <a:cs typeface="Times New Roman" pitchFamily="18" charset="0"/>
              </a:rPr>
              <a:t>116</a:t>
            </a:r>
            <a:r>
              <a:rPr lang="en-GB" sz="2000" dirty="0">
                <a:latin typeface="Times New Roman" pitchFamily="18" charset="0"/>
                <a:cs typeface="Times New Roman" pitchFamily="18" charset="0"/>
              </a:rPr>
              <a:t>, 106497.</a:t>
            </a:r>
            <a:r>
              <a:rPr lang="en-US" sz="20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Han, X., Smyth, R. L., Young, B. E., Brooks, T. M., Sánchez de Lozada, A., </a:t>
            </a:r>
            <a:r>
              <a:rPr lang="en-US" sz="2000" dirty="0" err="1">
                <a:latin typeface="Times New Roman" pitchFamily="18" charset="0"/>
                <a:cs typeface="Times New Roman" pitchFamily="18" charset="0"/>
              </a:rPr>
              <a:t>Bubb</a:t>
            </a:r>
            <a:r>
              <a:rPr lang="en-US" sz="2000" dirty="0">
                <a:latin typeface="Times New Roman" pitchFamily="18" charset="0"/>
                <a:cs typeface="Times New Roman" pitchFamily="18" charset="0"/>
              </a:rPr>
              <a:t>, P., ... &amp; Turner, W. R. (2014). A biodiversity indicators dashboard: Addressing challenges to monitoring progress towards the Aichi biodiversity targets using disaggregated global data. </a:t>
            </a:r>
            <a:r>
              <a:rPr lang="en-US" sz="2000" i="1" dirty="0" err="1">
                <a:latin typeface="Times New Roman" pitchFamily="18" charset="0"/>
                <a:cs typeface="Times New Roman" pitchFamily="18" charset="0"/>
              </a:rPr>
              <a:t>PLoS</a:t>
            </a:r>
            <a:r>
              <a:rPr lang="en-US" sz="2000" i="1" dirty="0">
                <a:latin typeface="Times New Roman" pitchFamily="18" charset="0"/>
                <a:cs typeface="Times New Roman" pitchFamily="18" charset="0"/>
              </a:rPr>
              <a:t> One</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9</a:t>
            </a:r>
            <a:r>
              <a:rPr lang="en-US" sz="2000" dirty="0">
                <a:latin typeface="Times New Roman" pitchFamily="18" charset="0"/>
                <a:cs typeface="Times New Roman" pitchFamily="18" charset="0"/>
              </a:rPr>
              <a:t>(11), e112046.</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Gannon, P., Dubois, G., Dudley, N., Ervin, J., Ferrier, S., </a:t>
            </a:r>
            <a:r>
              <a:rPr lang="en-US" sz="2000" dirty="0" err="1">
                <a:latin typeface="Times New Roman" pitchFamily="18" charset="0"/>
                <a:cs typeface="Times New Roman" pitchFamily="18" charset="0"/>
              </a:rPr>
              <a:t>Gidda</a:t>
            </a:r>
            <a:r>
              <a:rPr lang="en-US" sz="2000" dirty="0">
                <a:latin typeface="Times New Roman" pitchFamily="18" charset="0"/>
                <a:cs typeface="Times New Roman" pitchFamily="18" charset="0"/>
              </a:rPr>
              <a:t>, S., ... &amp; </a:t>
            </a:r>
            <a:r>
              <a:rPr lang="en-US" sz="2000" dirty="0" err="1">
                <a:latin typeface="Times New Roman" pitchFamily="18" charset="0"/>
                <a:cs typeface="Times New Roman" pitchFamily="18" charset="0"/>
              </a:rPr>
              <a:t>Shestakov</a:t>
            </a:r>
            <a:r>
              <a:rPr lang="en-US" sz="2000" dirty="0">
                <a:latin typeface="Times New Roman" pitchFamily="18" charset="0"/>
                <a:cs typeface="Times New Roman" pitchFamily="18" charset="0"/>
              </a:rPr>
              <a:t>, A. (2019). Editorial Essay: An update on progress towards Aichi biodiversity target 11. </a:t>
            </a:r>
            <a:r>
              <a:rPr lang="en-US" sz="2000" i="1" dirty="0">
                <a:latin typeface="Times New Roman" pitchFamily="18" charset="0"/>
                <a:cs typeface="Times New Roman" pitchFamily="18" charset="0"/>
              </a:rPr>
              <a:t>Parks</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25</a:t>
            </a:r>
            <a:r>
              <a:rPr lang="en-US" sz="2000" dirty="0">
                <a:latin typeface="Times New Roman" pitchFamily="18" charset="0"/>
                <a:cs typeface="Times New Roman" pitchFamily="18" charset="0"/>
              </a:rPr>
              <a:t>(2), 7-18</a:t>
            </a:r>
            <a:r>
              <a:rPr lang="en-US" dirty="0"/>
              <a:t>.</a:t>
            </a:r>
            <a:endParaRPr lang="en-US" dirty="0"/>
          </a:p>
          <a:p>
            <a:r>
              <a:rPr lang="fr-FR" sz="2000" dirty="0">
                <a:latin typeface="Times New Roman" pitchFamily="18" charset="0"/>
                <a:cs typeface="Times New Roman" pitchFamily="18" charset="0"/>
                <a:hlinkClick r:id="rId2"/>
              </a:rPr>
              <a:t>cbd.int/doc/publications/cbd-ts-78-en.pdf</a:t>
            </a:r>
            <a:endParaRPr lang="fr-FR" sz="2000" dirty="0">
              <a:latin typeface="Times New Roman" pitchFamily="18" charset="0"/>
              <a:cs typeface="Times New Roman" pitchFamily="18" charset="0"/>
            </a:endParaRPr>
          </a:p>
          <a:p>
            <a:r>
              <a:rPr lang="en-GB" sz="2000" dirty="0">
                <a:latin typeface="Times New Roman" pitchFamily="18" charset="0"/>
                <a:cs typeface="Times New Roman" pitchFamily="18" charset="0"/>
                <a:hlinkClick r:id="rId3"/>
              </a:rPr>
              <a:t>Enhancing progress towards Aichi Target 11 | IUCN</a:t>
            </a:r>
            <a:endParaRPr lang="fr-FR" sz="2000" dirty="0">
              <a:latin typeface="Times New Roman" pitchFamily="18" charset="0"/>
              <a:cs typeface="Times New Roman" pitchFamily="18" charset="0"/>
            </a:endParaRPr>
          </a:p>
          <a:p>
            <a:endParaRPr lang="en-US" dirty="0"/>
          </a:p>
        </p:txBody>
      </p:sp>
      <p:sp>
        <p:nvSpPr>
          <p:cNvPr id="1048648" name="Slide Number Placeholder 4"/>
          <p:cNvSpPr>
            <a14:cpLocks xmlns:a14="http://schemas.microsoft.com/office/drawing/2010/main" noGrp="1"/>
          </p:cNvSpPr>
          <p:nvPr>
            <p:ph type="sldNum" sz="quarter" idx="12"/>
          </p:nvPr>
        </p:nvSpPr>
        <p:spPr>
          <a:xfrm>
            <a:off x="11054854" y="5376534"/>
            <a:ext cx="811019" cy="503578"/>
          </a:xfrm>
        </p:spPr>
        <p:txBody>
          <a:bodyPr/>
          <a:p>
            <a:fld id="{E92A122F-3F96-4A37-98BB-04140B2789B5}" type="slidenum">
              <a:rPr lang="en-US" smtClean="0"/>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53" name="Title 4"/>
          <p:cNvSpPr>
            <a14:cpLocks xmlns:a14="http://schemas.microsoft.com/office/drawing/2010/main" noGrp="1"/>
          </p:cNvSpPr>
          <p:nvPr>
            <p:ph type="title"/>
          </p:nvPr>
        </p:nvSpPr>
        <p:spPr>
          <a:xfrm>
            <a:off x="2885264" y="2675966"/>
            <a:ext cx="9306736" cy="1248636"/>
          </a:xfrm>
        </p:spPr>
        <p:txBody>
          <a:bodyPr>
            <a:normAutofit/>
          </a:bodyPr>
          <a:p>
            <a:r>
              <a:rPr lang="en-US" sz="5400" dirty="0">
                <a:latin typeface="Times New Roman" pitchFamily="18" charset="0"/>
                <a:cs typeface="Times New Roman" pitchFamily="18" charset="0"/>
              </a:rPr>
              <a:t>Thank you.</a:t>
            </a:r>
            <a:endParaRPr lang="en-US" sz="5400" dirty="0">
              <a:latin typeface="Times New Roman" pitchFamily="18" charset="0"/>
              <a:cs typeface="Times New Roman" pitchFamily="18" charset="0"/>
            </a:endParaRPr>
          </a:p>
        </p:txBody>
      </p:sp>
      <p:sp>
        <p:nvSpPr>
          <p:cNvPr id="1048654" name="Slide Number Placeholder 3"/>
          <p:cNvSpPr>
            <a14:cpLocks xmlns:a14="http://schemas.microsoft.com/office/drawing/2010/main" noGrp="1"/>
          </p:cNvSpPr>
          <p:nvPr>
            <p:ph type="sldNum" sz="quarter" idx="12"/>
          </p:nvPr>
        </p:nvSpPr>
        <p:spPr>
          <a:xfrm>
            <a:off x="10928424" y="5424761"/>
            <a:ext cx="811019" cy="503578"/>
          </a:xfrm>
        </p:spPr>
        <p:txBody>
          <a:bodyPr/>
          <a:p>
            <a:fld id="{E92A122F-3F96-4A37-98BB-04140B2789B5}" type="slidenum">
              <a:rPr lang="en-US" smtClean="0"/>
            </a:fld>
            <a:endParaRPr lang="en-US"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
  <Paragraphs>0</Paragraphs>
  <Slides>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Arial</vt:lpstr>
      <vt:lpstr>SimSun</vt:lpstr>
      <vt:lpstr>Wingdings</vt:lpstr>
      <vt:lpstr>Times New Roman</vt:lpstr>
      <vt:lpstr>Gill Sans MT</vt:lpstr>
      <vt:lpstr>Calibri</vt:lpstr>
      <vt:lpstr>Gallery</vt:lpstr>
      <vt:lpstr>PROGRESS MADE TOWARDS AICHI’S TARGETS </vt:lpstr>
      <vt:lpstr>OUTLINE </vt:lpstr>
      <vt:lpstr>INTRODUCTION </vt:lpstr>
      <vt:lpstr> PROGRESS MADE TOWARDS AICHI'S TARGET: MET TARGETS</vt:lpstr>
      <vt:lpstr> PROGRESS MADE TOWARDS AICHI'S TARGET: MET TARGETS </vt:lpstr>
      <vt:lpstr> PROGRESS MADE TOWARDS AICHI'S TARGET: MET TARGETS_x000B_  </vt:lpstr>
      <vt:lpstr> PROGRESS MADE TOWARDS AICHI'S TARGET: PARTIALLY MET TARGETS_x000B_ </vt:lpstr>
      <vt:lpstr> PROGRESS MADE TOWARDS AICHI'S TARGET: UNMET TARGETS_x000B_ </vt:lpstr>
      <vt:lpstr>CHALLENGES FACED IN ACHIEVING AICHI'S TARGETS </vt:lpstr>
      <vt:lpstr>THE WAY FORWARD </vt:lpstr>
      <vt:lpstr>  POST 2020 GLOBAL BIODIVERSITY FRAMEWORK</vt:lpstr>
      <vt:lpstr>POST 2020 GLOBAL BIODIVERSITY FRAMEWORK</vt:lpstr>
      <vt:lpstr>THE ROLE OF STAKEHOLDERS AND GLOBAL COOPERATION</vt:lpstr>
      <vt:lpstr>CONCLUSION </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MADE TOWARDS AICHI’S TARGETS</dc:title>
  <dc:creator>ADOMA</dc:creator>
  <cp:lastModifiedBy>iPhone</cp:lastModifiedBy>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B49B6CE1A7E7DE7A3631C164954A96CB_32</vt:lpwstr>
  </property>
  <property fmtid="{D5CDD505-2E9C-101B-9397-08002B2CF9AE}" pid="3" name="KSOProductBuildVer">
    <vt:lpwstr>3081-11.33.3</vt:lpwstr>
  </property>
</Properties>
</file>