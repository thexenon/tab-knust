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66" r:id="rId7"/>
    <p:sldId id="261" r:id="rId8"/>
    <p:sldId id="267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186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94750-5BD1-482A-92DC-48770C8EE6BB}" type="datetimeFigureOut">
              <a:rPr lang="en-GB" smtClean="0"/>
              <a:t>11/07/2023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BD2F7-719B-47B7-94C4-E0A071C13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89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BD2F7-719B-47B7-94C4-E0A071C1363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995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BD2F7-719B-47B7-94C4-E0A071C1363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25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9114-9BF7-41BC-8984-B4534FE65605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24DD-FC81-4DFC-94EA-8009BAF960F8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9D73-B515-4697-AD3D-78F79C8D6AD3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E2C6-91BF-4FBA-945E-BD68E3B2CD1D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988B-971A-4919-A65D-59C3E282C0B5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FE890-0539-4D73-900B-B0D455ADE08C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AFEA-F036-4745-8479-226A4471FBD5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02714-D973-4824-B116-755713F4247B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E5FD-4E34-45C5-81E9-D71150F7260D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A4E1-E0C6-474B-9553-6389F2BD3337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CD4E7-BA79-4A9A-8065-A2F23B9BB772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D148-0FCD-4F27-957D-E095888F246F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757C-9B58-4F62-834F-E4C9EDCB09C6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88A9-09C1-4327-8F3B-8110E00E84D5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283C-7158-44D1-AB6C-D71183EE6DA5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C5D1B-6DB5-4198-9C39-D497D70E4E1F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CE805-7373-4A3B-83CF-D1C3C00DF552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o.org/3/x7849e/x7849e00.htm" TargetMode="External"/><Relationship Id="rId2" Type="http://schemas.openxmlformats.org/officeDocument/2006/relationships/hyperlink" Target="https://www.cbd.int/convent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r.knust.edu.gh/handle/123456789/987" TargetMode="External"/><Relationship Id="rId4" Type="http://schemas.openxmlformats.org/officeDocument/2006/relationships/hyperlink" Target="https://ipbes.net/sites/default/files/2020-02/ipbes_global_assessment_report_summary_for_policymakers_en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6500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318" y="515622"/>
            <a:ext cx="9846293" cy="2134588"/>
          </a:xfrm>
        </p:spPr>
        <p:txBody>
          <a:bodyPr>
            <a:noAutofit/>
          </a:bodyPr>
          <a:lstStyle/>
          <a:p>
            <a:pPr algn="ctr"/>
            <a:r>
              <a:rPr lang="en-GB" sz="5400" b="1" dirty="0" smtClean="0">
                <a:latin typeface="Algerian" panose="04020705040A02060702" pitchFamily="82" charset="0"/>
              </a:rPr>
              <a:t>DISAPPEARING GENETIC 	RESOURCES</a:t>
            </a:r>
            <a:endParaRPr lang="en-GB" sz="5400" b="1" dirty="0"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478292" y="4788976"/>
            <a:ext cx="5026319" cy="11222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5400" b="1" dirty="0" smtClean="0">
                <a:latin typeface="Algerian" panose="04020705040A02060702" pitchFamily="82" charset="0"/>
              </a:rPr>
              <a:t>GROUP 19</a:t>
            </a:r>
            <a:endParaRPr lang="en-GB" sz="5400" b="1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1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60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70737"/>
          </a:xfrm>
        </p:spPr>
        <p:txBody>
          <a:bodyPr>
            <a:normAutofit/>
          </a:bodyPr>
          <a:lstStyle/>
          <a:p>
            <a:r>
              <a:rPr lang="en-GB" sz="4000" b="1" dirty="0" smtClean="0">
                <a:solidFill>
                  <a:schemeClr val="tx1"/>
                </a:solidFill>
                <a:latin typeface="Algerian" panose="04020705040A02060702" pitchFamily="82" charset="0"/>
              </a:rPr>
              <a:t>GROUP MEMBERS</a:t>
            </a:r>
            <a:endParaRPr lang="en-GB" sz="4000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394847"/>
            <a:ext cx="8915400" cy="5191933"/>
          </a:xfrm>
        </p:spPr>
        <p:txBody>
          <a:bodyPr>
            <a:noAutofit/>
          </a:bodyPr>
          <a:lstStyle/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OSEI, JOSEPHINE</a:t>
            </a:r>
          </a:p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AMPONSAH, PETER</a:t>
            </a:r>
          </a:p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WARDEN, NANCY ABA</a:t>
            </a:r>
          </a:p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ADJEI, DANIEL</a:t>
            </a:r>
          </a:p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ACHEAMPONG, ASIAMAH GEORGE</a:t>
            </a:r>
          </a:p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AGBESI, URIELLE FIORINA F</a:t>
            </a:r>
          </a:p>
          <a:p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KWARTENG, ANDREWS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MAURICE</a:t>
            </a:r>
          </a:p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FRIMPONG, EMMANUEL SAKYI</a:t>
            </a:r>
          </a:p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AWUAH, ENOCK YAW</a:t>
            </a:r>
          </a:p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BAIDOO, SAMUEL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2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41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0931" y="551889"/>
            <a:ext cx="8911687" cy="836909"/>
          </a:xfrm>
        </p:spPr>
        <p:txBody>
          <a:bodyPr>
            <a:normAutofit/>
          </a:bodyPr>
          <a:lstStyle/>
          <a:p>
            <a:r>
              <a:rPr lang="en-GB" sz="4400" b="1" dirty="0" smtClean="0">
                <a:solidFill>
                  <a:schemeClr val="tx1"/>
                </a:solidFill>
                <a:latin typeface="Algerian" panose="04020705040A02060702" pitchFamily="82" charset="0"/>
              </a:rPr>
              <a:t>GENETIC RESOURCES</a:t>
            </a:r>
            <a:endParaRPr lang="en-GB" sz="4400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3303" y="1363851"/>
            <a:ext cx="10104894" cy="5238427"/>
          </a:xfrm>
        </p:spPr>
        <p:txBody>
          <a:bodyPr>
            <a:noAutofit/>
          </a:bodyPr>
          <a:lstStyle/>
          <a:p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United Nations Convention on Biological Diversity define genetic resources as “genetic material of actual or potential value” (CBD, 1992). </a:t>
            </a:r>
          </a:p>
          <a:p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resources contain the genetic diversity in different species and populations and play an important role in maintaining biodiversity.</a:t>
            </a:r>
          </a:p>
          <a:p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are 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scientific researches, pharmaceutical developments, </a:t>
            </a: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improvement and  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breeding programs (CBD, 1992). </a:t>
            </a:r>
          </a:p>
          <a:p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3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333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65205"/>
          </a:xfrm>
        </p:spPr>
        <p:txBody>
          <a:bodyPr>
            <a:normAutofit fontScale="90000"/>
          </a:bodyPr>
          <a:lstStyle/>
          <a:p>
            <a:r>
              <a:rPr lang="en-GB" sz="44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Disappearing GENETIC RESOURCES</a:t>
            </a:r>
            <a:endParaRPr lang="en-GB" sz="4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689315"/>
            <a:ext cx="9123793" cy="4221907"/>
          </a:xfrm>
        </p:spPr>
        <p:txBody>
          <a:bodyPr>
            <a:normAutofit/>
          </a:bodyPr>
          <a:lstStyle/>
          <a:p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Disappearing genetic resources refer to the genetic diversity that is at risk of being lost or becoming extinct due to unfavourable factors and human activities (FAO, 1996).</a:t>
            </a:r>
          </a:p>
          <a:p>
            <a:endParaRPr lang="en-GB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include the genetic materials of species, populations, or individuals that are either endangered, threatened, or vulnerable to extinction (IPBES, 2019).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4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26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Factors causing genetic resource disappearance</a:t>
            </a:r>
            <a:endParaRPr lang="en-GB" sz="4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8730" y="1905000"/>
            <a:ext cx="9085882" cy="430982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Habitat destruction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Invasive species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Pollution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 size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Overexploitation of resources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conditions</a:t>
            </a:r>
          </a:p>
          <a:p>
            <a:pPr>
              <a:lnSpc>
                <a:spcPct val="150000"/>
              </a:lnSpc>
            </a:pPr>
            <a:endParaRPr lang="en-GB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5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690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8285" y="624110"/>
            <a:ext cx="9608949" cy="863727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1.0  Factors 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causing genetic resource </a:t>
            </a: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disappearance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6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063" y="1367750"/>
            <a:ext cx="7191617" cy="4645591"/>
          </a:xfrm>
          <a:blipFill dpi="0" rotWithShape="1">
            <a:blip r:embed="rId3"/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4123311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4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Effects of genetic disappearing resources</a:t>
            </a:r>
            <a:endParaRPr lang="en-GB" sz="4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727" y="1905000"/>
            <a:ext cx="8915400" cy="439118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food security or Food scarcity.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Biodersity loss.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resilience and Adaptation in species and ecosystems.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Impaired Ecosystem functioning and stability.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 of Medicinal and Industrial potential.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challenges</a:t>
            </a:r>
          </a:p>
          <a:p>
            <a:pPr>
              <a:lnSpc>
                <a:spcPct val="150000"/>
              </a:lnSpc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7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600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56" y="787782"/>
            <a:ext cx="9272857" cy="669059"/>
          </a:xfrm>
        </p:spPr>
        <p:txBody>
          <a:bodyPr>
            <a:normAutofit/>
          </a:bodyPr>
          <a:lstStyle/>
          <a:p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2.0  Effect of disappearing genetic </a:t>
            </a:r>
            <a:r>
              <a:rPr lang="en-GB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resoueces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8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684" y="1653153"/>
            <a:ext cx="6477000" cy="3778250"/>
          </a:xfrm>
        </p:spPr>
      </p:pic>
    </p:spTree>
    <p:extLst>
      <p:ext uri="{BB962C8B-B14F-4D97-AF65-F5344CB8AC3E}">
        <p14:creationId xmlns:p14="http://schemas.microsoft.com/office/powerpoint/2010/main" val="1827444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0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WAYS TO CONSERVE GENETIC RESOURCES</a:t>
            </a:r>
            <a:endParaRPr lang="en-GB" sz="4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0192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Establishment of protected areas.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 and Gene banks.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sustainable management practices.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Conservation of natural habitats.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 Public Awareness and Education</a:t>
            </a:r>
          </a:p>
          <a:p>
            <a:pPr>
              <a:lnSpc>
                <a:spcPct val="150000"/>
              </a:lnSpc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9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259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0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REASONS TO CONSERVE GENETIC RESOURCES</a:t>
            </a:r>
            <a:endParaRPr lang="en-GB" sz="4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to maintain biodiversity 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food security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medicinal and industrial research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quality of life</a:t>
            </a:r>
          </a:p>
          <a:p>
            <a:endParaRPr lang="en-GB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10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405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CONCLUSION</a:t>
            </a:r>
            <a:endParaRPr lang="en-GB" sz="4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integrity of the environment and human welfare become significantly threatened with the depletion of genetic resources. It is our responsibility to conserve genetic resources to have a quality life</a:t>
            </a: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11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561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REFERENCES</a:t>
            </a:r>
            <a:endParaRPr lang="en-GB" sz="4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2787" y="1410347"/>
            <a:ext cx="9841424" cy="5269422"/>
          </a:xfrm>
        </p:spPr>
        <p:txBody>
          <a:bodyPr>
            <a:normAutofit/>
          </a:bodyPr>
          <a:lstStyle/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 Convention on Biological Diversity (CBD) (1992). Convention on Biological Diversity. Retrieved from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https://www.cbd.int/convention/</a:t>
            </a:r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FAO. (1996). Global Plan of Action for the Conservation and Sustainable Utilization of Plant Genetic Resources for Food and Agriculture. Retrieved from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https://www.fao.org/3/x7849e/x7849e00.htm</a:t>
            </a:r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IPBES. (2019). Summary for policymakers of the global assessment report on biodiversity and ecosystem services. Retrieved from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https://ipbes.net/sites/default/files/2020-02/ipbes_global_assessment_report_summary_for_policymakers_en.pdf</a:t>
            </a:r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Wadie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Naomi </a:t>
            </a:r>
            <a:r>
              <a:rPr lang="en-GB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Ampomaa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(2008). The disappearing genetic resources. Kwame Nkrumah University of Science and Technology.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: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//ir.knust.edu.gh/handle/123456789/987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800" smtClean="0">
                <a:solidFill>
                  <a:schemeClr val="tx1"/>
                </a:solidFill>
                <a:latin typeface="Algerian" panose="04020705040A02060702" pitchFamily="82" charset="0"/>
              </a:rPr>
              <a:pPr/>
              <a:t>12</a:t>
            </a:fld>
            <a:endParaRPr lang="en-US" sz="2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73204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213</TotalTime>
  <Words>438</Words>
  <Application>Microsoft Office PowerPoint</Application>
  <PresentationFormat>Widescreen</PresentationFormat>
  <Paragraphs>73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Arial</vt:lpstr>
      <vt:lpstr>Calibri</vt:lpstr>
      <vt:lpstr>Century Gothic</vt:lpstr>
      <vt:lpstr>Times New Roman</vt:lpstr>
      <vt:lpstr>Wingdings 3</vt:lpstr>
      <vt:lpstr>Wisp</vt:lpstr>
      <vt:lpstr>DISAPPEARING GENETIC  RESOURCES</vt:lpstr>
      <vt:lpstr>GROUP MEMBERS</vt:lpstr>
      <vt:lpstr>GENETIC RESOURCES</vt:lpstr>
      <vt:lpstr>Disappearing GENETIC RESOURCES</vt:lpstr>
      <vt:lpstr>Factors causing genetic resource disappearance</vt:lpstr>
      <vt:lpstr>FIG 1.0  Factors causing genetic resource disappearance </vt:lpstr>
      <vt:lpstr>Effects of genetic disappearing resources</vt:lpstr>
      <vt:lpstr>FIG 2.0  Effect of disappearing genetic resoueces</vt:lpstr>
      <vt:lpstr>WAYS TO CONSERVE GENETIC RESOURCES</vt:lpstr>
      <vt:lpstr>REASONS TO CONSERVE GENETIC RESOURCES</vt:lpstr>
      <vt:lpstr>CONCLUSION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DISSAPEARING GENETIC  RESOURCES</dc:title>
  <dc:creator>Microsoft account</dc:creator>
  <cp:lastModifiedBy>Microsoft account</cp:lastModifiedBy>
  <cp:revision>22</cp:revision>
  <dcterms:created xsi:type="dcterms:W3CDTF">2023-07-12T03:24:14Z</dcterms:created>
  <dcterms:modified xsi:type="dcterms:W3CDTF">2023-07-12T06:57:35Z</dcterms:modified>
</cp:coreProperties>
</file>